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4"/>
  </p:sldMasterIdLst>
  <p:notesMasterIdLst>
    <p:notesMasterId r:id="rId34"/>
  </p:notesMasterIdLst>
  <p:sldIdLst>
    <p:sldId id="256" r:id="rId5"/>
    <p:sldId id="296" r:id="rId6"/>
    <p:sldId id="298" r:id="rId7"/>
    <p:sldId id="304" r:id="rId8"/>
    <p:sldId id="299" r:id="rId9"/>
    <p:sldId id="305" r:id="rId10"/>
    <p:sldId id="306" r:id="rId11"/>
    <p:sldId id="300" r:id="rId12"/>
    <p:sldId id="307" r:id="rId13"/>
    <p:sldId id="308" r:id="rId14"/>
    <p:sldId id="310" r:id="rId15"/>
    <p:sldId id="311" r:id="rId16"/>
    <p:sldId id="312" r:id="rId17"/>
    <p:sldId id="313" r:id="rId18"/>
    <p:sldId id="314" r:id="rId19"/>
    <p:sldId id="315" r:id="rId20"/>
    <p:sldId id="316" r:id="rId21"/>
    <p:sldId id="318" r:id="rId22"/>
    <p:sldId id="302" r:id="rId23"/>
    <p:sldId id="309" r:id="rId24"/>
    <p:sldId id="322" r:id="rId25"/>
    <p:sldId id="323" r:id="rId26"/>
    <p:sldId id="324" r:id="rId27"/>
    <p:sldId id="301" r:id="rId28"/>
    <p:sldId id="319" r:id="rId29"/>
    <p:sldId id="321" r:id="rId30"/>
    <p:sldId id="320" r:id="rId31"/>
    <p:sldId id="303" r:id="rId32"/>
    <p:sldId id="297" r:id="rId33"/>
  </p:sldIdLst>
  <p:sldSz cx="9144000" cy="5143500" type="screen16x9"/>
  <p:notesSz cx="6858000" cy="9144000"/>
  <p:embeddedFontLst>
    <p:embeddedFont>
      <p:font typeface="Lato" panose="020F0502020204030203" pitchFamily="34" charset="0"/>
      <p:regular r:id="rId35"/>
      <p:bold r:id="rId36"/>
      <p:italic r:id="rId37"/>
      <p:boldItalic r:id="rId38"/>
    </p:embeddedFont>
    <p:embeddedFont>
      <p:font typeface="Lato Light" panose="020F0502020204030203" pitchFamily="34" charset="0"/>
      <p:regular r:id="rId39"/>
      <p:italic r:id="rId40"/>
    </p:embeddedFont>
    <p:embeddedFont>
      <p:font typeface="Nunito Light" pitchFamily="2" charset="0"/>
      <p:regular r:id="rId41"/>
      <p:italic r:id="rId42"/>
    </p:embeddedFont>
    <p:embeddedFont>
      <p:font typeface="Outfit" panose="020B0604020202020204" charset="0"/>
      <p:regular r:id="rId43"/>
      <p:bold r:id="rId44"/>
    </p:embeddedFont>
    <p:embeddedFont>
      <p:font typeface="Outfit ExtraBold" panose="020B0604020202020204" charset="0"/>
      <p:bold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44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E05F44-E222-4F6B-82CF-F37529068127}" v="36" dt="2025-05-09T07:25:41.838"/>
    <p1510:client id="{C765B061-E21D-4231-9ADF-DB8CA165AD55}" v="40" dt="2025-05-08T18:01:48.746"/>
  </p1510:revLst>
</p1510:revInfo>
</file>

<file path=ppt/tableStyles.xml><?xml version="1.0" encoding="utf-8"?>
<a:tblStyleLst xmlns:a="http://schemas.openxmlformats.org/drawingml/2006/main" def="{5C89A2D6-33F8-4E5A-BCC2-A2CD69BC62D0}">
  <a:tblStyle styleId="{5C89A2D6-33F8-4E5A-BCC2-A2CD69BC62D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F3DA7CF-BF29-433B-AEE1-466A7876FAAE}"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619" autoAdjust="0"/>
  </p:normalViewPr>
  <p:slideViewPr>
    <p:cSldViewPr snapToGrid="0">
      <p:cViewPr varScale="1">
        <p:scale>
          <a:sx n="107" d="100"/>
          <a:sy n="107" d="100"/>
        </p:scale>
        <p:origin x="107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5.fntdata"/><Relationship Id="rId21" Type="http://schemas.openxmlformats.org/officeDocument/2006/relationships/slide" Target="slides/slide17.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2.fntdata"/><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10.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theme" Target="theme/theme1.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4.fntdata"/><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font" Target="fonts/font7.fntdata"/><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rnández Rodríguez Zanya" userId="951aeecc-1d19-40da-a6f3-64b18a1413bf" providerId="ADAL" clId="{20E05F44-E222-4F6B-82CF-F37529068127}"/>
    <pc:docChg chg="undo custSel addSld delSld modSld">
      <pc:chgData name="Fernández Rodríguez Zanya" userId="951aeecc-1d19-40da-a6f3-64b18a1413bf" providerId="ADAL" clId="{20E05F44-E222-4F6B-82CF-F37529068127}" dt="2025-05-09T07:39:51.417" v="275" actId="20577"/>
      <pc:docMkLst>
        <pc:docMk/>
      </pc:docMkLst>
      <pc:sldChg chg="modTransition">
        <pc:chgData name="Fernández Rodríguez Zanya" userId="951aeecc-1d19-40da-a6f3-64b18a1413bf" providerId="ADAL" clId="{20E05F44-E222-4F6B-82CF-F37529068127}" dt="2025-05-09T07:25:09.919" v="86"/>
        <pc:sldMkLst>
          <pc:docMk/>
          <pc:sldMk cId="0" sldId="256"/>
        </pc:sldMkLst>
      </pc:sldChg>
      <pc:sldChg chg="mod modShow">
        <pc:chgData name="Fernández Rodríguez Zanya" userId="951aeecc-1d19-40da-a6f3-64b18a1413bf" providerId="ADAL" clId="{20E05F44-E222-4F6B-82CF-F37529068127}" dt="2025-05-08T15:35:40.378" v="0" actId="729"/>
        <pc:sldMkLst>
          <pc:docMk/>
          <pc:sldMk cId="0" sldId="257"/>
        </pc:sldMkLst>
      </pc:sldChg>
      <pc:sldChg chg="mod modShow">
        <pc:chgData name="Fernández Rodríguez Zanya" userId="951aeecc-1d19-40da-a6f3-64b18a1413bf" providerId="ADAL" clId="{20E05F44-E222-4F6B-82CF-F37529068127}" dt="2025-05-08T15:35:40.378" v="0" actId="729"/>
        <pc:sldMkLst>
          <pc:docMk/>
          <pc:sldMk cId="0" sldId="258"/>
        </pc:sldMkLst>
      </pc:sldChg>
      <pc:sldChg chg="mod modShow">
        <pc:chgData name="Fernández Rodríguez Zanya" userId="951aeecc-1d19-40da-a6f3-64b18a1413bf" providerId="ADAL" clId="{20E05F44-E222-4F6B-82CF-F37529068127}" dt="2025-05-08T15:35:40.378" v="0" actId="729"/>
        <pc:sldMkLst>
          <pc:docMk/>
          <pc:sldMk cId="0" sldId="259"/>
        </pc:sldMkLst>
      </pc:sldChg>
      <pc:sldChg chg="mod modShow">
        <pc:chgData name="Fernández Rodríguez Zanya" userId="951aeecc-1d19-40da-a6f3-64b18a1413bf" providerId="ADAL" clId="{20E05F44-E222-4F6B-82CF-F37529068127}" dt="2025-05-08T15:35:40.378" v="0" actId="729"/>
        <pc:sldMkLst>
          <pc:docMk/>
          <pc:sldMk cId="0" sldId="260"/>
        </pc:sldMkLst>
      </pc:sldChg>
      <pc:sldChg chg="mod modShow">
        <pc:chgData name="Fernández Rodríguez Zanya" userId="951aeecc-1d19-40da-a6f3-64b18a1413bf" providerId="ADAL" clId="{20E05F44-E222-4F6B-82CF-F37529068127}" dt="2025-05-08T15:35:40.378" v="0" actId="729"/>
        <pc:sldMkLst>
          <pc:docMk/>
          <pc:sldMk cId="0" sldId="261"/>
        </pc:sldMkLst>
      </pc:sldChg>
      <pc:sldChg chg="mod modShow">
        <pc:chgData name="Fernández Rodríguez Zanya" userId="951aeecc-1d19-40da-a6f3-64b18a1413bf" providerId="ADAL" clId="{20E05F44-E222-4F6B-82CF-F37529068127}" dt="2025-05-08T15:35:40.378" v="0" actId="729"/>
        <pc:sldMkLst>
          <pc:docMk/>
          <pc:sldMk cId="0" sldId="262"/>
        </pc:sldMkLst>
      </pc:sldChg>
      <pc:sldChg chg="mod modShow">
        <pc:chgData name="Fernández Rodríguez Zanya" userId="951aeecc-1d19-40da-a6f3-64b18a1413bf" providerId="ADAL" clId="{20E05F44-E222-4F6B-82CF-F37529068127}" dt="2025-05-08T15:35:40.378" v="0" actId="729"/>
        <pc:sldMkLst>
          <pc:docMk/>
          <pc:sldMk cId="0" sldId="263"/>
        </pc:sldMkLst>
      </pc:sldChg>
      <pc:sldChg chg="mod modShow">
        <pc:chgData name="Fernández Rodríguez Zanya" userId="951aeecc-1d19-40da-a6f3-64b18a1413bf" providerId="ADAL" clId="{20E05F44-E222-4F6B-82CF-F37529068127}" dt="2025-05-08T15:35:40.378" v="0" actId="729"/>
        <pc:sldMkLst>
          <pc:docMk/>
          <pc:sldMk cId="0" sldId="264"/>
        </pc:sldMkLst>
      </pc:sldChg>
      <pc:sldChg chg="mod modShow">
        <pc:chgData name="Fernández Rodríguez Zanya" userId="951aeecc-1d19-40da-a6f3-64b18a1413bf" providerId="ADAL" clId="{20E05F44-E222-4F6B-82CF-F37529068127}" dt="2025-05-08T15:35:40.378" v="0" actId="729"/>
        <pc:sldMkLst>
          <pc:docMk/>
          <pc:sldMk cId="0" sldId="265"/>
        </pc:sldMkLst>
      </pc:sldChg>
      <pc:sldChg chg="mod modShow">
        <pc:chgData name="Fernández Rodríguez Zanya" userId="951aeecc-1d19-40da-a6f3-64b18a1413bf" providerId="ADAL" clId="{20E05F44-E222-4F6B-82CF-F37529068127}" dt="2025-05-08T15:35:40.378" v="0" actId="729"/>
        <pc:sldMkLst>
          <pc:docMk/>
          <pc:sldMk cId="0" sldId="266"/>
        </pc:sldMkLst>
      </pc:sldChg>
      <pc:sldChg chg="mod modShow">
        <pc:chgData name="Fernández Rodríguez Zanya" userId="951aeecc-1d19-40da-a6f3-64b18a1413bf" providerId="ADAL" clId="{20E05F44-E222-4F6B-82CF-F37529068127}" dt="2025-05-08T15:35:40.378" v="0" actId="729"/>
        <pc:sldMkLst>
          <pc:docMk/>
          <pc:sldMk cId="0" sldId="267"/>
        </pc:sldMkLst>
      </pc:sldChg>
      <pc:sldChg chg="mod modShow">
        <pc:chgData name="Fernández Rodríguez Zanya" userId="951aeecc-1d19-40da-a6f3-64b18a1413bf" providerId="ADAL" clId="{20E05F44-E222-4F6B-82CF-F37529068127}" dt="2025-05-08T15:35:40.378" v="0" actId="729"/>
        <pc:sldMkLst>
          <pc:docMk/>
          <pc:sldMk cId="0" sldId="268"/>
        </pc:sldMkLst>
      </pc:sldChg>
      <pc:sldChg chg="mod modShow">
        <pc:chgData name="Fernández Rodríguez Zanya" userId="951aeecc-1d19-40da-a6f3-64b18a1413bf" providerId="ADAL" clId="{20E05F44-E222-4F6B-82CF-F37529068127}" dt="2025-05-08T15:35:40.378" v="0" actId="729"/>
        <pc:sldMkLst>
          <pc:docMk/>
          <pc:sldMk cId="0" sldId="269"/>
        </pc:sldMkLst>
      </pc:sldChg>
      <pc:sldChg chg="mod modShow">
        <pc:chgData name="Fernández Rodríguez Zanya" userId="951aeecc-1d19-40da-a6f3-64b18a1413bf" providerId="ADAL" clId="{20E05F44-E222-4F6B-82CF-F37529068127}" dt="2025-05-08T15:35:40.378" v="0" actId="729"/>
        <pc:sldMkLst>
          <pc:docMk/>
          <pc:sldMk cId="0" sldId="270"/>
        </pc:sldMkLst>
      </pc:sldChg>
      <pc:sldChg chg="mod modShow">
        <pc:chgData name="Fernández Rodríguez Zanya" userId="951aeecc-1d19-40da-a6f3-64b18a1413bf" providerId="ADAL" clId="{20E05F44-E222-4F6B-82CF-F37529068127}" dt="2025-05-08T15:35:40.378" v="0" actId="729"/>
        <pc:sldMkLst>
          <pc:docMk/>
          <pc:sldMk cId="0" sldId="271"/>
        </pc:sldMkLst>
      </pc:sldChg>
      <pc:sldChg chg="mod modShow">
        <pc:chgData name="Fernández Rodríguez Zanya" userId="951aeecc-1d19-40da-a6f3-64b18a1413bf" providerId="ADAL" clId="{20E05F44-E222-4F6B-82CF-F37529068127}" dt="2025-05-08T15:35:40.378" v="0" actId="729"/>
        <pc:sldMkLst>
          <pc:docMk/>
          <pc:sldMk cId="0" sldId="272"/>
        </pc:sldMkLst>
      </pc:sldChg>
      <pc:sldChg chg="mod modShow">
        <pc:chgData name="Fernández Rodríguez Zanya" userId="951aeecc-1d19-40da-a6f3-64b18a1413bf" providerId="ADAL" clId="{20E05F44-E222-4F6B-82CF-F37529068127}" dt="2025-05-08T15:35:40.378" v="0" actId="729"/>
        <pc:sldMkLst>
          <pc:docMk/>
          <pc:sldMk cId="0" sldId="273"/>
        </pc:sldMkLst>
      </pc:sldChg>
      <pc:sldChg chg="mod modShow">
        <pc:chgData name="Fernández Rodríguez Zanya" userId="951aeecc-1d19-40da-a6f3-64b18a1413bf" providerId="ADAL" clId="{20E05F44-E222-4F6B-82CF-F37529068127}" dt="2025-05-08T15:35:40.378" v="0" actId="729"/>
        <pc:sldMkLst>
          <pc:docMk/>
          <pc:sldMk cId="0" sldId="274"/>
        </pc:sldMkLst>
      </pc:sldChg>
      <pc:sldChg chg="mod modShow">
        <pc:chgData name="Fernández Rodríguez Zanya" userId="951aeecc-1d19-40da-a6f3-64b18a1413bf" providerId="ADAL" clId="{20E05F44-E222-4F6B-82CF-F37529068127}" dt="2025-05-08T15:35:40.378" v="0" actId="729"/>
        <pc:sldMkLst>
          <pc:docMk/>
          <pc:sldMk cId="0" sldId="275"/>
        </pc:sldMkLst>
      </pc:sldChg>
      <pc:sldChg chg="mod modShow">
        <pc:chgData name="Fernández Rodríguez Zanya" userId="951aeecc-1d19-40da-a6f3-64b18a1413bf" providerId="ADAL" clId="{20E05F44-E222-4F6B-82CF-F37529068127}" dt="2025-05-08T15:35:40.378" v="0" actId="729"/>
        <pc:sldMkLst>
          <pc:docMk/>
          <pc:sldMk cId="0" sldId="276"/>
        </pc:sldMkLst>
      </pc:sldChg>
      <pc:sldChg chg="mod modShow">
        <pc:chgData name="Fernández Rodríguez Zanya" userId="951aeecc-1d19-40da-a6f3-64b18a1413bf" providerId="ADAL" clId="{20E05F44-E222-4F6B-82CF-F37529068127}" dt="2025-05-08T15:35:40.378" v="0" actId="729"/>
        <pc:sldMkLst>
          <pc:docMk/>
          <pc:sldMk cId="0" sldId="277"/>
        </pc:sldMkLst>
      </pc:sldChg>
      <pc:sldChg chg="mod modShow">
        <pc:chgData name="Fernández Rodríguez Zanya" userId="951aeecc-1d19-40da-a6f3-64b18a1413bf" providerId="ADAL" clId="{20E05F44-E222-4F6B-82CF-F37529068127}" dt="2025-05-08T15:35:40.378" v="0" actId="729"/>
        <pc:sldMkLst>
          <pc:docMk/>
          <pc:sldMk cId="0" sldId="278"/>
        </pc:sldMkLst>
      </pc:sldChg>
      <pc:sldChg chg="mod modShow">
        <pc:chgData name="Fernández Rodríguez Zanya" userId="951aeecc-1d19-40da-a6f3-64b18a1413bf" providerId="ADAL" clId="{20E05F44-E222-4F6B-82CF-F37529068127}" dt="2025-05-08T15:35:40.378" v="0" actId="729"/>
        <pc:sldMkLst>
          <pc:docMk/>
          <pc:sldMk cId="0" sldId="279"/>
        </pc:sldMkLst>
      </pc:sldChg>
      <pc:sldChg chg="mod modShow">
        <pc:chgData name="Fernández Rodríguez Zanya" userId="951aeecc-1d19-40da-a6f3-64b18a1413bf" providerId="ADAL" clId="{20E05F44-E222-4F6B-82CF-F37529068127}" dt="2025-05-08T15:35:40.378" v="0" actId="729"/>
        <pc:sldMkLst>
          <pc:docMk/>
          <pc:sldMk cId="0" sldId="280"/>
        </pc:sldMkLst>
      </pc:sldChg>
      <pc:sldChg chg="mod modShow">
        <pc:chgData name="Fernández Rodríguez Zanya" userId="951aeecc-1d19-40da-a6f3-64b18a1413bf" providerId="ADAL" clId="{20E05F44-E222-4F6B-82CF-F37529068127}" dt="2025-05-08T15:35:40.378" v="0" actId="729"/>
        <pc:sldMkLst>
          <pc:docMk/>
          <pc:sldMk cId="0" sldId="281"/>
        </pc:sldMkLst>
      </pc:sldChg>
      <pc:sldChg chg="mod modShow">
        <pc:chgData name="Fernández Rodríguez Zanya" userId="951aeecc-1d19-40da-a6f3-64b18a1413bf" providerId="ADAL" clId="{20E05F44-E222-4F6B-82CF-F37529068127}" dt="2025-05-08T15:35:40.378" v="0" actId="729"/>
        <pc:sldMkLst>
          <pc:docMk/>
          <pc:sldMk cId="0" sldId="282"/>
        </pc:sldMkLst>
      </pc:sldChg>
      <pc:sldChg chg="mod modShow">
        <pc:chgData name="Fernández Rodríguez Zanya" userId="951aeecc-1d19-40da-a6f3-64b18a1413bf" providerId="ADAL" clId="{20E05F44-E222-4F6B-82CF-F37529068127}" dt="2025-05-08T15:35:40.378" v="0" actId="729"/>
        <pc:sldMkLst>
          <pc:docMk/>
          <pc:sldMk cId="0" sldId="283"/>
        </pc:sldMkLst>
      </pc:sldChg>
      <pc:sldChg chg="mod modShow">
        <pc:chgData name="Fernández Rodríguez Zanya" userId="951aeecc-1d19-40da-a6f3-64b18a1413bf" providerId="ADAL" clId="{20E05F44-E222-4F6B-82CF-F37529068127}" dt="2025-05-08T15:35:40.378" v="0" actId="729"/>
        <pc:sldMkLst>
          <pc:docMk/>
          <pc:sldMk cId="0" sldId="284"/>
        </pc:sldMkLst>
      </pc:sldChg>
      <pc:sldChg chg="mod modShow">
        <pc:chgData name="Fernández Rodríguez Zanya" userId="951aeecc-1d19-40da-a6f3-64b18a1413bf" providerId="ADAL" clId="{20E05F44-E222-4F6B-82CF-F37529068127}" dt="2025-05-08T15:35:40.378" v="0" actId="729"/>
        <pc:sldMkLst>
          <pc:docMk/>
          <pc:sldMk cId="0" sldId="285"/>
        </pc:sldMkLst>
      </pc:sldChg>
      <pc:sldChg chg="mod modShow">
        <pc:chgData name="Fernández Rodríguez Zanya" userId="951aeecc-1d19-40da-a6f3-64b18a1413bf" providerId="ADAL" clId="{20E05F44-E222-4F6B-82CF-F37529068127}" dt="2025-05-08T15:35:40.378" v="0" actId="729"/>
        <pc:sldMkLst>
          <pc:docMk/>
          <pc:sldMk cId="0" sldId="286"/>
        </pc:sldMkLst>
      </pc:sldChg>
      <pc:sldChg chg="mod modShow">
        <pc:chgData name="Fernández Rodríguez Zanya" userId="951aeecc-1d19-40da-a6f3-64b18a1413bf" providerId="ADAL" clId="{20E05F44-E222-4F6B-82CF-F37529068127}" dt="2025-05-08T15:35:40.378" v="0" actId="729"/>
        <pc:sldMkLst>
          <pc:docMk/>
          <pc:sldMk cId="0" sldId="287"/>
        </pc:sldMkLst>
      </pc:sldChg>
      <pc:sldChg chg="mod modShow">
        <pc:chgData name="Fernández Rodríguez Zanya" userId="951aeecc-1d19-40da-a6f3-64b18a1413bf" providerId="ADAL" clId="{20E05F44-E222-4F6B-82CF-F37529068127}" dt="2025-05-08T15:35:40.378" v="0" actId="729"/>
        <pc:sldMkLst>
          <pc:docMk/>
          <pc:sldMk cId="0" sldId="288"/>
        </pc:sldMkLst>
      </pc:sldChg>
      <pc:sldChg chg="mod modShow">
        <pc:chgData name="Fernández Rodríguez Zanya" userId="951aeecc-1d19-40da-a6f3-64b18a1413bf" providerId="ADAL" clId="{20E05F44-E222-4F6B-82CF-F37529068127}" dt="2025-05-08T15:35:40.378" v="0" actId="729"/>
        <pc:sldMkLst>
          <pc:docMk/>
          <pc:sldMk cId="0" sldId="289"/>
        </pc:sldMkLst>
      </pc:sldChg>
      <pc:sldChg chg="mod modShow">
        <pc:chgData name="Fernández Rodríguez Zanya" userId="951aeecc-1d19-40da-a6f3-64b18a1413bf" providerId="ADAL" clId="{20E05F44-E222-4F6B-82CF-F37529068127}" dt="2025-05-08T15:35:40.378" v="0" actId="729"/>
        <pc:sldMkLst>
          <pc:docMk/>
          <pc:sldMk cId="0" sldId="290"/>
        </pc:sldMkLst>
      </pc:sldChg>
      <pc:sldChg chg="mod modShow">
        <pc:chgData name="Fernández Rodríguez Zanya" userId="951aeecc-1d19-40da-a6f3-64b18a1413bf" providerId="ADAL" clId="{20E05F44-E222-4F6B-82CF-F37529068127}" dt="2025-05-08T15:35:40.378" v="0" actId="729"/>
        <pc:sldMkLst>
          <pc:docMk/>
          <pc:sldMk cId="0" sldId="291"/>
        </pc:sldMkLst>
      </pc:sldChg>
      <pc:sldChg chg="mod modShow">
        <pc:chgData name="Fernández Rodríguez Zanya" userId="951aeecc-1d19-40da-a6f3-64b18a1413bf" providerId="ADAL" clId="{20E05F44-E222-4F6B-82CF-F37529068127}" dt="2025-05-08T15:35:40.378" v="0" actId="729"/>
        <pc:sldMkLst>
          <pc:docMk/>
          <pc:sldMk cId="0" sldId="292"/>
        </pc:sldMkLst>
      </pc:sldChg>
      <pc:sldChg chg="mod modShow">
        <pc:chgData name="Fernández Rodríguez Zanya" userId="951aeecc-1d19-40da-a6f3-64b18a1413bf" providerId="ADAL" clId="{20E05F44-E222-4F6B-82CF-F37529068127}" dt="2025-05-08T15:35:40.378" v="0" actId="729"/>
        <pc:sldMkLst>
          <pc:docMk/>
          <pc:sldMk cId="0" sldId="293"/>
        </pc:sldMkLst>
      </pc:sldChg>
      <pc:sldChg chg="mod modShow">
        <pc:chgData name="Fernández Rodríguez Zanya" userId="951aeecc-1d19-40da-a6f3-64b18a1413bf" providerId="ADAL" clId="{20E05F44-E222-4F6B-82CF-F37529068127}" dt="2025-05-08T15:35:40.378" v="0" actId="729"/>
        <pc:sldMkLst>
          <pc:docMk/>
          <pc:sldMk cId="0" sldId="294"/>
        </pc:sldMkLst>
      </pc:sldChg>
      <pc:sldChg chg="mod modShow">
        <pc:chgData name="Fernández Rodríguez Zanya" userId="951aeecc-1d19-40da-a6f3-64b18a1413bf" providerId="ADAL" clId="{20E05F44-E222-4F6B-82CF-F37529068127}" dt="2025-05-08T15:35:40.378" v="0" actId="729"/>
        <pc:sldMkLst>
          <pc:docMk/>
          <pc:sldMk cId="0" sldId="295"/>
        </pc:sldMkLst>
      </pc:sldChg>
      <pc:sldChg chg="modTransition">
        <pc:chgData name="Fernández Rodríguez Zanya" userId="951aeecc-1d19-40da-a6f3-64b18a1413bf" providerId="ADAL" clId="{20E05F44-E222-4F6B-82CF-F37529068127}" dt="2025-05-09T07:25:12.167" v="87"/>
        <pc:sldMkLst>
          <pc:docMk/>
          <pc:sldMk cId="2249435824" sldId="296"/>
        </pc:sldMkLst>
      </pc:sldChg>
      <pc:sldChg chg="addSp modSp add del mod modTransition">
        <pc:chgData name="Fernández Rodríguez Zanya" userId="951aeecc-1d19-40da-a6f3-64b18a1413bf" providerId="ADAL" clId="{20E05F44-E222-4F6B-82CF-F37529068127}" dt="2025-05-09T07:25:41.838" v="95"/>
        <pc:sldMkLst>
          <pc:docMk/>
          <pc:sldMk cId="1131903088" sldId="297"/>
        </pc:sldMkLst>
        <pc:spChg chg="mod">
          <ac:chgData name="Fernández Rodríguez Zanya" userId="951aeecc-1d19-40da-a6f3-64b18a1413bf" providerId="ADAL" clId="{20E05F44-E222-4F6B-82CF-F37529068127}" dt="2025-05-08T15:49:53.574" v="60" actId="207"/>
          <ac:spMkLst>
            <pc:docMk/>
            <pc:sldMk cId="1131903088" sldId="297"/>
            <ac:spMk id="2" creationId="{92791BFA-F09F-55F3-3F21-1B90C1A85880}"/>
          </ac:spMkLst>
        </pc:spChg>
        <pc:spChg chg="mod">
          <ac:chgData name="Fernández Rodríguez Zanya" userId="951aeecc-1d19-40da-a6f3-64b18a1413bf" providerId="ADAL" clId="{20E05F44-E222-4F6B-82CF-F37529068127}" dt="2025-05-08T15:49:57.368" v="61" actId="1076"/>
          <ac:spMkLst>
            <pc:docMk/>
            <pc:sldMk cId="1131903088" sldId="297"/>
            <ac:spMk id="3" creationId="{B78FC54C-7EA5-D263-A47E-2B7606FDF2FC}"/>
          </ac:spMkLst>
        </pc:spChg>
        <pc:spChg chg="mod">
          <ac:chgData name="Fernández Rodríguez Zanya" userId="951aeecc-1d19-40da-a6f3-64b18a1413bf" providerId="ADAL" clId="{20E05F44-E222-4F6B-82CF-F37529068127}" dt="2025-05-08T15:48:13.827" v="31"/>
          <ac:spMkLst>
            <pc:docMk/>
            <pc:sldMk cId="1131903088" sldId="297"/>
            <ac:spMk id="6" creationId="{6E09CE43-0DBF-23DF-8BD8-365EE93D505D}"/>
          </ac:spMkLst>
        </pc:spChg>
        <pc:spChg chg="mod">
          <ac:chgData name="Fernández Rodríguez Zanya" userId="951aeecc-1d19-40da-a6f3-64b18a1413bf" providerId="ADAL" clId="{20E05F44-E222-4F6B-82CF-F37529068127}" dt="2025-05-08T15:48:13.827" v="31"/>
          <ac:spMkLst>
            <pc:docMk/>
            <pc:sldMk cId="1131903088" sldId="297"/>
            <ac:spMk id="10" creationId="{A27CACEB-1695-E196-7C6B-9E71D1096133}"/>
          </ac:spMkLst>
        </pc:spChg>
        <pc:spChg chg="mod">
          <ac:chgData name="Fernández Rodríguez Zanya" userId="951aeecc-1d19-40da-a6f3-64b18a1413bf" providerId="ADAL" clId="{20E05F44-E222-4F6B-82CF-F37529068127}" dt="2025-05-08T15:48:13.827" v="31"/>
          <ac:spMkLst>
            <pc:docMk/>
            <pc:sldMk cId="1131903088" sldId="297"/>
            <ac:spMk id="11" creationId="{F9E6A8EE-C85D-E42F-F286-4260CB1ECDE3}"/>
          </ac:spMkLst>
        </pc:spChg>
        <pc:spChg chg="mod">
          <ac:chgData name="Fernández Rodríguez Zanya" userId="951aeecc-1d19-40da-a6f3-64b18a1413bf" providerId="ADAL" clId="{20E05F44-E222-4F6B-82CF-F37529068127}" dt="2025-05-08T15:48:13.827" v="31"/>
          <ac:spMkLst>
            <pc:docMk/>
            <pc:sldMk cId="1131903088" sldId="297"/>
            <ac:spMk id="14" creationId="{F405335F-4B82-3A2B-85EE-4A618448B436}"/>
          </ac:spMkLst>
        </pc:spChg>
        <pc:spChg chg="mod">
          <ac:chgData name="Fernández Rodríguez Zanya" userId="951aeecc-1d19-40da-a6f3-64b18a1413bf" providerId="ADAL" clId="{20E05F44-E222-4F6B-82CF-F37529068127}" dt="2025-05-08T15:48:13.827" v="31"/>
          <ac:spMkLst>
            <pc:docMk/>
            <pc:sldMk cId="1131903088" sldId="297"/>
            <ac:spMk id="15" creationId="{F6CF77A1-DFB1-FEC3-D180-E3542767CA5F}"/>
          </ac:spMkLst>
        </pc:spChg>
        <pc:spChg chg="mod">
          <ac:chgData name="Fernández Rodríguez Zanya" userId="951aeecc-1d19-40da-a6f3-64b18a1413bf" providerId="ADAL" clId="{20E05F44-E222-4F6B-82CF-F37529068127}" dt="2025-05-08T15:49:22.044" v="56" actId="14100"/>
          <ac:spMkLst>
            <pc:docMk/>
            <pc:sldMk cId="1131903088" sldId="297"/>
            <ac:spMk id="20" creationId="{3589705A-619E-D82B-1A3B-14D2B774404D}"/>
          </ac:spMkLst>
        </pc:spChg>
        <pc:spChg chg="mod">
          <ac:chgData name="Fernández Rodríguez Zanya" userId="951aeecc-1d19-40da-a6f3-64b18a1413bf" providerId="ADAL" clId="{20E05F44-E222-4F6B-82CF-F37529068127}" dt="2025-05-08T15:48:13.827" v="31"/>
          <ac:spMkLst>
            <pc:docMk/>
            <pc:sldMk cId="1131903088" sldId="297"/>
            <ac:spMk id="24" creationId="{3C2FAA4C-2636-4233-8681-068E4E3BAD02}"/>
          </ac:spMkLst>
        </pc:spChg>
        <pc:spChg chg="mod">
          <ac:chgData name="Fernández Rodríguez Zanya" userId="951aeecc-1d19-40da-a6f3-64b18a1413bf" providerId="ADAL" clId="{20E05F44-E222-4F6B-82CF-F37529068127}" dt="2025-05-08T15:48:13.827" v="31"/>
          <ac:spMkLst>
            <pc:docMk/>
            <pc:sldMk cId="1131903088" sldId="297"/>
            <ac:spMk id="28" creationId="{C0EA589A-A7FA-535D-AABC-FFAEA945FA20}"/>
          </ac:spMkLst>
        </pc:spChg>
        <pc:spChg chg="mod">
          <ac:chgData name="Fernández Rodríguez Zanya" userId="951aeecc-1d19-40da-a6f3-64b18a1413bf" providerId="ADAL" clId="{20E05F44-E222-4F6B-82CF-F37529068127}" dt="2025-05-08T15:48:13.827" v="31"/>
          <ac:spMkLst>
            <pc:docMk/>
            <pc:sldMk cId="1131903088" sldId="297"/>
            <ac:spMk id="29" creationId="{84D510D7-B47A-649A-A7FF-55E80F2EF1D7}"/>
          </ac:spMkLst>
        </pc:spChg>
        <pc:spChg chg="mod">
          <ac:chgData name="Fernández Rodríguez Zanya" userId="951aeecc-1d19-40da-a6f3-64b18a1413bf" providerId="ADAL" clId="{20E05F44-E222-4F6B-82CF-F37529068127}" dt="2025-05-08T15:48:13.827" v="31"/>
          <ac:spMkLst>
            <pc:docMk/>
            <pc:sldMk cId="1131903088" sldId="297"/>
            <ac:spMk id="32" creationId="{456CC1FE-F22A-902C-B57D-2D215606D5AD}"/>
          </ac:spMkLst>
        </pc:spChg>
        <pc:spChg chg="mod">
          <ac:chgData name="Fernández Rodríguez Zanya" userId="951aeecc-1d19-40da-a6f3-64b18a1413bf" providerId="ADAL" clId="{20E05F44-E222-4F6B-82CF-F37529068127}" dt="2025-05-08T15:48:13.827" v="31"/>
          <ac:spMkLst>
            <pc:docMk/>
            <pc:sldMk cId="1131903088" sldId="297"/>
            <ac:spMk id="34" creationId="{F9DD6C4B-D812-FD42-0598-BF141AC9E4D3}"/>
          </ac:spMkLst>
        </pc:spChg>
        <pc:grpChg chg="mod">
          <ac:chgData name="Fernández Rodríguez Zanya" userId="951aeecc-1d19-40da-a6f3-64b18a1413bf" providerId="ADAL" clId="{20E05F44-E222-4F6B-82CF-F37529068127}" dt="2025-05-08T15:49:16.849" v="55" actId="14100"/>
          <ac:grpSpMkLst>
            <pc:docMk/>
            <pc:sldMk cId="1131903088" sldId="297"/>
            <ac:grpSpMk id="4" creationId="{3D6CC953-807C-9A8F-8D5F-8B65D65DD720}"/>
          </ac:grpSpMkLst>
        </pc:grpChg>
      </pc:sldChg>
      <pc:sldChg chg="modTransition">
        <pc:chgData name="Fernández Rodríguez Zanya" userId="951aeecc-1d19-40da-a6f3-64b18a1413bf" providerId="ADAL" clId="{20E05F44-E222-4F6B-82CF-F37529068127}" dt="2025-05-09T07:25:13.804" v="88"/>
        <pc:sldMkLst>
          <pc:docMk/>
          <pc:sldMk cId="2150331804" sldId="298"/>
        </pc:sldMkLst>
      </pc:sldChg>
      <pc:sldChg chg="modTransition">
        <pc:chgData name="Fernández Rodríguez Zanya" userId="951aeecc-1d19-40da-a6f3-64b18a1413bf" providerId="ADAL" clId="{20E05F44-E222-4F6B-82CF-F37529068127}" dt="2025-05-09T07:25:18.012" v="90"/>
        <pc:sldMkLst>
          <pc:docMk/>
          <pc:sldMk cId="2070274358" sldId="299"/>
        </pc:sldMkLst>
      </pc:sldChg>
      <pc:sldChg chg="modTransition">
        <pc:chgData name="Fernández Rodríguez Zanya" userId="951aeecc-1d19-40da-a6f3-64b18a1413bf" providerId="ADAL" clId="{20E05F44-E222-4F6B-82CF-F37529068127}" dt="2025-05-09T07:25:27.299" v="93"/>
        <pc:sldMkLst>
          <pc:docMk/>
          <pc:sldMk cId="4281058099" sldId="300"/>
        </pc:sldMkLst>
      </pc:sldChg>
      <pc:sldChg chg="modTransition">
        <pc:chgData name="Fernández Rodríguez Zanya" userId="951aeecc-1d19-40da-a6f3-64b18a1413bf" providerId="ADAL" clId="{20E05F44-E222-4F6B-82CF-F37529068127}" dt="2025-05-09T07:25:41.838" v="95"/>
        <pc:sldMkLst>
          <pc:docMk/>
          <pc:sldMk cId="5407747" sldId="301"/>
        </pc:sldMkLst>
      </pc:sldChg>
      <pc:sldChg chg="modTransition">
        <pc:chgData name="Fernández Rodríguez Zanya" userId="951aeecc-1d19-40da-a6f3-64b18a1413bf" providerId="ADAL" clId="{20E05F44-E222-4F6B-82CF-F37529068127}" dt="2025-05-09T07:25:41.838" v="95"/>
        <pc:sldMkLst>
          <pc:docMk/>
          <pc:sldMk cId="3181561407" sldId="302"/>
        </pc:sldMkLst>
      </pc:sldChg>
      <pc:sldChg chg="modSp mod modTransition">
        <pc:chgData name="Fernández Rodríguez Zanya" userId="951aeecc-1d19-40da-a6f3-64b18a1413bf" providerId="ADAL" clId="{20E05F44-E222-4F6B-82CF-F37529068127}" dt="2025-05-09T07:25:41.838" v="95"/>
        <pc:sldMkLst>
          <pc:docMk/>
          <pc:sldMk cId="2666317168" sldId="303"/>
        </pc:sldMkLst>
        <pc:spChg chg="mod">
          <ac:chgData name="Fernández Rodríguez Zanya" userId="951aeecc-1d19-40da-a6f3-64b18a1413bf" providerId="ADAL" clId="{20E05F44-E222-4F6B-82CF-F37529068127}" dt="2025-05-08T15:36:59.244" v="11" actId="1076"/>
          <ac:spMkLst>
            <pc:docMk/>
            <pc:sldMk cId="2666317168" sldId="303"/>
            <ac:spMk id="2692" creationId="{FB4C0794-B719-7B24-AE8A-C50C66A41DF5}"/>
          </ac:spMkLst>
        </pc:spChg>
        <pc:spChg chg="mod">
          <ac:chgData name="Fernández Rodríguez Zanya" userId="951aeecc-1d19-40da-a6f3-64b18a1413bf" providerId="ADAL" clId="{20E05F44-E222-4F6B-82CF-F37529068127}" dt="2025-05-08T15:36:48.404" v="10" actId="1076"/>
          <ac:spMkLst>
            <pc:docMk/>
            <pc:sldMk cId="2666317168" sldId="303"/>
            <ac:spMk id="2694" creationId="{3B0E23A1-3536-555D-5D64-B2AEB13B2136}"/>
          </ac:spMkLst>
        </pc:spChg>
        <pc:grpChg chg="mod">
          <ac:chgData name="Fernández Rodríguez Zanya" userId="951aeecc-1d19-40da-a6f3-64b18a1413bf" providerId="ADAL" clId="{20E05F44-E222-4F6B-82CF-F37529068127}" dt="2025-05-08T15:36:47.751" v="8" actId="1076"/>
          <ac:grpSpMkLst>
            <pc:docMk/>
            <pc:sldMk cId="2666317168" sldId="303"/>
            <ac:grpSpMk id="2695" creationId="{1D3113D4-C1F5-99EB-E98C-39C598DF889A}"/>
          </ac:grpSpMkLst>
        </pc:grpChg>
        <pc:grpChg chg="mod">
          <ac:chgData name="Fernández Rodríguez Zanya" userId="951aeecc-1d19-40da-a6f3-64b18a1413bf" providerId="ADAL" clId="{20E05F44-E222-4F6B-82CF-F37529068127}" dt="2025-05-08T15:36:48.051" v="9" actId="1076"/>
          <ac:grpSpMkLst>
            <pc:docMk/>
            <pc:sldMk cId="2666317168" sldId="303"/>
            <ac:grpSpMk id="2699" creationId="{9A4CD015-ADFA-A038-20EB-5C7BBB046332}"/>
          </ac:grpSpMkLst>
        </pc:grpChg>
      </pc:sldChg>
      <pc:sldChg chg="modTransition modNotesTx">
        <pc:chgData name="Fernández Rodríguez Zanya" userId="951aeecc-1d19-40da-a6f3-64b18a1413bf" providerId="ADAL" clId="{20E05F44-E222-4F6B-82CF-F37529068127}" dt="2025-05-09T07:39:51.417" v="275" actId="20577"/>
        <pc:sldMkLst>
          <pc:docMk/>
          <pc:sldMk cId="1075202808" sldId="304"/>
        </pc:sldMkLst>
      </pc:sldChg>
      <pc:sldChg chg="modTransition">
        <pc:chgData name="Fernández Rodríguez Zanya" userId="951aeecc-1d19-40da-a6f3-64b18a1413bf" providerId="ADAL" clId="{20E05F44-E222-4F6B-82CF-F37529068127}" dt="2025-05-09T07:25:23.678" v="91"/>
        <pc:sldMkLst>
          <pc:docMk/>
          <pc:sldMk cId="1787324577" sldId="305"/>
        </pc:sldMkLst>
      </pc:sldChg>
      <pc:sldChg chg="modTransition">
        <pc:chgData name="Fernández Rodríguez Zanya" userId="951aeecc-1d19-40da-a6f3-64b18a1413bf" providerId="ADAL" clId="{20E05F44-E222-4F6B-82CF-F37529068127}" dt="2025-05-09T07:25:25.503" v="92"/>
        <pc:sldMkLst>
          <pc:docMk/>
          <pc:sldMk cId="2883830997" sldId="306"/>
        </pc:sldMkLst>
      </pc:sldChg>
      <pc:sldChg chg="modTransition">
        <pc:chgData name="Fernández Rodríguez Zanya" userId="951aeecc-1d19-40da-a6f3-64b18a1413bf" providerId="ADAL" clId="{20E05F44-E222-4F6B-82CF-F37529068127}" dt="2025-05-09T07:25:30.148" v="94"/>
        <pc:sldMkLst>
          <pc:docMk/>
          <pc:sldMk cId="127547956" sldId="307"/>
        </pc:sldMkLst>
      </pc:sldChg>
      <pc:sldChg chg="modTransition">
        <pc:chgData name="Fernández Rodríguez Zanya" userId="951aeecc-1d19-40da-a6f3-64b18a1413bf" providerId="ADAL" clId="{20E05F44-E222-4F6B-82CF-F37529068127}" dt="2025-05-09T07:25:41.838" v="95"/>
        <pc:sldMkLst>
          <pc:docMk/>
          <pc:sldMk cId="1311836187" sldId="308"/>
        </pc:sldMkLst>
      </pc:sldChg>
      <pc:sldChg chg="modTransition">
        <pc:chgData name="Fernández Rodríguez Zanya" userId="951aeecc-1d19-40da-a6f3-64b18a1413bf" providerId="ADAL" clId="{20E05F44-E222-4F6B-82CF-F37529068127}" dt="2025-05-09T07:25:41.838" v="95"/>
        <pc:sldMkLst>
          <pc:docMk/>
          <pc:sldMk cId="2616933633" sldId="309"/>
        </pc:sldMkLst>
      </pc:sldChg>
      <pc:sldChg chg="modTransition">
        <pc:chgData name="Fernández Rodríguez Zanya" userId="951aeecc-1d19-40da-a6f3-64b18a1413bf" providerId="ADAL" clId="{20E05F44-E222-4F6B-82CF-F37529068127}" dt="2025-05-09T07:25:41.838" v="95"/>
        <pc:sldMkLst>
          <pc:docMk/>
          <pc:sldMk cId="1237431885" sldId="310"/>
        </pc:sldMkLst>
      </pc:sldChg>
      <pc:sldChg chg="modTransition">
        <pc:chgData name="Fernández Rodríguez Zanya" userId="951aeecc-1d19-40da-a6f3-64b18a1413bf" providerId="ADAL" clId="{20E05F44-E222-4F6B-82CF-F37529068127}" dt="2025-05-09T07:25:41.838" v="95"/>
        <pc:sldMkLst>
          <pc:docMk/>
          <pc:sldMk cId="549986565" sldId="311"/>
        </pc:sldMkLst>
      </pc:sldChg>
      <pc:sldChg chg="modTransition">
        <pc:chgData name="Fernández Rodríguez Zanya" userId="951aeecc-1d19-40da-a6f3-64b18a1413bf" providerId="ADAL" clId="{20E05F44-E222-4F6B-82CF-F37529068127}" dt="2025-05-09T07:25:41.838" v="95"/>
        <pc:sldMkLst>
          <pc:docMk/>
          <pc:sldMk cId="1033897128" sldId="312"/>
        </pc:sldMkLst>
      </pc:sldChg>
      <pc:sldChg chg="modTransition">
        <pc:chgData name="Fernández Rodríguez Zanya" userId="951aeecc-1d19-40da-a6f3-64b18a1413bf" providerId="ADAL" clId="{20E05F44-E222-4F6B-82CF-F37529068127}" dt="2025-05-09T07:25:41.838" v="95"/>
        <pc:sldMkLst>
          <pc:docMk/>
          <pc:sldMk cId="2019120784" sldId="313"/>
        </pc:sldMkLst>
      </pc:sldChg>
      <pc:sldChg chg="modTransition">
        <pc:chgData name="Fernández Rodríguez Zanya" userId="951aeecc-1d19-40da-a6f3-64b18a1413bf" providerId="ADAL" clId="{20E05F44-E222-4F6B-82CF-F37529068127}" dt="2025-05-09T07:25:41.838" v="95"/>
        <pc:sldMkLst>
          <pc:docMk/>
          <pc:sldMk cId="1481667403" sldId="314"/>
        </pc:sldMkLst>
      </pc:sldChg>
      <pc:sldChg chg="modTransition">
        <pc:chgData name="Fernández Rodríguez Zanya" userId="951aeecc-1d19-40da-a6f3-64b18a1413bf" providerId="ADAL" clId="{20E05F44-E222-4F6B-82CF-F37529068127}" dt="2025-05-09T07:25:41.838" v="95"/>
        <pc:sldMkLst>
          <pc:docMk/>
          <pc:sldMk cId="3696750650" sldId="315"/>
        </pc:sldMkLst>
      </pc:sldChg>
      <pc:sldChg chg="modTransition">
        <pc:chgData name="Fernández Rodríguez Zanya" userId="951aeecc-1d19-40da-a6f3-64b18a1413bf" providerId="ADAL" clId="{20E05F44-E222-4F6B-82CF-F37529068127}" dt="2025-05-09T07:25:41.838" v="95"/>
        <pc:sldMkLst>
          <pc:docMk/>
          <pc:sldMk cId="2233032555" sldId="316"/>
        </pc:sldMkLst>
      </pc:sldChg>
      <pc:sldChg chg="modTransition">
        <pc:chgData name="Fernández Rodríguez Zanya" userId="951aeecc-1d19-40da-a6f3-64b18a1413bf" providerId="ADAL" clId="{20E05F44-E222-4F6B-82CF-F37529068127}" dt="2025-05-09T07:25:41.838" v="95"/>
        <pc:sldMkLst>
          <pc:docMk/>
          <pc:sldMk cId="409996508" sldId="318"/>
        </pc:sldMkLst>
      </pc:sldChg>
      <pc:sldChg chg="modTransition">
        <pc:chgData name="Fernández Rodríguez Zanya" userId="951aeecc-1d19-40da-a6f3-64b18a1413bf" providerId="ADAL" clId="{20E05F44-E222-4F6B-82CF-F37529068127}" dt="2025-05-09T07:25:41.838" v="95"/>
        <pc:sldMkLst>
          <pc:docMk/>
          <pc:sldMk cId="2674794347" sldId="319"/>
        </pc:sldMkLst>
      </pc:sldChg>
      <pc:sldChg chg="modTransition">
        <pc:chgData name="Fernández Rodríguez Zanya" userId="951aeecc-1d19-40da-a6f3-64b18a1413bf" providerId="ADAL" clId="{20E05F44-E222-4F6B-82CF-F37529068127}" dt="2025-05-09T07:25:41.838" v="95"/>
        <pc:sldMkLst>
          <pc:docMk/>
          <pc:sldMk cId="119560279" sldId="320"/>
        </pc:sldMkLst>
      </pc:sldChg>
      <pc:sldChg chg="modTransition">
        <pc:chgData name="Fernández Rodríguez Zanya" userId="951aeecc-1d19-40da-a6f3-64b18a1413bf" providerId="ADAL" clId="{20E05F44-E222-4F6B-82CF-F37529068127}" dt="2025-05-09T07:25:41.838" v="95"/>
        <pc:sldMkLst>
          <pc:docMk/>
          <pc:sldMk cId="1965753463" sldId="321"/>
        </pc:sldMkLst>
      </pc:sldChg>
      <pc:sldChg chg="modTransition">
        <pc:chgData name="Fernández Rodríguez Zanya" userId="951aeecc-1d19-40da-a6f3-64b18a1413bf" providerId="ADAL" clId="{20E05F44-E222-4F6B-82CF-F37529068127}" dt="2025-05-09T07:25:41.838" v="95"/>
        <pc:sldMkLst>
          <pc:docMk/>
          <pc:sldMk cId="70626589" sldId="322"/>
        </pc:sldMkLst>
      </pc:sldChg>
      <pc:sldChg chg="modTransition">
        <pc:chgData name="Fernández Rodríguez Zanya" userId="951aeecc-1d19-40da-a6f3-64b18a1413bf" providerId="ADAL" clId="{20E05F44-E222-4F6B-82CF-F37529068127}" dt="2025-05-09T07:25:41.838" v="95"/>
        <pc:sldMkLst>
          <pc:docMk/>
          <pc:sldMk cId="76088588" sldId="323"/>
        </pc:sldMkLst>
      </pc:sldChg>
      <pc:sldChg chg="modTransition">
        <pc:chgData name="Fernández Rodríguez Zanya" userId="951aeecc-1d19-40da-a6f3-64b18a1413bf" providerId="ADAL" clId="{20E05F44-E222-4F6B-82CF-F37529068127}" dt="2025-05-09T07:25:41.838" v="95"/>
        <pc:sldMkLst>
          <pc:docMk/>
          <pc:sldMk cId="3338203436" sldId="324"/>
        </pc:sldMkLst>
      </pc:sldChg>
      <pc:sldChg chg="addSp delSp modSp add mod modShow">
        <pc:chgData name="Fernández Rodríguez Zanya" userId="951aeecc-1d19-40da-a6f3-64b18a1413bf" providerId="ADAL" clId="{20E05F44-E222-4F6B-82CF-F37529068127}" dt="2025-05-08T15:48:02.293" v="29" actId="729"/>
        <pc:sldMkLst>
          <pc:docMk/>
          <pc:sldMk cId="380064394" sldId="325"/>
        </pc:sldMkLst>
        <pc:spChg chg="mod">
          <ac:chgData name="Fernández Rodríguez Zanya" userId="951aeecc-1d19-40da-a6f3-64b18a1413bf" providerId="ADAL" clId="{20E05F44-E222-4F6B-82CF-F37529068127}" dt="2025-05-08T15:48:02.061" v="28" actId="20577"/>
          <ac:spMkLst>
            <pc:docMk/>
            <pc:sldMk cId="380064394" sldId="325"/>
            <ac:spMk id="3401" creationId="{D934A3AD-BCFC-092C-F634-DDC17A4B3489}"/>
          </ac:spMkLst>
        </pc:spChg>
        <pc:spChg chg="add del">
          <ac:chgData name="Fernández Rodríguez Zanya" userId="951aeecc-1d19-40da-a6f3-64b18a1413bf" providerId="ADAL" clId="{20E05F44-E222-4F6B-82CF-F37529068127}" dt="2025-05-08T15:48:01.050" v="23" actId="478"/>
          <ac:spMkLst>
            <pc:docMk/>
            <pc:sldMk cId="380064394" sldId="325"/>
            <ac:spMk id="3402" creationId="{2FC126FA-92FE-F8DD-3413-00E4327C4097}"/>
          </ac:spMkLst>
        </pc:spChg>
        <pc:spChg chg="add del">
          <ac:chgData name="Fernández Rodríguez Zanya" userId="951aeecc-1d19-40da-a6f3-64b18a1413bf" providerId="ADAL" clId="{20E05F44-E222-4F6B-82CF-F37529068127}" dt="2025-05-08T15:48:01.784" v="26" actId="478"/>
          <ac:spMkLst>
            <pc:docMk/>
            <pc:sldMk cId="380064394" sldId="325"/>
            <ac:spMk id="3403" creationId="{9AD507B0-427A-BB01-D22D-10365F00543F}"/>
          </ac:spMkLst>
        </pc:spChg>
        <pc:spChg chg="add del">
          <ac:chgData name="Fernández Rodríguez Zanya" userId="951aeecc-1d19-40da-a6f3-64b18a1413bf" providerId="ADAL" clId="{20E05F44-E222-4F6B-82CF-F37529068127}" dt="2025-05-08T15:48:01.953" v="27" actId="478"/>
          <ac:spMkLst>
            <pc:docMk/>
            <pc:sldMk cId="380064394" sldId="325"/>
            <ac:spMk id="3404" creationId="{189EF3F0-4EC9-DD36-6002-4895250E0D2E}"/>
          </ac:spMkLst>
        </pc:spChg>
        <pc:spChg chg="add del">
          <ac:chgData name="Fernández Rodríguez Zanya" userId="951aeecc-1d19-40da-a6f3-64b18a1413bf" providerId="ADAL" clId="{20E05F44-E222-4F6B-82CF-F37529068127}" dt="2025-05-08T15:48:00.611" v="22" actId="478"/>
          <ac:spMkLst>
            <pc:docMk/>
            <pc:sldMk cId="380064394" sldId="325"/>
            <ac:spMk id="3405" creationId="{8419A928-4E2C-851E-1481-6D2FCBA386B3}"/>
          </ac:spMkLst>
        </pc:spChg>
        <pc:spChg chg="add del">
          <ac:chgData name="Fernández Rodríguez Zanya" userId="951aeecc-1d19-40da-a6f3-64b18a1413bf" providerId="ADAL" clId="{20E05F44-E222-4F6B-82CF-F37529068127}" dt="2025-05-08T15:48:01.410" v="24" actId="478"/>
          <ac:spMkLst>
            <pc:docMk/>
            <pc:sldMk cId="380064394" sldId="325"/>
            <ac:spMk id="3410" creationId="{4FF303B1-2560-AB89-46DF-C66E9CD436B4}"/>
          </ac:spMkLst>
        </pc:spChg>
        <pc:grpChg chg="add del">
          <ac:chgData name="Fernández Rodríguez Zanya" userId="951aeecc-1d19-40da-a6f3-64b18a1413bf" providerId="ADAL" clId="{20E05F44-E222-4F6B-82CF-F37529068127}" dt="2025-05-08T15:48:00.611" v="22" actId="478"/>
          <ac:grpSpMkLst>
            <pc:docMk/>
            <pc:sldMk cId="380064394" sldId="325"/>
            <ac:grpSpMk id="3406" creationId="{D33C896C-A980-7EC3-0D20-E47DD8F50610}"/>
          </ac:grpSpMkLst>
        </pc:grpChg>
        <pc:grpChg chg="add del">
          <ac:chgData name="Fernández Rodríguez Zanya" userId="951aeecc-1d19-40da-a6f3-64b18a1413bf" providerId="ADAL" clId="{20E05F44-E222-4F6B-82CF-F37529068127}" dt="2025-05-08T15:48:01.630" v="25" actId="478"/>
          <ac:grpSpMkLst>
            <pc:docMk/>
            <pc:sldMk cId="380064394" sldId="325"/>
            <ac:grpSpMk id="3411" creationId="{E13EB731-6C63-28EB-5782-A48FBFCC665F}"/>
          </ac:grpSpMkLst>
        </pc:grpChg>
      </pc:sldChg>
    </pc:docChg>
  </pc:docChgLst>
  <pc:docChgLst>
    <pc:chgData name="Cristo Rodolfo" userId="S::rodolfo.cristo@hes-so.ch::128f5018-7b54-4835-9d1a-bd47aae008d3" providerId="AD" clId="Web-{C765B061-E21D-4231-9ADF-DB8CA165AD55}"/>
    <pc:docChg chg="delSld">
      <pc:chgData name="Cristo Rodolfo" userId="S::rodolfo.cristo@hes-so.ch::128f5018-7b54-4835-9d1a-bd47aae008d3" providerId="AD" clId="Web-{C765B061-E21D-4231-9ADF-DB8CA165AD55}" dt="2025-05-08T18:01:48.746" v="39"/>
      <pc:docMkLst>
        <pc:docMk/>
      </pc:docMkLst>
      <pc:sldChg chg="del">
        <pc:chgData name="Cristo Rodolfo" userId="S::rodolfo.cristo@hes-so.ch::128f5018-7b54-4835-9d1a-bd47aae008d3" providerId="AD" clId="Web-{C765B061-E21D-4231-9ADF-DB8CA165AD55}" dt="2025-05-08T18:00:09.478" v="4"/>
        <pc:sldMkLst>
          <pc:docMk/>
          <pc:sldMk cId="0" sldId="257"/>
        </pc:sldMkLst>
      </pc:sldChg>
      <pc:sldChg chg="del">
        <pc:chgData name="Cristo Rodolfo" userId="S::rodolfo.cristo@hes-so.ch::128f5018-7b54-4835-9d1a-bd47aae008d3" providerId="AD" clId="Web-{C765B061-E21D-4231-9ADF-DB8CA165AD55}" dt="2025-05-08T18:01:43.277" v="38"/>
        <pc:sldMkLst>
          <pc:docMk/>
          <pc:sldMk cId="0" sldId="258"/>
        </pc:sldMkLst>
      </pc:sldChg>
      <pc:sldChg chg="del">
        <pc:chgData name="Cristo Rodolfo" userId="S::rodolfo.cristo@hes-so.ch::128f5018-7b54-4835-9d1a-bd47aae008d3" providerId="AD" clId="Web-{C765B061-E21D-4231-9ADF-DB8CA165AD55}" dt="2025-05-08T18:01:40.667" v="37"/>
        <pc:sldMkLst>
          <pc:docMk/>
          <pc:sldMk cId="0" sldId="259"/>
        </pc:sldMkLst>
      </pc:sldChg>
      <pc:sldChg chg="del">
        <pc:chgData name="Cristo Rodolfo" userId="S::rodolfo.cristo@hes-so.ch::128f5018-7b54-4835-9d1a-bd47aae008d3" providerId="AD" clId="Web-{C765B061-E21D-4231-9ADF-DB8CA165AD55}" dt="2025-05-08T18:01:38.777" v="36"/>
        <pc:sldMkLst>
          <pc:docMk/>
          <pc:sldMk cId="0" sldId="260"/>
        </pc:sldMkLst>
      </pc:sldChg>
      <pc:sldChg chg="del">
        <pc:chgData name="Cristo Rodolfo" userId="S::rodolfo.cristo@hes-so.ch::128f5018-7b54-4835-9d1a-bd47aae008d3" providerId="AD" clId="Web-{C765B061-E21D-4231-9ADF-DB8CA165AD55}" dt="2025-05-08T18:01:37.042" v="35"/>
        <pc:sldMkLst>
          <pc:docMk/>
          <pc:sldMk cId="0" sldId="261"/>
        </pc:sldMkLst>
      </pc:sldChg>
      <pc:sldChg chg="del">
        <pc:chgData name="Cristo Rodolfo" userId="S::rodolfo.cristo@hes-so.ch::128f5018-7b54-4835-9d1a-bd47aae008d3" providerId="AD" clId="Web-{C765B061-E21D-4231-9ADF-DB8CA165AD55}" dt="2025-05-08T18:01:35.152" v="34"/>
        <pc:sldMkLst>
          <pc:docMk/>
          <pc:sldMk cId="0" sldId="262"/>
        </pc:sldMkLst>
      </pc:sldChg>
      <pc:sldChg chg="del">
        <pc:chgData name="Cristo Rodolfo" userId="S::rodolfo.cristo@hes-so.ch::128f5018-7b54-4835-9d1a-bd47aae008d3" providerId="AD" clId="Web-{C765B061-E21D-4231-9ADF-DB8CA165AD55}" dt="2025-05-08T18:01:33.433" v="33"/>
        <pc:sldMkLst>
          <pc:docMk/>
          <pc:sldMk cId="0" sldId="263"/>
        </pc:sldMkLst>
      </pc:sldChg>
      <pc:sldChg chg="del">
        <pc:chgData name="Cristo Rodolfo" userId="S::rodolfo.cristo@hes-so.ch::128f5018-7b54-4835-9d1a-bd47aae008d3" providerId="AD" clId="Web-{C765B061-E21D-4231-9ADF-DB8CA165AD55}" dt="2025-05-08T18:01:31.980" v="32"/>
        <pc:sldMkLst>
          <pc:docMk/>
          <pc:sldMk cId="0" sldId="264"/>
        </pc:sldMkLst>
      </pc:sldChg>
      <pc:sldChg chg="del">
        <pc:chgData name="Cristo Rodolfo" userId="S::rodolfo.cristo@hes-so.ch::128f5018-7b54-4835-9d1a-bd47aae008d3" providerId="AD" clId="Web-{C765B061-E21D-4231-9ADF-DB8CA165AD55}" dt="2025-05-08T18:01:30.339" v="31"/>
        <pc:sldMkLst>
          <pc:docMk/>
          <pc:sldMk cId="0" sldId="265"/>
        </pc:sldMkLst>
      </pc:sldChg>
      <pc:sldChg chg="del">
        <pc:chgData name="Cristo Rodolfo" userId="S::rodolfo.cristo@hes-so.ch::128f5018-7b54-4835-9d1a-bd47aae008d3" providerId="AD" clId="Web-{C765B061-E21D-4231-9ADF-DB8CA165AD55}" dt="2025-05-08T18:01:28.370" v="30"/>
        <pc:sldMkLst>
          <pc:docMk/>
          <pc:sldMk cId="0" sldId="266"/>
        </pc:sldMkLst>
      </pc:sldChg>
      <pc:sldChg chg="del">
        <pc:chgData name="Cristo Rodolfo" userId="S::rodolfo.cristo@hes-so.ch::128f5018-7b54-4835-9d1a-bd47aae008d3" providerId="AD" clId="Web-{C765B061-E21D-4231-9ADF-DB8CA165AD55}" dt="2025-05-08T18:01:18.245" v="29"/>
        <pc:sldMkLst>
          <pc:docMk/>
          <pc:sldMk cId="0" sldId="267"/>
        </pc:sldMkLst>
      </pc:sldChg>
      <pc:sldChg chg="del">
        <pc:chgData name="Cristo Rodolfo" userId="S::rodolfo.cristo@hes-so.ch::128f5018-7b54-4835-9d1a-bd47aae008d3" providerId="AD" clId="Web-{C765B061-E21D-4231-9ADF-DB8CA165AD55}" dt="2025-05-08T18:01:16.370" v="28"/>
        <pc:sldMkLst>
          <pc:docMk/>
          <pc:sldMk cId="0" sldId="268"/>
        </pc:sldMkLst>
      </pc:sldChg>
      <pc:sldChg chg="del">
        <pc:chgData name="Cristo Rodolfo" userId="S::rodolfo.cristo@hes-so.ch::128f5018-7b54-4835-9d1a-bd47aae008d3" providerId="AD" clId="Web-{C765B061-E21D-4231-9ADF-DB8CA165AD55}" dt="2025-05-08T18:01:14.651" v="27"/>
        <pc:sldMkLst>
          <pc:docMk/>
          <pc:sldMk cId="0" sldId="269"/>
        </pc:sldMkLst>
      </pc:sldChg>
      <pc:sldChg chg="del">
        <pc:chgData name="Cristo Rodolfo" userId="S::rodolfo.cristo@hes-so.ch::128f5018-7b54-4835-9d1a-bd47aae008d3" providerId="AD" clId="Web-{C765B061-E21D-4231-9ADF-DB8CA165AD55}" dt="2025-05-08T18:01:13.495" v="26"/>
        <pc:sldMkLst>
          <pc:docMk/>
          <pc:sldMk cId="0" sldId="270"/>
        </pc:sldMkLst>
      </pc:sldChg>
      <pc:sldChg chg="del">
        <pc:chgData name="Cristo Rodolfo" userId="S::rodolfo.cristo@hes-so.ch::128f5018-7b54-4835-9d1a-bd47aae008d3" providerId="AD" clId="Web-{C765B061-E21D-4231-9ADF-DB8CA165AD55}" dt="2025-05-08T18:01:11.620" v="25"/>
        <pc:sldMkLst>
          <pc:docMk/>
          <pc:sldMk cId="0" sldId="271"/>
        </pc:sldMkLst>
      </pc:sldChg>
      <pc:sldChg chg="del">
        <pc:chgData name="Cristo Rodolfo" userId="S::rodolfo.cristo@hes-so.ch::128f5018-7b54-4835-9d1a-bd47aae008d3" providerId="AD" clId="Web-{C765B061-E21D-4231-9ADF-DB8CA165AD55}" dt="2025-05-08T18:01:10.088" v="24"/>
        <pc:sldMkLst>
          <pc:docMk/>
          <pc:sldMk cId="0" sldId="272"/>
        </pc:sldMkLst>
      </pc:sldChg>
      <pc:sldChg chg="del">
        <pc:chgData name="Cristo Rodolfo" userId="S::rodolfo.cristo@hes-so.ch::128f5018-7b54-4835-9d1a-bd47aae008d3" providerId="AD" clId="Web-{C765B061-E21D-4231-9ADF-DB8CA165AD55}" dt="2025-05-08T18:01:08.573" v="23"/>
        <pc:sldMkLst>
          <pc:docMk/>
          <pc:sldMk cId="0" sldId="273"/>
        </pc:sldMkLst>
      </pc:sldChg>
      <pc:sldChg chg="del">
        <pc:chgData name="Cristo Rodolfo" userId="S::rodolfo.cristo@hes-so.ch::128f5018-7b54-4835-9d1a-bd47aae008d3" providerId="AD" clId="Web-{C765B061-E21D-4231-9ADF-DB8CA165AD55}" dt="2025-05-08T18:01:07.010" v="22"/>
        <pc:sldMkLst>
          <pc:docMk/>
          <pc:sldMk cId="0" sldId="274"/>
        </pc:sldMkLst>
      </pc:sldChg>
      <pc:sldChg chg="del">
        <pc:chgData name="Cristo Rodolfo" userId="S::rodolfo.cristo@hes-so.ch::128f5018-7b54-4835-9d1a-bd47aae008d3" providerId="AD" clId="Web-{C765B061-E21D-4231-9ADF-DB8CA165AD55}" dt="2025-05-08T18:01:05.291" v="21"/>
        <pc:sldMkLst>
          <pc:docMk/>
          <pc:sldMk cId="0" sldId="275"/>
        </pc:sldMkLst>
      </pc:sldChg>
      <pc:sldChg chg="del">
        <pc:chgData name="Cristo Rodolfo" userId="S::rodolfo.cristo@hes-so.ch::128f5018-7b54-4835-9d1a-bd47aae008d3" providerId="AD" clId="Web-{C765B061-E21D-4231-9ADF-DB8CA165AD55}" dt="2025-05-08T18:01:04.291" v="20"/>
        <pc:sldMkLst>
          <pc:docMk/>
          <pc:sldMk cId="0" sldId="276"/>
        </pc:sldMkLst>
      </pc:sldChg>
      <pc:sldChg chg="del">
        <pc:chgData name="Cristo Rodolfo" userId="S::rodolfo.cristo@hes-so.ch::128f5018-7b54-4835-9d1a-bd47aae008d3" providerId="AD" clId="Web-{C765B061-E21D-4231-9ADF-DB8CA165AD55}" dt="2025-05-08T18:01:00.526" v="19"/>
        <pc:sldMkLst>
          <pc:docMk/>
          <pc:sldMk cId="0" sldId="277"/>
        </pc:sldMkLst>
      </pc:sldChg>
      <pc:sldChg chg="del">
        <pc:chgData name="Cristo Rodolfo" userId="S::rodolfo.cristo@hes-so.ch::128f5018-7b54-4835-9d1a-bd47aae008d3" providerId="AD" clId="Web-{C765B061-E21D-4231-9ADF-DB8CA165AD55}" dt="2025-05-08T18:01:00.463" v="18"/>
        <pc:sldMkLst>
          <pc:docMk/>
          <pc:sldMk cId="0" sldId="278"/>
        </pc:sldMkLst>
      </pc:sldChg>
      <pc:sldChg chg="del">
        <pc:chgData name="Cristo Rodolfo" userId="S::rodolfo.cristo@hes-so.ch::128f5018-7b54-4835-9d1a-bd47aae008d3" providerId="AD" clId="Web-{C765B061-E21D-4231-9ADF-DB8CA165AD55}" dt="2025-05-08T18:00:57.151" v="17"/>
        <pc:sldMkLst>
          <pc:docMk/>
          <pc:sldMk cId="0" sldId="279"/>
        </pc:sldMkLst>
      </pc:sldChg>
      <pc:sldChg chg="del">
        <pc:chgData name="Cristo Rodolfo" userId="S::rodolfo.cristo@hes-so.ch::128f5018-7b54-4835-9d1a-bd47aae008d3" providerId="AD" clId="Web-{C765B061-E21D-4231-9ADF-DB8CA165AD55}" dt="2025-05-08T18:00:54.979" v="16"/>
        <pc:sldMkLst>
          <pc:docMk/>
          <pc:sldMk cId="0" sldId="280"/>
        </pc:sldMkLst>
      </pc:sldChg>
      <pc:sldChg chg="del">
        <pc:chgData name="Cristo Rodolfo" userId="S::rodolfo.cristo@hes-so.ch::128f5018-7b54-4835-9d1a-bd47aae008d3" providerId="AD" clId="Web-{C765B061-E21D-4231-9ADF-DB8CA165AD55}" dt="2025-05-08T18:00:53.510" v="15"/>
        <pc:sldMkLst>
          <pc:docMk/>
          <pc:sldMk cId="0" sldId="281"/>
        </pc:sldMkLst>
      </pc:sldChg>
      <pc:sldChg chg="del">
        <pc:chgData name="Cristo Rodolfo" userId="S::rodolfo.cristo@hes-so.ch::128f5018-7b54-4835-9d1a-bd47aae008d3" providerId="AD" clId="Web-{C765B061-E21D-4231-9ADF-DB8CA165AD55}" dt="2025-05-08T18:00:51.651" v="14"/>
        <pc:sldMkLst>
          <pc:docMk/>
          <pc:sldMk cId="0" sldId="282"/>
        </pc:sldMkLst>
      </pc:sldChg>
      <pc:sldChg chg="del">
        <pc:chgData name="Cristo Rodolfo" userId="S::rodolfo.cristo@hes-so.ch::128f5018-7b54-4835-9d1a-bd47aae008d3" providerId="AD" clId="Web-{C765B061-E21D-4231-9ADF-DB8CA165AD55}" dt="2025-05-08T18:00:49.432" v="13"/>
        <pc:sldMkLst>
          <pc:docMk/>
          <pc:sldMk cId="0" sldId="283"/>
        </pc:sldMkLst>
      </pc:sldChg>
      <pc:sldChg chg="del">
        <pc:chgData name="Cristo Rodolfo" userId="S::rodolfo.cristo@hes-so.ch::128f5018-7b54-4835-9d1a-bd47aae008d3" providerId="AD" clId="Web-{C765B061-E21D-4231-9ADF-DB8CA165AD55}" dt="2025-05-08T18:00:35.197" v="12"/>
        <pc:sldMkLst>
          <pc:docMk/>
          <pc:sldMk cId="0" sldId="284"/>
        </pc:sldMkLst>
      </pc:sldChg>
      <pc:sldChg chg="del">
        <pc:chgData name="Cristo Rodolfo" userId="S::rodolfo.cristo@hes-so.ch::128f5018-7b54-4835-9d1a-bd47aae008d3" providerId="AD" clId="Web-{C765B061-E21D-4231-9ADF-DB8CA165AD55}" dt="2025-05-08T18:00:33.228" v="11"/>
        <pc:sldMkLst>
          <pc:docMk/>
          <pc:sldMk cId="0" sldId="285"/>
        </pc:sldMkLst>
      </pc:sldChg>
      <pc:sldChg chg="del">
        <pc:chgData name="Cristo Rodolfo" userId="S::rodolfo.cristo@hes-so.ch::128f5018-7b54-4835-9d1a-bd47aae008d3" providerId="AD" clId="Web-{C765B061-E21D-4231-9ADF-DB8CA165AD55}" dt="2025-05-08T18:00:29.103" v="10"/>
        <pc:sldMkLst>
          <pc:docMk/>
          <pc:sldMk cId="0" sldId="286"/>
        </pc:sldMkLst>
      </pc:sldChg>
      <pc:sldChg chg="del">
        <pc:chgData name="Cristo Rodolfo" userId="S::rodolfo.cristo@hes-so.ch::128f5018-7b54-4835-9d1a-bd47aae008d3" providerId="AD" clId="Web-{C765B061-E21D-4231-9ADF-DB8CA165AD55}" dt="2025-05-08T18:00:27.291" v="9"/>
        <pc:sldMkLst>
          <pc:docMk/>
          <pc:sldMk cId="0" sldId="287"/>
        </pc:sldMkLst>
      </pc:sldChg>
      <pc:sldChg chg="del">
        <pc:chgData name="Cristo Rodolfo" userId="S::rodolfo.cristo@hes-so.ch::128f5018-7b54-4835-9d1a-bd47aae008d3" providerId="AD" clId="Web-{C765B061-E21D-4231-9ADF-DB8CA165AD55}" dt="2025-05-08T18:00:26.228" v="8"/>
        <pc:sldMkLst>
          <pc:docMk/>
          <pc:sldMk cId="0" sldId="288"/>
        </pc:sldMkLst>
      </pc:sldChg>
      <pc:sldChg chg="del">
        <pc:chgData name="Cristo Rodolfo" userId="S::rodolfo.cristo@hes-so.ch::128f5018-7b54-4835-9d1a-bd47aae008d3" providerId="AD" clId="Web-{C765B061-E21D-4231-9ADF-DB8CA165AD55}" dt="2025-05-08T18:00:25.931" v="7"/>
        <pc:sldMkLst>
          <pc:docMk/>
          <pc:sldMk cId="0" sldId="289"/>
        </pc:sldMkLst>
      </pc:sldChg>
      <pc:sldChg chg="del">
        <pc:chgData name="Cristo Rodolfo" userId="S::rodolfo.cristo@hes-so.ch::128f5018-7b54-4835-9d1a-bd47aae008d3" providerId="AD" clId="Web-{C765B061-E21D-4231-9ADF-DB8CA165AD55}" dt="2025-05-08T18:00:21.822" v="6"/>
        <pc:sldMkLst>
          <pc:docMk/>
          <pc:sldMk cId="0" sldId="290"/>
        </pc:sldMkLst>
      </pc:sldChg>
      <pc:sldChg chg="del">
        <pc:chgData name="Cristo Rodolfo" userId="S::rodolfo.cristo@hes-so.ch::128f5018-7b54-4835-9d1a-bd47aae008d3" providerId="AD" clId="Web-{C765B061-E21D-4231-9ADF-DB8CA165AD55}" dt="2025-05-08T18:00:18.962" v="5"/>
        <pc:sldMkLst>
          <pc:docMk/>
          <pc:sldMk cId="0" sldId="291"/>
        </pc:sldMkLst>
      </pc:sldChg>
      <pc:sldChg chg="del">
        <pc:chgData name="Cristo Rodolfo" userId="S::rodolfo.cristo@hes-so.ch::128f5018-7b54-4835-9d1a-bd47aae008d3" providerId="AD" clId="Web-{C765B061-E21D-4231-9ADF-DB8CA165AD55}" dt="2025-05-08T17:59:53.837" v="3"/>
        <pc:sldMkLst>
          <pc:docMk/>
          <pc:sldMk cId="0" sldId="292"/>
        </pc:sldMkLst>
      </pc:sldChg>
      <pc:sldChg chg="del">
        <pc:chgData name="Cristo Rodolfo" userId="S::rodolfo.cristo@hes-so.ch::128f5018-7b54-4835-9d1a-bd47aae008d3" providerId="AD" clId="Web-{C765B061-E21D-4231-9ADF-DB8CA165AD55}" dt="2025-05-08T17:59:48.837" v="2"/>
        <pc:sldMkLst>
          <pc:docMk/>
          <pc:sldMk cId="0" sldId="293"/>
        </pc:sldMkLst>
      </pc:sldChg>
      <pc:sldChg chg="del">
        <pc:chgData name="Cristo Rodolfo" userId="S::rodolfo.cristo@hes-so.ch::128f5018-7b54-4835-9d1a-bd47aae008d3" providerId="AD" clId="Web-{C765B061-E21D-4231-9ADF-DB8CA165AD55}" dt="2025-05-08T17:59:45.805" v="1"/>
        <pc:sldMkLst>
          <pc:docMk/>
          <pc:sldMk cId="0" sldId="294"/>
        </pc:sldMkLst>
      </pc:sldChg>
      <pc:sldChg chg="del">
        <pc:chgData name="Cristo Rodolfo" userId="S::rodolfo.cristo@hes-so.ch::128f5018-7b54-4835-9d1a-bd47aae008d3" providerId="AD" clId="Web-{C765B061-E21D-4231-9ADF-DB8CA165AD55}" dt="2025-05-08T17:59:28.789" v="0"/>
        <pc:sldMkLst>
          <pc:docMk/>
          <pc:sldMk cId="0" sldId="295"/>
        </pc:sldMkLst>
      </pc:sldChg>
      <pc:sldChg chg="del">
        <pc:chgData name="Cristo Rodolfo" userId="S::rodolfo.cristo@hes-so.ch::128f5018-7b54-4835-9d1a-bd47aae008d3" providerId="AD" clId="Web-{C765B061-E21D-4231-9ADF-DB8CA165AD55}" dt="2025-05-08T18:01:48.746" v="39"/>
        <pc:sldMkLst>
          <pc:docMk/>
          <pc:sldMk cId="380064394" sldId="32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5"/>
        <p:cNvGrpSpPr/>
        <p:nvPr/>
      </p:nvGrpSpPr>
      <p:grpSpPr>
        <a:xfrm>
          <a:off x="0" y="0"/>
          <a:ext cx="0" cy="0"/>
          <a:chOff x="0" y="0"/>
          <a:chExt cx="0" cy="0"/>
        </a:xfrm>
      </p:grpSpPr>
      <p:sp>
        <p:nvSpPr>
          <p:cNvPr id="2586" name="Google Shape;2586;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7" name="Google Shape;2587;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0">
          <a:extLst>
            <a:ext uri="{FF2B5EF4-FFF2-40B4-BE49-F238E27FC236}">
              <a16:creationId xmlns:a16="http://schemas.microsoft.com/office/drawing/2014/main" id="{8C5AB112-6249-6829-3A22-F4649BB96490}"/>
            </a:ext>
          </a:extLst>
        </p:cNvPr>
        <p:cNvGrpSpPr/>
        <p:nvPr/>
      </p:nvGrpSpPr>
      <p:grpSpPr>
        <a:xfrm>
          <a:off x="0" y="0"/>
          <a:ext cx="0" cy="0"/>
          <a:chOff x="0" y="0"/>
          <a:chExt cx="0" cy="0"/>
        </a:xfrm>
      </p:grpSpPr>
      <p:sp>
        <p:nvSpPr>
          <p:cNvPr id="2601" name="Google Shape;2601;g1f2e6270ebd_0_4094:notes">
            <a:extLst>
              <a:ext uri="{FF2B5EF4-FFF2-40B4-BE49-F238E27FC236}">
                <a16:creationId xmlns:a16="http://schemas.microsoft.com/office/drawing/2014/main" id="{E8D86B20-268B-C9E8-F75F-F3E3D34CBB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2" name="Google Shape;2602;g1f2e6270ebd_0_4094:notes">
            <a:extLst>
              <a:ext uri="{FF2B5EF4-FFF2-40B4-BE49-F238E27FC236}">
                <a16:creationId xmlns:a16="http://schemas.microsoft.com/office/drawing/2014/main" id="{8A101D3D-E728-F729-F3A4-7D812BF604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684752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8">
          <a:extLst>
            <a:ext uri="{FF2B5EF4-FFF2-40B4-BE49-F238E27FC236}">
              <a16:creationId xmlns:a16="http://schemas.microsoft.com/office/drawing/2014/main" id="{57605BDD-C7EC-AF57-8CAA-619B2BB92AA7}"/>
            </a:ext>
          </a:extLst>
        </p:cNvPr>
        <p:cNvGrpSpPr/>
        <p:nvPr/>
      </p:nvGrpSpPr>
      <p:grpSpPr>
        <a:xfrm>
          <a:off x="0" y="0"/>
          <a:ext cx="0" cy="0"/>
          <a:chOff x="0" y="0"/>
          <a:chExt cx="0" cy="0"/>
        </a:xfrm>
      </p:grpSpPr>
      <p:sp>
        <p:nvSpPr>
          <p:cNvPr id="2689" name="Google Shape;2689;g1f2e6270ebd_0_4180:notes">
            <a:extLst>
              <a:ext uri="{FF2B5EF4-FFF2-40B4-BE49-F238E27FC236}">
                <a16:creationId xmlns:a16="http://schemas.microsoft.com/office/drawing/2014/main" id="{D2AAF9F2-B6AE-3EAF-5B3E-1A88A58AF1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0" name="Google Shape;2690;g1f2e6270ebd_0_4180:notes">
            <a:extLst>
              <a:ext uri="{FF2B5EF4-FFF2-40B4-BE49-F238E27FC236}">
                <a16:creationId xmlns:a16="http://schemas.microsoft.com/office/drawing/2014/main" id="{53C513FA-0733-6BB2-7013-B668E3BCF8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5410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6">
          <a:extLst>
            <a:ext uri="{FF2B5EF4-FFF2-40B4-BE49-F238E27FC236}">
              <a16:creationId xmlns:a16="http://schemas.microsoft.com/office/drawing/2014/main" id="{8E1F7F67-AA18-BAA3-E9A5-D4FBAB401E51}"/>
            </a:ext>
          </a:extLst>
        </p:cNvPr>
        <p:cNvGrpSpPr/>
        <p:nvPr/>
      </p:nvGrpSpPr>
      <p:grpSpPr>
        <a:xfrm>
          <a:off x="0" y="0"/>
          <a:ext cx="0" cy="0"/>
          <a:chOff x="0" y="0"/>
          <a:chExt cx="0" cy="0"/>
        </a:xfrm>
      </p:grpSpPr>
      <p:sp>
        <p:nvSpPr>
          <p:cNvPr id="3347" name="Google Shape;3347;g1f2e6270ebd_0_4825:notes">
            <a:extLst>
              <a:ext uri="{FF2B5EF4-FFF2-40B4-BE49-F238E27FC236}">
                <a16:creationId xmlns:a16="http://schemas.microsoft.com/office/drawing/2014/main" id="{81413417-4158-11AF-8285-F25C2EDD99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8" name="Google Shape;3348;g1f2e6270ebd_0_4825:notes">
            <a:extLst>
              <a:ext uri="{FF2B5EF4-FFF2-40B4-BE49-F238E27FC236}">
                <a16:creationId xmlns:a16="http://schemas.microsoft.com/office/drawing/2014/main" id="{D0B63809-6D38-6F03-C0BB-D0F8146E05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CH" dirty="0" err="1"/>
              <a:t>Difficulties</a:t>
            </a:r>
            <a:r>
              <a:rPr lang="fr-CH" dirty="0"/>
              <a:t> :</a:t>
            </a:r>
            <a:br>
              <a:rPr lang="fr-CH" dirty="0"/>
            </a:br>
            <a:br>
              <a:rPr lang="fr-CH" dirty="0"/>
            </a:br>
            <a:r>
              <a:rPr lang="fr-CH" dirty="0"/>
              <a:t>Clean the data, organise </a:t>
            </a:r>
            <a:r>
              <a:rPr lang="fr-CH" dirty="0" err="1"/>
              <a:t>it</a:t>
            </a:r>
            <a:r>
              <a:rPr lang="fr-CH" dirty="0"/>
              <a:t> and </a:t>
            </a:r>
            <a:r>
              <a:rPr lang="fr-CH" dirty="0" err="1"/>
              <a:t>transform</a:t>
            </a:r>
            <a:r>
              <a:rPr lang="fr-CH" dirty="0"/>
              <a:t>. </a:t>
            </a:r>
            <a:r>
              <a:rPr lang="fr-CH" dirty="0" err="1"/>
              <a:t>Get</a:t>
            </a:r>
            <a:r>
              <a:rPr lang="fr-CH" dirty="0"/>
              <a:t> </a:t>
            </a:r>
            <a:r>
              <a:rPr lang="fr-CH" dirty="0" err="1"/>
              <a:t>accurate</a:t>
            </a:r>
            <a:r>
              <a:rPr lang="fr-CH" dirty="0"/>
              <a:t> </a:t>
            </a:r>
            <a:r>
              <a:rPr lang="fr-CH" dirty="0" err="1"/>
              <a:t>predictions</a:t>
            </a:r>
            <a:r>
              <a:rPr lang="fr-CH" dirty="0"/>
              <a:t>, </a:t>
            </a:r>
            <a:r>
              <a:rPr lang="fr-CH" dirty="0" err="1"/>
              <a:t>make</a:t>
            </a:r>
            <a:r>
              <a:rPr lang="fr-CH" dirty="0"/>
              <a:t> </a:t>
            </a:r>
            <a:r>
              <a:rPr lang="fr-CH" dirty="0" err="1"/>
              <a:t>it</a:t>
            </a:r>
            <a:r>
              <a:rPr lang="fr-CH" dirty="0"/>
              <a:t> </a:t>
            </a:r>
            <a:r>
              <a:rPr lang="fr-CH" dirty="0" err="1"/>
              <a:t>easy</a:t>
            </a:r>
            <a:r>
              <a:rPr lang="fr-CH" dirty="0"/>
              <a:t> for the Power </a:t>
            </a:r>
            <a:r>
              <a:rPr lang="fr-CH"/>
              <a:t>BI part to use.</a:t>
            </a:r>
            <a:endParaRPr dirty="0"/>
          </a:p>
        </p:txBody>
      </p:sp>
    </p:spTree>
    <p:extLst>
      <p:ext uri="{BB962C8B-B14F-4D97-AF65-F5344CB8AC3E}">
        <p14:creationId xmlns:p14="http://schemas.microsoft.com/office/powerpoint/2010/main" val="1795604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8">
          <a:extLst>
            <a:ext uri="{FF2B5EF4-FFF2-40B4-BE49-F238E27FC236}">
              <a16:creationId xmlns:a16="http://schemas.microsoft.com/office/drawing/2014/main" id="{DCF32C3F-E07A-1206-43B5-59A40CDDB32C}"/>
            </a:ext>
          </a:extLst>
        </p:cNvPr>
        <p:cNvGrpSpPr/>
        <p:nvPr/>
      </p:nvGrpSpPr>
      <p:grpSpPr>
        <a:xfrm>
          <a:off x="0" y="0"/>
          <a:ext cx="0" cy="0"/>
          <a:chOff x="0" y="0"/>
          <a:chExt cx="0" cy="0"/>
        </a:xfrm>
      </p:grpSpPr>
      <p:sp>
        <p:nvSpPr>
          <p:cNvPr id="2689" name="Google Shape;2689;g1f2e6270ebd_0_4180:notes">
            <a:extLst>
              <a:ext uri="{FF2B5EF4-FFF2-40B4-BE49-F238E27FC236}">
                <a16:creationId xmlns:a16="http://schemas.microsoft.com/office/drawing/2014/main" id="{D25EA841-2F9D-4FC2-E3AF-655B038E9B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0" name="Google Shape;2690;g1f2e6270ebd_0_4180:notes">
            <a:extLst>
              <a:ext uri="{FF2B5EF4-FFF2-40B4-BE49-F238E27FC236}">
                <a16:creationId xmlns:a16="http://schemas.microsoft.com/office/drawing/2014/main" id="{0E64EC3F-430A-7BA9-0DD3-792784B4FD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63655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7">
          <a:extLst>
            <a:ext uri="{FF2B5EF4-FFF2-40B4-BE49-F238E27FC236}">
              <a16:creationId xmlns:a16="http://schemas.microsoft.com/office/drawing/2014/main" id="{55DC6D7C-F45E-C1A1-C329-D516B1E21E41}"/>
            </a:ext>
          </a:extLst>
        </p:cNvPr>
        <p:cNvGrpSpPr/>
        <p:nvPr/>
      </p:nvGrpSpPr>
      <p:grpSpPr>
        <a:xfrm>
          <a:off x="0" y="0"/>
          <a:ext cx="0" cy="0"/>
          <a:chOff x="0" y="0"/>
          <a:chExt cx="0" cy="0"/>
        </a:xfrm>
      </p:grpSpPr>
      <p:sp>
        <p:nvSpPr>
          <p:cNvPr id="2618" name="Google Shape;2618;g1f2e6270ebd_0_4110:notes">
            <a:extLst>
              <a:ext uri="{FF2B5EF4-FFF2-40B4-BE49-F238E27FC236}">
                <a16:creationId xmlns:a16="http://schemas.microsoft.com/office/drawing/2014/main" id="{DEF7BC8F-AD48-4782-2748-6AE4C6D5893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9" name="Google Shape;2619;g1f2e6270ebd_0_4110:notes">
            <a:extLst>
              <a:ext uri="{FF2B5EF4-FFF2-40B4-BE49-F238E27FC236}">
                <a16:creationId xmlns:a16="http://schemas.microsoft.com/office/drawing/2014/main" id="{028785C8-BDA7-FDF1-BA1F-445CC4AACE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0414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4">
          <a:extLst>
            <a:ext uri="{FF2B5EF4-FFF2-40B4-BE49-F238E27FC236}">
              <a16:creationId xmlns:a16="http://schemas.microsoft.com/office/drawing/2014/main" id="{D1A88C0B-D782-B471-3AB0-D425F988B2DC}"/>
            </a:ext>
          </a:extLst>
        </p:cNvPr>
        <p:cNvGrpSpPr/>
        <p:nvPr/>
      </p:nvGrpSpPr>
      <p:grpSpPr>
        <a:xfrm>
          <a:off x="0" y="0"/>
          <a:ext cx="0" cy="0"/>
          <a:chOff x="0" y="0"/>
          <a:chExt cx="0" cy="0"/>
        </a:xfrm>
      </p:grpSpPr>
      <p:sp>
        <p:nvSpPr>
          <p:cNvPr id="3355" name="Google Shape;3355;g1f2e6270ebd_0_4832:notes">
            <a:extLst>
              <a:ext uri="{FF2B5EF4-FFF2-40B4-BE49-F238E27FC236}">
                <a16:creationId xmlns:a16="http://schemas.microsoft.com/office/drawing/2014/main" id="{0E64343C-DA02-E5AE-D14F-88674D2879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6" name="Google Shape;3356;g1f2e6270ebd_0_4832:notes">
            <a:extLst>
              <a:ext uri="{FF2B5EF4-FFF2-40B4-BE49-F238E27FC236}">
                <a16:creationId xmlns:a16="http://schemas.microsoft.com/office/drawing/2014/main" id="{4B95546A-925A-31D0-1506-554D4050F1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62771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8">
          <a:extLst>
            <a:ext uri="{FF2B5EF4-FFF2-40B4-BE49-F238E27FC236}">
              <a16:creationId xmlns:a16="http://schemas.microsoft.com/office/drawing/2014/main" id="{D63E152F-AA8F-9EDA-22EB-2F4372992A5D}"/>
            </a:ext>
          </a:extLst>
        </p:cNvPr>
        <p:cNvGrpSpPr/>
        <p:nvPr/>
      </p:nvGrpSpPr>
      <p:grpSpPr>
        <a:xfrm>
          <a:off x="0" y="0"/>
          <a:ext cx="0" cy="0"/>
          <a:chOff x="0" y="0"/>
          <a:chExt cx="0" cy="0"/>
        </a:xfrm>
      </p:grpSpPr>
      <p:sp>
        <p:nvSpPr>
          <p:cNvPr id="2689" name="Google Shape;2689;g1f2e6270ebd_0_4180:notes">
            <a:extLst>
              <a:ext uri="{FF2B5EF4-FFF2-40B4-BE49-F238E27FC236}">
                <a16:creationId xmlns:a16="http://schemas.microsoft.com/office/drawing/2014/main" id="{7808A599-7BCF-B24F-7F6E-0B5CD11745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0" name="Google Shape;2690;g1f2e6270ebd_0_4180:notes">
            <a:extLst>
              <a:ext uri="{FF2B5EF4-FFF2-40B4-BE49-F238E27FC236}">
                <a16:creationId xmlns:a16="http://schemas.microsoft.com/office/drawing/2014/main" id="{82C5D1B0-5842-5B1F-2AE9-C7F5EE7449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24469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6">
          <a:extLst>
            <a:ext uri="{FF2B5EF4-FFF2-40B4-BE49-F238E27FC236}">
              <a16:creationId xmlns:a16="http://schemas.microsoft.com/office/drawing/2014/main" id="{5E8B9DB0-DF4C-E3FF-4B92-CEEE2E91EDB3}"/>
            </a:ext>
          </a:extLst>
        </p:cNvPr>
        <p:cNvGrpSpPr/>
        <p:nvPr/>
      </p:nvGrpSpPr>
      <p:grpSpPr>
        <a:xfrm>
          <a:off x="0" y="0"/>
          <a:ext cx="0" cy="0"/>
          <a:chOff x="0" y="0"/>
          <a:chExt cx="0" cy="0"/>
        </a:xfrm>
      </p:grpSpPr>
      <p:sp>
        <p:nvSpPr>
          <p:cNvPr id="3337" name="Google Shape;3337;g1f2e6270ebd_0_4816:notes">
            <a:extLst>
              <a:ext uri="{FF2B5EF4-FFF2-40B4-BE49-F238E27FC236}">
                <a16:creationId xmlns:a16="http://schemas.microsoft.com/office/drawing/2014/main" id="{DCE6F911-8558-551B-812C-32EDCB61E1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8" name="Google Shape;3338;g1f2e6270ebd_0_4816:notes">
            <a:extLst>
              <a:ext uri="{FF2B5EF4-FFF2-40B4-BE49-F238E27FC236}">
                <a16:creationId xmlns:a16="http://schemas.microsoft.com/office/drawing/2014/main" id="{71832AB6-6080-87C9-C473-429DBC487E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8697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1">
          <a:extLst>
            <a:ext uri="{FF2B5EF4-FFF2-40B4-BE49-F238E27FC236}">
              <a16:creationId xmlns:a16="http://schemas.microsoft.com/office/drawing/2014/main" id="{60993CAF-641C-EE34-FC3B-4F3810F707EF}"/>
            </a:ext>
          </a:extLst>
        </p:cNvPr>
        <p:cNvGrpSpPr/>
        <p:nvPr/>
      </p:nvGrpSpPr>
      <p:grpSpPr>
        <a:xfrm>
          <a:off x="0" y="0"/>
          <a:ext cx="0" cy="0"/>
          <a:chOff x="0" y="0"/>
          <a:chExt cx="0" cy="0"/>
        </a:xfrm>
      </p:grpSpPr>
      <p:sp>
        <p:nvSpPr>
          <p:cNvPr id="3322" name="Google Shape;3322;g1f2e6270ebd_0_4803:notes">
            <a:extLst>
              <a:ext uri="{FF2B5EF4-FFF2-40B4-BE49-F238E27FC236}">
                <a16:creationId xmlns:a16="http://schemas.microsoft.com/office/drawing/2014/main" id="{646127F7-7081-FB88-B58C-FB9260772E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3" name="Google Shape;3323;g1f2e6270ebd_0_4803:notes">
            <a:extLst>
              <a:ext uri="{FF2B5EF4-FFF2-40B4-BE49-F238E27FC236}">
                <a16:creationId xmlns:a16="http://schemas.microsoft.com/office/drawing/2014/main" id="{6F59A68E-993E-8002-458A-3B8570A979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37903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1">
          <a:extLst>
            <a:ext uri="{FF2B5EF4-FFF2-40B4-BE49-F238E27FC236}">
              <a16:creationId xmlns:a16="http://schemas.microsoft.com/office/drawing/2014/main" id="{149A95C3-38E2-DE8B-6AD2-7DAD2B6994BD}"/>
            </a:ext>
          </a:extLst>
        </p:cNvPr>
        <p:cNvGrpSpPr/>
        <p:nvPr/>
      </p:nvGrpSpPr>
      <p:grpSpPr>
        <a:xfrm>
          <a:off x="0" y="0"/>
          <a:ext cx="0" cy="0"/>
          <a:chOff x="0" y="0"/>
          <a:chExt cx="0" cy="0"/>
        </a:xfrm>
      </p:grpSpPr>
      <p:sp>
        <p:nvSpPr>
          <p:cNvPr id="3322" name="Google Shape;3322;g1f2e6270ebd_0_4803:notes">
            <a:extLst>
              <a:ext uri="{FF2B5EF4-FFF2-40B4-BE49-F238E27FC236}">
                <a16:creationId xmlns:a16="http://schemas.microsoft.com/office/drawing/2014/main" id="{7343B2F7-D9CD-01CA-D1AD-813F8E90D6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3" name="Google Shape;3323;g1f2e6270ebd_0_4803:notes">
            <a:extLst>
              <a:ext uri="{FF2B5EF4-FFF2-40B4-BE49-F238E27FC236}">
                <a16:creationId xmlns:a16="http://schemas.microsoft.com/office/drawing/2014/main" id="{BEE7493D-D1CD-BDB8-7BB9-C4265E80B1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98015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1">
          <a:extLst>
            <a:ext uri="{FF2B5EF4-FFF2-40B4-BE49-F238E27FC236}">
              <a16:creationId xmlns:a16="http://schemas.microsoft.com/office/drawing/2014/main" id="{9F7FE9DF-14D5-7407-AAAD-62A837D609A3}"/>
            </a:ext>
          </a:extLst>
        </p:cNvPr>
        <p:cNvGrpSpPr/>
        <p:nvPr/>
      </p:nvGrpSpPr>
      <p:grpSpPr>
        <a:xfrm>
          <a:off x="0" y="0"/>
          <a:ext cx="0" cy="0"/>
          <a:chOff x="0" y="0"/>
          <a:chExt cx="0" cy="0"/>
        </a:xfrm>
      </p:grpSpPr>
      <p:sp>
        <p:nvSpPr>
          <p:cNvPr id="3322" name="Google Shape;3322;g1f2e6270ebd_0_4803:notes">
            <a:extLst>
              <a:ext uri="{FF2B5EF4-FFF2-40B4-BE49-F238E27FC236}">
                <a16:creationId xmlns:a16="http://schemas.microsoft.com/office/drawing/2014/main" id="{9CAE1002-A3F7-18DE-539B-E67B7E65F7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3" name="Google Shape;3323;g1f2e6270ebd_0_4803:notes">
            <a:extLst>
              <a:ext uri="{FF2B5EF4-FFF2-40B4-BE49-F238E27FC236}">
                <a16:creationId xmlns:a16="http://schemas.microsoft.com/office/drawing/2014/main" id="{9E8B7169-63F8-C0A2-4770-5A85D1EFCE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96218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1">
          <a:extLst>
            <a:ext uri="{FF2B5EF4-FFF2-40B4-BE49-F238E27FC236}">
              <a16:creationId xmlns:a16="http://schemas.microsoft.com/office/drawing/2014/main" id="{B43E90C7-A3D3-6D16-3613-A64A0626AB44}"/>
            </a:ext>
          </a:extLst>
        </p:cNvPr>
        <p:cNvGrpSpPr/>
        <p:nvPr/>
      </p:nvGrpSpPr>
      <p:grpSpPr>
        <a:xfrm>
          <a:off x="0" y="0"/>
          <a:ext cx="0" cy="0"/>
          <a:chOff x="0" y="0"/>
          <a:chExt cx="0" cy="0"/>
        </a:xfrm>
      </p:grpSpPr>
      <p:sp>
        <p:nvSpPr>
          <p:cNvPr id="3322" name="Google Shape;3322;g1f2e6270ebd_0_4803:notes">
            <a:extLst>
              <a:ext uri="{FF2B5EF4-FFF2-40B4-BE49-F238E27FC236}">
                <a16:creationId xmlns:a16="http://schemas.microsoft.com/office/drawing/2014/main" id="{A31759F4-30AB-B5B3-0EB3-E2A075A7D7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3" name="Google Shape;3323;g1f2e6270ebd_0_4803:notes">
            <a:extLst>
              <a:ext uri="{FF2B5EF4-FFF2-40B4-BE49-F238E27FC236}">
                <a16:creationId xmlns:a16="http://schemas.microsoft.com/office/drawing/2014/main" id="{9B43DD19-E336-9AAA-342A-BDFDBD196F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581473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1">
          <a:extLst>
            <a:ext uri="{FF2B5EF4-FFF2-40B4-BE49-F238E27FC236}">
              <a16:creationId xmlns:a16="http://schemas.microsoft.com/office/drawing/2014/main" id="{429804F8-AB58-3F92-CEA2-07C64EEF86C5}"/>
            </a:ext>
          </a:extLst>
        </p:cNvPr>
        <p:cNvGrpSpPr/>
        <p:nvPr/>
      </p:nvGrpSpPr>
      <p:grpSpPr>
        <a:xfrm>
          <a:off x="0" y="0"/>
          <a:ext cx="0" cy="0"/>
          <a:chOff x="0" y="0"/>
          <a:chExt cx="0" cy="0"/>
        </a:xfrm>
      </p:grpSpPr>
      <p:sp>
        <p:nvSpPr>
          <p:cNvPr id="3322" name="Google Shape;3322;g1f2e6270ebd_0_4803:notes">
            <a:extLst>
              <a:ext uri="{FF2B5EF4-FFF2-40B4-BE49-F238E27FC236}">
                <a16:creationId xmlns:a16="http://schemas.microsoft.com/office/drawing/2014/main" id="{B59C6EA5-3551-7C65-1D58-2862008C33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3" name="Google Shape;3323;g1f2e6270ebd_0_4803:notes">
            <a:extLst>
              <a:ext uri="{FF2B5EF4-FFF2-40B4-BE49-F238E27FC236}">
                <a16:creationId xmlns:a16="http://schemas.microsoft.com/office/drawing/2014/main" id="{27F1A827-D467-5C36-DA67-C9AF8D5C3E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30655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1">
          <a:extLst>
            <a:ext uri="{FF2B5EF4-FFF2-40B4-BE49-F238E27FC236}">
              <a16:creationId xmlns:a16="http://schemas.microsoft.com/office/drawing/2014/main" id="{242188DF-E891-A4D2-A37C-4417B959074D}"/>
            </a:ext>
          </a:extLst>
        </p:cNvPr>
        <p:cNvGrpSpPr/>
        <p:nvPr/>
      </p:nvGrpSpPr>
      <p:grpSpPr>
        <a:xfrm>
          <a:off x="0" y="0"/>
          <a:ext cx="0" cy="0"/>
          <a:chOff x="0" y="0"/>
          <a:chExt cx="0" cy="0"/>
        </a:xfrm>
      </p:grpSpPr>
      <p:sp>
        <p:nvSpPr>
          <p:cNvPr id="3322" name="Google Shape;3322;g1f2e6270ebd_0_4803:notes">
            <a:extLst>
              <a:ext uri="{FF2B5EF4-FFF2-40B4-BE49-F238E27FC236}">
                <a16:creationId xmlns:a16="http://schemas.microsoft.com/office/drawing/2014/main" id="{BEE572BB-2400-027C-0A30-109320452D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3" name="Google Shape;3323;g1f2e6270ebd_0_4803:notes">
            <a:extLst>
              <a:ext uri="{FF2B5EF4-FFF2-40B4-BE49-F238E27FC236}">
                <a16:creationId xmlns:a16="http://schemas.microsoft.com/office/drawing/2014/main" id="{AA627470-2F58-23A5-8E04-5855693477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133698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1">
          <a:extLst>
            <a:ext uri="{FF2B5EF4-FFF2-40B4-BE49-F238E27FC236}">
              <a16:creationId xmlns:a16="http://schemas.microsoft.com/office/drawing/2014/main" id="{30931CA2-5AD3-27CB-003D-4A971C6F4A7E}"/>
            </a:ext>
          </a:extLst>
        </p:cNvPr>
        <p:cNvGrpSpPr/>
        <p:nvPr/>
      </p:nvGrpSpPr>
      <p:grpSpPr>
        <a:xfrm>
          <a:off x="0" y="0"/>
          <a:ext cx="0" cy="0"/>
          <a:chOff x="0" y="0"/>
          <a:chExt cx="0" cy="0"/>
        </a:xfrm>
      </p:grpSpPr>
      <p:sp>
        <p:nvSpPr>
          <p:cNvPr id="3322" name="Google Shape;3322;g1f2e6270ebd_0_4803:notes">
            <a:extLst>
              <a:ext uri="{FF2B5EF4-FFF2-40B4-BE49-F238E27FC236}">
                <a16:creationId xmlns:a16="http://schemas.microsoft.com/office/drawing/2014/main" id="{06CD123B-E34E-B501-955A-F2493FE57F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3" name="Google Shape;3323;g1f2e6270ebd_0_4803:notes">
            <a:extLst>
              <a:ext uri="{FF2B5EF4-FFF2-40B4-BE49-F238E27FC236}">
                <a16:creationId xmlns:a16="http://schemas.microsoft.com/office/drawing/2014/main" id="{A444128B-E48B-7EE1-BC7E-AB98708B60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73690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1">
          <a:extLst>
            <a:ext uri="{FF2B5EF4-FFF2-40B4-BE49-F238E27FC236}">
              <a16:creationId xmlns:a16="http://schemas.microsoft.com/office/drawing/2014/main" id="{23B27ABC-5B6E-DF1F-2808-0F4DDBAAAEC2}"/>
            </a:ext>
          </a:extLst>
        </p:cNvPr>
        <p:cNvGrpSpPr/>
        <p:nvPr/>
      </p:nvGrpSpPr>
      <p:grpSpPr>
        <a:xfrm>
          <a:off x="0" y="0"/>
          <a:ext cx="0" cy="0"/>
          <a:chOff x="0" y="0"/>
          <a:chExt cx="0" cy="0"/>
        </a:xfrm>
      </p:grpSpPr>
      <p:sp>
        <p:nvSpPr>
          <p:cNvPr id="3322" name="Google Shape;3322;g1f2e6270ebd_0_4803:notes">
            <a:extLst>
              <a:ext uri="{FF2B5EF4-FFF2-40B4-BE49-F238E27FC236}">
                <a16:creationId xmlns:a16="http://schemas.microsoft.com/office/drawing/2014/main" id="{7ECAC6F7-2331-5984-A893-73005C967A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3" name="Google Shape;3323;g1f2e6270ebd_0_4803:notes">
            <a:extLst>
              <a:ext uri="{FF2B5EF4-FFF2-40B4-BE49-F238E27FC236}">
                <a16:creationId xmlns:a16="http://schemas.microsoft.com/office/drawing/2014/main" id="{044B3CB6-651F-B9F5-95E0-6909B7ED0D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068357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1">
          <a:extLst>
            <a:ext uri="{FF2B5EF4-FFF2-40B4-BE49-F238E27FC236}">
              <a16:creationId xmlns:a16="http://schemas.microsoft.com/office/drawing/2014/main" id="{D865499B-E04D-DA4F-7BF5-85A692D0FAEC}"/>
            </a:ext>
          </a:extLst>
        </p:cNvPr>
        <p:cNvGrpSpPr/>
        <p:nvPr/>
      </p:nvGrpSpPr>
      <p:grpSpPr>
        <a:xfrm>
          <a:off x="0" y="0"/>
          <a:ext cx="0" cy="0"/>
          <a:chOff x="0" y="0"/>
          <a:chExt cx="0" cy="0"/>
        </a:xfrm>
      </p:grpSpPr>
      <p:sp>
        <p:nvSpPr>
          <p:cNvPr id="2592" name="Google Shape;2592;g1f2e6270ebd_0_4086:notes">
            <a:extLst>
              <a:ext uri="{FF2B5EF4-FFF2-40B4-BE49-F238E27FC236}">
                <a16:creationId xmlns:a16="http://schemas.microsoft.com/office/drawing/2014/main" id="{C29B22EA-CFD0-68FA-41E1-F57A945603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3" name="Google Shape;2593;g1f2e6270ebd_0_4086:notes">
            <a:extLst>
              <a:ext uri="{FF2B5EF4-FFF2-40B4-BE49-F238E27FC236}">
                <a16:creationId xmlns:a16="http://schemas.microsoft.com/office/drawing/2014/main" id="{BFD12F59-A3D6-388B-2120-EED2F75F2B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983086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8">
          <a:extLst>
            <a:ext uri="{FF2B5EF4-FFF2-40B4-BE49-F238E27FC236}">
              <a16:creationId xmlns:a16="http://schemas.microsoft.com/office/drawing/2014/main" id="{63267557-ACB5-FB85-4B25-AEB454F6294B}"/>
            </a:ext>
          </a:extLst>
        </p:cNvPr>
        <p:cNvGrpSpPr/>
        <p:nvPr/>
      </p:nvGrpSpPr>
      <p:grpSpPr>
        <a:xfrm>
          <a:off x="0" y="0"/>
          <a:ext cx="0" cy="0"/>
          <a:chOff x="0" y="0"/>
          <a:chExt cx="0" cy="0"/>
        </a:xfrm>
      </p:grpSpPr>
      <p:sp>
        <p:nvSpPr>
          <p:cNvPr id="2689" name="Google Shape;2689;g1f2e6270ebd_0_4180:notes">
            <a:extLst>
              <a:ext uri="{FF2B5EF4-FFF2-40B4-BE49-F238E27FC236}">
                <a16:creationId xmlns:a16="http://schemas.microsoft.com/office/drawing/2014/main" id="{8E08501C-1470-44E4-3F57-F66A6A5C3B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0" name="Google Shape;2690;g1f2e6270ebd_0_4180:notes">
            <a:extLst>
              <a:ext uri="{FF2B5EF4-FFF2-40B4-BE49-F238E27FC236}">
                <a16:creationId xmlns:a16="http://schemas.microsoft.com/office/drawing/2014/main" id="{110333B3-256C-E5DB-DE14-4292516772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05916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5">
          <a:extLst>
            <a:ext uri="{FF2B5EF4-FFF2-40B4-BE49-F238E27FC236}">
              <a16:creationId xmlns:a16="http://schemas.microsoft.com/office/drawing/2014/main" id="{BDF38ADC-FBFA-F205-9480-47CE5402C5D0}"/>
            </a:ext>
          </a:extLst>
        </p:cNvPr>
        <p:cNvGrpSpPr/>
        <p:nvPr/>
      </p:nvGrpSpPr>
      <p:grpSpPr>
        <a:xfrm>
          <a:off x="0" y="0"/>
          <a:ext cx="0" cy="0"/>
          <a:chOff x="0" y="0"/>
          <a:chExt cx="0" cy="0"/>
        </a:xfrm>
      </p:grpSpPr>
      <p:sp>
        <p:nvSpPr>
          <p:cNvPr id="3256" name="Google Shape;3256;g1f2e6270ebd_0_4739:notes">
            <a:extLst>
              <a:ext uri="{FF2B5EF4-FFF2-40B4-BE49-F238E27FC236}">
                <a16:creationId xmlns:a16="http://schemas.microsoft.com/office/drawing/2014/main" id="{FD380FCB-1B03-03D3-B5A6-8150BDA229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7" name="Google Shape;3257;g1f2e6270ebd_0_4739:notes">
            <a:extLst>
              <a:ext uri="{FF2B5EF4-FFF2-40B4-BE49-F238E27FC236}">
                <a16:creationId xmlns:a16="http://schemas.microsoft.com/office/drawing/2014/main" id="{B54881C9-38FF-A3AA-053F-FF37C6D326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51584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5">
          <a:extLst>
            <a:ext uri="{FF2B5EF4-FFF2-40B4-BE49-F238E27FC236}">
              <a16:creationId xmlns:a16="http://schemas.microsoft.com/office/drawing/2014/main" id="{FF5E8854-9806-CA35-692D-97E2045AB7F5}"/>
            </a:ext>
          </a:extLst>
        </p:cNvPr>
        <p:cNvGrpSpPr/>
        <p:nvPr/>
      </p:nvGrpSpPr>
      <p:grpSpPr>
        <a:xfrm>
          <a:off x="0" y="0"/>
          <a:ext cx="0" cy="0"/>
          <a:chOff x="0" y="0"/>
          <a:chExt cx="0" cy="0"/>
        </a:xfrm>
      </p:grpSpPr>
      <p:sp>
        <p:nvSpPr>
          <p:cNvPr id="3256" name="Google Shape;3256;g1f2e6270ebd_0_4739:notes">
            <a:extLst>
              <a:ext uri="{FF2B5EF4-FFF2-40B4-BE49-F238E27FC236}">
                <a16:creationId xmlns:a16="http://schemas.microsoft.com/office/drawing/2014/main" id="{B4787C22-15CA-8C57-90F6-700CA84A44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7" name="Google Shape;3257;g1f2e6270ebd_0_4739:notes">
            <a:extLst>
              <a:ext uri="{FF2B5EF4-FFF2-40B4-BE49-F238E27FC236}">
                <a16:creationId xmlns:a16="http://schemas.microsoft.com/office/drawing/2014/main" id="{83B6BA6F-4F50-2CA8-A086-9FFC781D1E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155558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5">
          <a:extLst>
            <a:ext uri="{FF2B5EF4-FFF2-40B4-BE49-F238E27FC236}">
              <a16:creationId xmlns:a16="http://schemas.microsoft.com/office/drawing/2014/main" id="{61745ED5-4F90-A603-9F53-A3CB7C55E712}"/>
            </a:ext>
          </a:extLst>
        </p:cNvPr>
        <p:cNvGrpSpPr/>
        <p:nvPr/>
      </p:nvGrpSpPr>
      <p:grpSpPr>
        <a:xfrm>
          <a:off x="0" y="0"/>
          <a:ext cx="0" cy="0"/>
          <a:chOff x="0" y="0"/>
          <a:chExt cx="0" cy="0"/>
        </a:xfrm>
      </p:grpSpPr>
      <p:sp>
        <p:nvSpPr>
          <p:cNvPr id="3256" name="Google Shape;3256;g1f2e6270ebd_0_4739:notes">
            <a:extLst>
              <a:ext uri="{FF2B5EF4-FFF2-40B4-BE49-F238E27FC236}">
                <a16:creationId xmlns:a16="http://schemas.microsoft.com/office/drawing/2014/main" id="{31762E77-0677-DC8C-48CA-8C4862F9DD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7" name="Google Shape;3257;g1f2e6270ebd_0_4739:notes">
            <a:extLst>
              <a:ext uri="{FF2B5EF4-FFF2-40B4-BE49-F238E27FC236}">
                <a16:creationId xmlns:a16="http://schemas.microsoft.com/office/drawing/2014/main" id="{98EF25B4-D9FC-7D9E-1AAD-3C9ABBE5DF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641097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5">
          <a:extLst>
            <a:ext uri="{FF2B5EF4-FFF2-40B4-BE49-F238E27FC236}">
              <a16:creationId xmlns:a16="http://schemas.microsoft.com/office/drawing/2014/main" id="{5D8FBCD9-5876-C2CB-650C-AED7A358BAD3}"/>
            </a:ext>
          </a:extLst>
        </p:cNvPr>
        <p:cNvGrpSpPr/>
        <p:nvPr/>
      </p:nvGrpSpPr>
      <p:grpSpPr>
        <a:xfrm>
          <a:off x="0" y="0"/>
          <a:ext cx="0" cy="0"/>
          <a:chOff x="0" y="0"/>
          <a:chExt cx="0" cy="0"/>
        </a:xfrm>
      </p:grpSpPr>
      <p:sp>
        <p:nvSpPr>
          <p:cNvPr id="3256" name="Google Shape;3256;g1f2e6270ebd_0_4739:notes">
            <a:extLst>
              <a:ext uri="{FF2B5EF4-FFF2-40B4-BE49-F238E27FC236}">
                <a16:creationId xmlns:a16="http://schemas.microsoft.com/office/drawing/2014/main" id="{8770D604-D860-F1E2-7CEF-593EC39C98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7" name="Google Shape;3257;g1f2e6270ebd_0_4739:notes">
            <a:extLst>
              <a:ext uri="{FF2B5EF4-FFF2-40B4-BE49-F238E27FC236}">
                <a16:creationId xmlns:a16="http://schemas.microsoft.com/office/drawing/2014/main" id="{D3E5DC2A-F8CF-2C5B-DF3E-6BA9CD7016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20108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8">
          <a:extLst>
            <a:ext uri="{FF2B5EF4-FFF2-40B4-BE49-F238E27FC236}">
              <a16:creationId xmlns:a16="http://schemas.microsoft.com/office/drawing/2014/main" id="{4822BA42-C040-39B4-398D-EE7A78C7573E}"/>
            </a:ext>
          </a:extLst>
        </p:cNvPr>
        <p:cNvGrpSpPr/>
        <p:nvPr/>
      </p:nvGrpSpPr>
      <p:grpSpPr>
        <a:xfrm>
          <a:off x="0" y="0"/>
          <a:ext cx="0" cy="0"/>
          <a:chOff x="0" y="0"/>
          <a:chExt cx="0" cy="0"/>
        </a:xfrm>
      </p:grpSpPr>
      <p:sp>
        <p:nvSpPr>
          <p:cNvPr id="2689" name="Google Shape;2689;g1f2e6270ebd_0_4180:notes">
            <a:extLst>
              <a:ext uri="{FF2B5EF4-FFF2-40B4-BE49-F238E27FC236}">
                <a16:creationId xmlns:a16="http://schemas.microsoft.com/office/drawing/2014/main" id="{27F29516-E406-AC2E-3975-BD56A7944C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0" name="Google Shape;2690;g1f2e6270ebd_0_4180:notes">
            <a:extLst>
              <a:ext uri="{FF2B5EF4-FFF2-40B4-BE49-F238E27FC236}">
                <a16:creationId xmlns:a16="http://schemas.microsoft.com/office/drawing/2014/main" id="{93E8D665-91DC-117B-229C-7C4FFF3CE1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24736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6">
          <a:extLst>
            <a:ext uri="{FF2B5EF4-FFF2-40B4-BE49-F238E27FC236}">
              <a16:creationId xmlns:a16="http://schemas.microsoft.com/office/drawing/2014/main" id="{AC0581CF-EEAF-000F-122E-9D113D5934F0}"/>
            </a:ext>
          </a:extLst>
        </p:cNvPr>
        <p:cNvGrpSpPr/>
        <p:nvPr/>
      </p:nvGrpSpPr>
      <p:grpSpPr>
        <a:xfrm>
          <a:off x="0" y="0"/>
          <a:ext cx="0" cy="0"/>
          <a:chOff x="0" y="0"/>
          <a:chExt cx="0" cy="0"/>
        </a:xfrm>
      </p:grpSpPr>
      <p:sp>
        <p:nvSpPr>
          <p:cNvPr id="3347" name="Google Shape;3347;g1f2e6270ebd_0_4825:notes">
            <a:extLst>
              <a:ext uri="{FF2B5EF4-FFF2-40B4-BE49-F238E27FC236}">
                <a16:creationId xmlns:a16="http://schemas.microsoft.com/office/drawing/2014/main" id="{BA2661EF-4606-04F9-DD3B-44BEE3680C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8" name="Google Shape;3348;g1f2e6270ebd_0_4825:notes">
            <a:extLst>
              <a:ext uri="{FF2B5EF4-FFF2-40B4-BE49-F238E27FC236}">
                <a16:creationId xmlns:a16="http://schemas.microsoft.com/office/drawing/2014/main" id="{7E26BD03-E327-E00B-B542-B142A67E3C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678023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6">
          <a:extLst>
            <a:ext uri="{FF2B5EF4-FFF2-40B4-BE49-F238E27FC236}">
              <a16:creationId xmlns:a16="http://schemas.microsoft.com/office/drawing/2014/main" id="{8063C813-15FC-02F7-59B4-3485C616FD8D}"/>
            </a:ext>
          </a:extLst>
        </p:cNvPr>
        <p:cNvGrpSpPr/>
        <p:nvPr/>
      </p:nvGrpSpPr>
      <p:grpSpPr>
        <a:xfrm>
          <a:off x="0" y="0"/>
          <a:ext cx="0" cy="0"/>
          <a:chOff x="0" y="0"/>
          <a:chExt cx="0" cy="0"/>
        </a:xfrm>
      </p:grpSpPr>
      <p:sp>
        <p:nvSpPr>
          <p:cNvPr id="3347" name="Google Shape;3347;g1f2e6270ebd_0_4825:notes">
            <a:extLst>
              <a:ext uri="{FF2B5EF4-FFF2-40B4-BE49-F238E27FC236}">
                <a16:creationId xmlns:a16="http://schemas.microsoft.com/office/drawing/2014/main" id="{E36A98CB-BAAB-C0BE-FEE1-D3DEB58E1B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8" name="Google Shape;3348;g1f2e6270ebd_0_4825:notes">
            <a:extLst>
              <a:ext uri="{FF2B5EF4-FFF2-40B4-BE49-F238E27FC236}">
                <a16:creationId xmlns:a16="http://schemas.microsoft.com/office/drawing/2014/main" id="{C507653C-3BCA-5D7E-84BC-49D421ED76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134289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6">
          <a:extLst>
            <a:ext uri="{FF2B5EF4-FFF2-40B4-BE49-F238E27FC236}">
              <a16:creationId xmlns:a16="http://schemas.microsoft.com/office/drawing/2014/main" id="{29BF5BD0-934F-A772-1495-0F3CA3BB0995}"/>
            </a:ext>
          </a:extLst>
        </p:cNvPr>
        <p:cNvGrpSpPr/>
        <p:nvPr/>
      </p:nvGrpSpPr>
      <p:grpSpPr>
        <a:xfrm>
          <a:off x="0" y="0"/>
          <a:ext cx="0" cy="0"/>
          <a:chOff x="0" y="0"/>
          <a:chExt cx="0" cy="0"/>
        </a:xfrm>
      </p:grpSpPr>
      <p:sp>
        <p:nvSpPr>
          <p:cNvPr id="3347" name="Google Shape;3347;g1f2e6270ebd_0_4825:notes">
            <a:extLst>
              <a:ext uri="{FF2B5EF4-FFF2-40B4-BE49-F238E27FC236}">
                <a16:creationId xmlns:a16="http://schemas.microsoft.com/office/drawing/2014/main" id="{0A750B39-77B7-4E1A-C30B-E7894424C0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8" name="Google Shape;3348;g1f2e6270ebd_0_4825:notes">
            <a:extLst>
              <a:ext uri="{FF2B5EF4-FFF2-40B4-BE49-F238E27FC236}">
                <a16:creationId xmlns:a16="http://schemas.microsoft.com/office/drawing/2014/main" id="{E4346210-A988-DFD9-71B7-CF4438C671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43055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8">
          <a:extLst>
            <a:ext uri="{FF2B5EF4-FFF2-40B4-BE49-F238E27FC236}">
              <a16:creationId xmlns:a16="http://schemas.microsoft.com/office/drawing/2014/main" id="{E77547C0-5F13-186C-1F6E-FFABB0CD1BFE}"/>
            </a:ext>
          </a:extLst>
        </p:cNvPr>
        <p:cNvGrpSpPr/>
        <p:nvPr/>
      </p:nvGrpSpPr>
      <p:grpSpPr>
        <a:xfrm>
          <a:off x="0" y="0"/>
          <a:ext cx="0" cy="0"/>
          <a:chOff x="0" y="0"/>
          <a:chExt cx="0" cy="0"/>
        </a:xfrm>
      </p:grpSpPr>
      <p:sp>
        <p:nvSpPr>
          <p:cNvPr id="2689" name="Google Shape;2689;g1f2e6270ebd_0_4180:notes">
            <a:extLst>
              <a:ext uri="{FF2B5EF4-FFF2-40B4-BE49-F238E27FC236}">
                <a16:creationId xmlns:a16="http://schemas.microsoft.com/office/drawing/2014/main" id="{35D26DE6-B216-22EA-180A-E994E1E9D0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0" name="Google Shape;2690;g1f2e6270ebd_0_4180:notes">
            <a:extLst>
              <a:ext uri="{FF2B5EF4-FFF2-40B4-BE49-F238E27FC236}">
                <a16:creationId xmlns:a16="http://schemas.microsoft.com/office/drawing/2014/main" id="{83A662B1-3406-3C00-109A-591D55E378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62451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0" y="0"/>
            <a:ext cx="9143995" cy="5143491"/>
            <a:chOff x="0" y="0"/>
            <a:chExt cx="9143995" cy="5143491"/>
          </a:xfrm>
        </p:grpSpPr>
        <p:sp>
          <p:nvSpPr>
            <p:cNvPr id="10" name="Google Shape;10;p2"/>
            <p:cNvSpPr/>
            <p:nvPr/>
          </p:nvSpPr>
          <p:spPr>
            <a:xfrm>
              <a:off x="0" y="19319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 name="Google Shape;11;p2"/>
            <p:cNvSpPr/>
            <p:nvPr/>
          </p:nvSpPr>
          <p:spPr>
            <a:xfrm>
              <a:off x="0" y="401120"/>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 name="Google Shape;12;p2"/>
            <p:cNvSpPr/>
            <p:nvPr/>
          </p:nvSpPr>
          <p:spPr>
            <a:xfrm>
              <a:off x="0" y="60904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 name="Google Shape;13;p2"/>
            <p:cNvSpPr/>
            <p:nvPr/>
          </p:nvSpPr>
          <p:spPr>
            <a:xfrm>
              <a:off x="0" y="81697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 name="Google Shape;14;p2"/>
            <p:cNvSpPr/>
            <p:nvPr/>
          </p:nvSpPr>
          <p:spPr>
            <a:xfrm>
              <a:off x="0" y="102408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 name="Google Shape;15;p2"/>
            <p:cNvSpPr/>
            <p:nvPr/>
          </p:nvSpPr>
          <p:spPr>
            <a:xfrm>
              <a:off x="0" y="123201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 name="Google Shape;16;p2"/>
            <p:cNvSpPr/>
            <p:nvPr/>
          </p:nvSpPr>
          <p:spPr>
            <a:xfrm>
              <a:off x="0" y="143994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 name="Google Shape;17;p2"/>
            <p:cNvSpPr/>
            <p:nvPr/>
          </p:nvSpPr>
          <p:spPr>
            <a:xfrm>
              <a:off x="0" y="164786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 name="Google Shape;18;p2"/>
            <p:cNvSpPr/>
            <p:nvPr/>
          </p:nvSpPr>
          <p:spPr>
            <a:xfrm>
              <a:off x="0" y="1854977"/>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 name="Google Shape;19;p2"/>
            <p:cNvSpPr/>
            <p:nvPr/>
          </p:nvSpPr>
          <p:spPr>
            <a:xfrm>
              <a:off x="0" y="206290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 name="Google Shape;20;p2"/>
            <p:cNvSpPr/>
            <p:nvPr/>
          </p:nvSpPr>
          <p:spPr>
            <a:xfrm>
              <a:off x="0" y="227083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 name="Google Shape;21;p2"/>
            <p:cNvSpPr/>
            <p:nvPr/>
          </p:nvSpPr>
          <p:spPr>
            <a:xfrm>
              <a:off x="0" y="247876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 name="Google Shape;22;p2"/>
            <p:cNvSpPr/>
            <p:nvPr/>
          </p:nvSpPr>
          <p:spPr>
            <a:xfrm>
              <a:off x="0" y="268668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 name="Google Shape;23;p2"/>
            <p:cNvSpPr/>
            <p:nvPr/>
          </p:nvSpPr>
          <p:spPr>
            <a:xfrm>
              <a:off x="0" y="289461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 name="Google Shape;24;p2"/>
            <p:cNvSpPr/>
            <p:nvPr/>
          </p:nvSpPr>
          <p:spPr>
            <a:xfrm>
              <a:off x="0" y="3102544"/>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 name="Google Shape;25;p2"/>
            <p:cNvSpPr/>
            <p:nvPr/>
          </p:nvSpPr>
          <p:spPr>
            <a:xfrm>
              <a:off x="0" y="330965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6" name="Google Shape;26;p2"/>
            <p:cNvSpPr/>
            <p:nvPr/>
          </p:nvSpPr>
          <p:spPr>
            <a:xfrm>
              <a:off x="0" y="351758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7" name="Google Shape;27;p2"/>
            <p:cNvSpPr/>
            <p:nvPr/>
          </p:nvSpPr>
          <p:spPr>
            <a:xfrm>
              <a:off x="0" y="372550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8" name="Google Shape;28;p2"/>
            <p:cNvSpPr/>
            <p:nvPr/>
          </p:nvSpPr>
          <p:spPr>
            <a:xfrm>
              <a:off x="0" y="393343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9" name="Google Shape;29;p2"/>
            <p:cNvSpPr/>
            <p:nvPr/>
          </p:nvSpPr>
          <p:spPr>
            <a:xfrm>
              <a:off x="0" y="414054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0" name="Google Shape;30;p2"/>
            <p:cNvSpPr/>
            <p:nvPr/>
          </p:nvSpPr>
          <p:spPr>
            <a:xfrm>
              <a:off x="0" y="434847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1" name="Google Shape;31;p2"/>
            <p:cNvSpPr/>
            <p:nvPr/>
          </p:nvSpPr>
          <p:spPr>
            <a:xfrm>
              <a:off x="0" y="455640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2" name="Google Shape;32;p2"/>
            <p:cNvSpPr/>
            <p:nvPr/>
          </p:nvSpPr>
          <p:spPr>
            <a:xfrm>
              <a:off x="0" y="476432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3" name="Google Shape;33;p2"/>
            <p:cNvSpPr/>
            <p:nvPr/>
          </p:nvSpPr>
          <p:spPr>
            <a:xfrm>
              <a:off x="0" y="497225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4" name="Google Shape;34;p2"/>
            <p:cNvSpPr/>
            <p:nvPr/>
          </p:nvSpPr>
          <p:spPr>
            <a:xfrm>
              <a:off x="86768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5" name="Google Shape;35;p2"/>
            <p:cNvSpPr/>
            <p:nvPr/>
          </p:nvSpPr>
          <p:spPr>
            <a:xfrm>
              <a:off x="847046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6" name="Google Shape;36;p2"/>
            <p:cNvSpPr/>
            <p:nvPr/>
          </p:nvSpPr>
          <p:spPr>
            <a:xfrm>
              <a:off x="826327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7" name="Google Shape;37;p2"/>
            <p:cNvSpPr/>
            <p:nvPr/>
          </p:nvSpPr>
          <p:spPr>
            <a:xfrm>
              <a:off x="805608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8" name="Google Shape;38;p2"/>
            <p:cNvSpPr/>
            <p:nvPr/>
          </p:nvSpPr>
          <p:spPr>
            <a:xfrm>
              <a:off x="78488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9" name="Google Shape;39;p2"/>
            <p:cNvSpPr/>
            <p:nvPr/>
          </p:nvSpPr>
          <p:spPr>
            <a:xfrm>
              <a:off x="764169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0" name="Google Shape;40;p2"/>
            <p:cNvSpPr/>
            <p:nvPr/>
          </p:nvSpPr>
          <p:spPr>
            <a:xfrm>
              <a:off x="74345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1" name="Google Shape;41;p2"/>
            <p:cNvSpPr/>
            <p:nvPr/>
          </p:nvSpPr>
          <p:spPr>
            <a:xfrm>
              <a:off x="722730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2" name="Google Shape;42;p2"/>
            <p:cNvSpPr/>
            <p:nvPr/>
          </p:nvSpPr>
          <p:spPr>
            <a:xfrm>
              <a:off x="702093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3" name="Google Shape;43;p2"/>
            <p:cNvSpPr/>
            <p:nvPr/>
          </p:nvSpPr>
          <p:spPr>
            <a:xfrm>
              <a:off x="68137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4" name="Google Shape;44;p2"/>
            <p:cNvSpPr/>
            <p:nvPr/>
          </p:nvSpPr>
          <p:spPr>
            <a:xfrm>
              <a:off x="66065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5" name="Google Shape;45;p2"/>
            <p:cNvSpPr/>
            <p:nvPr/>
          </p:nvSpPr>
          <p:spPr>
            <a:xfrm>
              <a:off x="639934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6" name="Google Shape;46;p2"/>
            <p:cNvSpPr/>
            <p:nvPr/>
          </p:nvSpPr>
          <p:spPr>
            <a:xfrm>
              <a:off x="619297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7" name="Google Shape;47;p2"/>
            <p:cNvSpPr/>
            <p:nvPr/>
          </p:nvSpPr>
          <p:spPr>
            <a:xfrm>
              <a:off x="598577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8" name="Google Shape;48;p2"/>
            <p:cNvSpPr/>
            <p:nvPr/>
          </p:nvSpPr>
          <p:spPr>
            <a:xfrm>
              <a:off x="577858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9" name="Google Shape;49;p2"/>
            <p:cNvSpPr/>
            <p:nvPr/>
          </p:nvSpPr>
          <p:spPr>
            <a:xfrm>
              <a:off x="55713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0" name="Google Shape;50;p2"/>
            <p:cNvSpPr/>
            <p:nvPr/>
          </p:nvSpPr>
          <p:spPr>
            <a:xfrm>
              <a:off x="536501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1" name="Google Shape;51;p2"/>
            <p:cNvSpPr/>
            <p:nvPr/>
          </p:nvSpPr>
          <p:spPr>
            <a:xfrm>
              <a:off x="515863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2" name="Google Shape;52;p2"/>
            <p:cNvSpPr/>
            <p:nvPr/>
          </p:nvSpPr>
          <p:spPr>
            <a:xfrm>
              <a:off x="495144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3" name="Google Shape;53;p2"/>
            <p:cNvSpPr/>
            <p:nvPr/>
          </p:nvSpPr>
          <p:spPr>
            <a:xfrm>
              <a:off x="47442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4" name="Google Shape;54;p2"/>
            <p:cNvSpPr/>
            <p:nvPr/>
          </p:nvSpPr>
          <p:spPr>
            <a:xfrm>
              <a:off x="453705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5" name="Google Shape;55;p2"/>
            <p:cNvSpPr/>
            <p:nvPr/>
          </p:nvSpPr>
          <p:spPr>
            <a:xfrm>
              <a:off x="432986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6" name="Google Shape;56;p2"/>
            <p:cNvSpPr/>
            <p:nvPr/>
          </p:nvSpPr>
          <p:spPr>
            <a:xfrm>
              <a:off x="412266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7" name="Google Shape;57;p2"/>
            <p:cNvSpPr/>
            <p:nvPr/>
          </p:nvSpPr>
          <p:spPr>
            <a:xfrm>
              <a:off x="39162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8" name="Google Shape;58;p2"/>
            <p:cNvSpPr/>
            <p:nvPr/>
          </p:nvSpPr>
          <p:spPr>
            <a:xfrm>
              <a:off x="370909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9" name="Google Shape;59;p2"/>
            <p:cNvSpPr/>
            <p:nvPr/>
          </p:nvSpPr>
          <p:spPr>
            <a:xfrm>
              <a:off x="35019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0" name="Google Shape;60;p2"/>
            <p:cNvSpPr/>
            <p:nvPr/>
          </p:nvSpPr>
          <p:spPr>
            <a:xfrm>
              <a:off x="329470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1" name="Google Shape;61;p2"/>
            <p:cNvSpPr/>
            <p:nvPr/>
          </p:nvSpPr>
          <p:spPr>
            <a:xfrm>
              <a:off x="308751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2" name="Google Shape;62;p2"/>
            <p:cNvSpPr/>
            <p:nvPr/>
          </p:nvSpPr>
          <p:spPr>
            <a:xfrm>
              <a:off x="28811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3" name="Google Shape;63;p2"/>
            <p:cNvSpPr/>
            <p:nvPr/>
          </p:nvSpPr>
          <p:spPr>
            <a:xfrm>
              <a:off x="26739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4" name="Google Shape;64;p2"/>
            <p:cNvSpPr/>
            <p:nvPr/>
          </p:nvSpPr>
          <p:spPr>
            <a:xfrm>
              <a:off x="246674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5" name="Google Shape;65;p2"/>
            <p:cNvSpPr/>
            <p:nvPr/>
          </p:nvSpPr>
          <p:spPr>
            <a:xfrm>
              <a:off x="225955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6" name="Google Shape;66;p2"/>
            <p:cNvSpPr/>
            <p:nvPr/>
          </p:nvSpPr>
          <p:spPr>
            <a:xfrm>
              <a:off x="205236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7" name="Google Shape;67;p2"/>
            <p:cNvSpPr/>
            <p:nvPr/>
          </p:nvSpPr>
          <p:spPr>
            <a:xfrm>
              <a:off x="184598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8" name="Google Shape;68;p2"/>
            <p:cNvSpPr/>
            <p:nvPr/>
          </p:nvSpPr>
          <p:spPr>
            <a:xfrm>
              <a:off x="16387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9" name="Google Shape;69;p2"/>
            <p:cNvSpPr/>
            <p:nvPr/>
          </p:nvSpPr>
          <p:spPr>
            <a:xfrm>
              <a:off x="143159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0" name="Google Shape;70;p2"/>
            <p:cNvSpPr/>
            <p:nvPr/>
          </p:nvSpPr>
          <p:spPr>
            <a:xfrm>
              <a:off x="122440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1" name="Google Shape;71;p2"/>
            <p:cNvSpPr/>
            <p:nvPr/>
          </p:nvSpPr>
          <p:spPr>
            <a:xfrm>
              <a:off x="101720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2" name="Google Shape;72;p2"/>
            <p:cNvSpPr/>
            <p:nvPr/>
          </p:nvSpPr>
          <p:spPr>
            <a:xfrm>
              <a:off x="81001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3" name="Google Shape;73;p2"/>
            <p:cNvSpPr/>
            <p:nvPr/>
          </p:nvSpPr>
          <p:spPr>
            <a:xfrm>
              <a:off x="60363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4" name="Google Shape;74;p2"/>
            <p:cNvSpPr/>
            <p:nvPr/>
          </p:nvSpPr>
          <p:spPr>
            <a:xfrm>
              <a:off x="39644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5" name="Google Shape;75;p2"/>
            <p:cNvSpPr/>
            <p:nvPr/>
          </p:nvSpPr>
          <p:spPr>
            <a:xfrm>
              <a:off x="18925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6" name="Google Shape;76;p2"/>
            <p:cNvSpPr/>
            <p:nvPr/>
          </p:nvSpPr>
          <p:spPr>
            <a:xfrm>
              <a:off x="8716176" y="19320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7" name="Google Shape;77;p2"/>
            <p:cNvSpPr/>
            <p:nvPr/>
          </p:nvSpPr>
          <p:spPr>
            <a:xfrm>
              <a:off x="8716176" y="40112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8" name="Google Shape;78;p2"/>
            <p:cNvSpPr/>
            <p:nvPr/>
          </p:nvSpPr>
          <p:spPr>
            <a:xfrm>
              <a:off x="8716176" y="60905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9" name="Google Shape;79;p2"/>
            <p:cNvSpPr/>
            <p:nvPr/>
          </p:nvSpPr>
          <p:spPr>
            <a:xfrm>
              <a:off x="8716176" y="81698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0" name="Google Shape;80;p2"/>
            <p:cNvSpPr/>
            <p:nvPr/>
          </p:nvSpPr>
          <p:spPr>
            <a:xfrm>
              <a:off x="8716176" y="102409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1" name="Google Shape;81;p2"/>
            <p:cNvSpPr/>
            <p:nvPr/>
          </p:nvSpPr>
          <p:spPr>
            <a:xfrm>
              <a:off x="8716176" y="123201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2" name="Google Shape;82;p2"/>
            <p:cNvSpPr/>
            <p:nvPr/>
          </p:nvSpPr>
          <p:spPr>
            <a:xfrm>
              <a:off x="8716176" y="143994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3" name="Google Shape;83;p2"/>
            <p:cNvSpPr/>
            <p:nvPr/>
          </p:nvSpPr>
          <p:spPr>
            <a:xfrm>
              <a:off x="8716176" y="164787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4" name="Google Shape;84;p2"/>
            <p:cNvSpPr/>
            <p:nvPr/>
          </p:nvSpPr>
          <p:spPr>
            <a:xfrm>
              <a:off x="8716176" y="185498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5" name="Google Shape;85;p2"/>
            <p:cNvSpPr/>
            <p:nvPr/>
          </p:nvSpPr>
          <p:spPr>
            <a:xfrm>
              <a:off x="8716176" y="206290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6" name="Google Shape;86;p2"/>
            <p:cNvSpPr/>
            <p:nvPr/>
          </p:nvSpPr>
          <p:spPr>
            <a:xfrm>
              <a:off x="8716176" y="227083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7" name="Google Shape;87;p2"/>
            <p:cNvSpPr/>
            <p:nvPr/>
          </p:nvSpPr>
          <p:spPr>
            <a:xfrm>
              <a:off x="8716176" y="247876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8" name="Google Shape;88;p2"/>
            <p:cNvSpPr/>
            <p:nvPr/>
          </p:nvSpPr>
          <p:spPr>
            <a:xfrm>
              <a:off x="8716176" y="268668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9" name="Google Shape;89;p2"/>
            <p:cNvSpPr/>
            <p:nvPr/>
          </p:nvSpPr>
          <p:spPr>
            <a:xfrm>
              <a:off x="8716176" y="289461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0" name="Google Shape;90;p2"/>
            <p:cNvSpPr/>
            <p:nvPr/>
          </p:nvSpPr>
          <p:spPr>
            <a:xfrm>
              <a:off x="8716176" y="310254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1" name="Google Shape;91;p2"/>
            <p:cNvSpPr/>
            <p:nvPr/>
          </p:nvSpPr>
          <p:spPr>
            <a:xfrm>
              <a:off x="8716176" y="330965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2" name="Google Shape;92;p2"/>
            <p:cNvSpPr/>
            <p:nvPr/>
          </p:nvSpPr>
          <p:spPr>
            <a:xfrm>
              <a:off x="8716176" y="351757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3" name="Google Shape;93;p2"/>
            <p:cNvSpPr/>
            <p:nvPr/>
          </p:nvSpPr>
          <p:spPr>
            <a:xfrm>
              <a:off x="8716176" y="372550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4" name="Google Shape;94;p2"/>
            <p:cNvSpPr/>
            <p:nvPr/>
          </p:nvSpPr>
          <p:spPr>
            <a:xfrm>
              <a:off x="8716176" y="393343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5" name="Google Shape;95;p2"/>
            <p:cNvSpPr/>
            <p:nvPr/>
          </p:nvSpPr>
          <p:spPr>
            <a:xfrm>
              <a:off x="8716176" y="414054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6" name="Google Shape;96;p2"/>
            <p:cNvSpPr/>
            <p:nvPr/>
          </p:nvSpPr>
          <p:spPr>
            <a:xfrm>
              <a:off x="8716176" y="434846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7" name="Google Shape;97;p2"/>
            <p:cNvSpPr/>
            <p:nvPr/>
          </p:nvSpPr>
          <p:spPr>
            <a:xfrm>
              <a:off x="8716176" y="455639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8" name="Google Shape;98;p2"/>
            <p:cNvSpPr/>
            <p:nvPr/>
          </p:nvSpPr>
          <p:spPr>
            <a:xfrm>
              <a:off x="8716176" y="476432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9" name="Google Shape;99;p2"/>
            <p:cNvSpPr/>
            <p:nvPr/>
          </p:nvSpPr>
          <p:spPr>
            <a:xfrm>
              <a:off x="8716176" y="497225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0" name="Google Shape;100;p2"/>
            <p:cNvSpPr/>
            <p:nvPr/>
          </p:nvSpPr>
          <p:spPr>
            <a:xfrm>
              <a:off x="907150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1" name="Google Shape;101;p2"/>
            <p:cNvSpPr/>
            <p:nvPr/>
          </p:nvSpPr>
          <p:spPr>
            <a:xfrm>
              <a:off x="886430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grpSp>
        <p:nvGrpSpPr>
          <p:cNvPr id="102" name="Google Shape;102;p2"/>
          <p:cNvGrpSpPr/>
          <p:nvPr/>
        </p:nvGrpSpPr>
        <p:grpSpPr>
          <a:xfrm rot="10800000">
            <a:off x="711299" y="4"/>
            <a:ext cx="7721361" cy="453231"/>
            <a:chOff x="713261" y="4150779"/>
            <a:chExt cx="7721361" cy="453231"/>
          </a:xfrm>
        </p:grpSpPr>
        <p:grpSp>
          <p:nvGrpSpPr>
            <p:cNvPr id="103" name="Google Shape;103;p2"/>
            <p:cNvGrpSpPr/>
            <p:nvPr/>
          </p:nvGrpSpPr>
          <p:grpSpPr>
            <a:xfrm>
              <a:off x="713261" y="4150779"/>
              <a:ext cx="4528741" cy="453231"/>
              <a:chOff x="2226811" y="890954"/>
              <a:chExt cx="4528741" cy="453231"/>
            </a:xfrm>
          </p:grpSpPr>
          <p:sp>
            <p:nvSpPr>
              <p:cNvPr id="104" name="Google Shape;104;p2"/>
              <p:cNvSpPr/>
              <p:nvPr/>
            </p:nvSpPr>
            <p:spPr>
              <a:xfrm>
                <a:off x="3450556" y="1155076"/>
                <a:ext cx="92574" cy="189109"/>
              </a:xfrm>
              <a:custGeom>
                <a:avLst/>
                <a:gdLst/>
                <a:ahLst/>
                <a:cxnLst/>
                <a:rect l="l" t="t" r="r" b="b"/>
                <a:pathLst>
                  <a:path w="251" h="1500" extrusionOk="0">
                    <a:moveTo>
                      <a:pt x="0" y="0"/>
                    </a:moveTo>
                    <a:lnTo>
                      <a:pt x="251" y="0"/>
                    </a:lnTo>
                    <a:lnTo>
                      <a:pt x="251" y="1500"/>
                    </a:lnTo>
                    <a:lnTo>
                      <a:pt x="0" y="150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5" name="Google Shape;105;p2"/>
              <p:cNvSpPr/>
              <p:nvPr/>
            </p:nvSpPr>
            <p:spPr>
              <a:xfrm>
                <a:off x="3909737" y="1006185"/>
                <a:ext cx="92205" cy="338000"/>
              </a:xfrm>
              <a:custGeom>
                <a:avLst/>
                <a:gdLst/>
                <a:ahLst/>
                <a:cxnLst/>
                <a:rect l="l" t="t" r="r" b="b"/>
                <a:pathLst>
                  <a:path w="250" h="2681" extrusionOk="0">
                    <a:moveTo>
                      <a:pt x="0" y="0"/>
                    </a:moveTo>
                    <a:lnTo>
                      <a:pt x="250" y="0"/>
                    </a:lnTo>
                    <a:lnTo>
                      <a:pt x="250" y="2681"/>
                    </a:lnTo>
                    <a:lnTo>
                      <a:pt x="0" y="268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6" name="Google Shape;106;p2"/>
              <p:cNvSpPr/>
              <p:nvPr/>
            </p:nvSpPr>
            <p:spPr>
              <a:xfrm>
                <a:off x="4521241" y="890954"/>
                <a:ext cx="92574" cy="453231"/>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7" name="Google Shape;107;p2"/>
              <p:cNvSpPr/>
              <p:nvPr/>
            </p:nvSpPr>
            <p:spPr>
              <a:xfrm>
                <a:off x="5439602" y="960042"/>
                <a:ext cx="92205" cy="384143"/>
              </a:xfrm>
              <a:custGeom>
                <a:avLst/>
                <a:gdLst/>
                <a:ahLst/>
                <a:cxnLst/>
                <a:rect l="l" t="t" r="r" b="b"/>
                <a:pathLst>
                  <a:path w="250" h="3047" extrusionOk="0">
                    <a:moveTo>
                      <a:pt x="0" y="0"/>
                    </a:moveTo>
                    <a:lnTo>
                      <a:pt x="250" y="0"/>
                    </a:lnTo>
                    <a:lnTo>
                      <a:pt x="250" y="3047"/>
                    </a:lnTo>
                    <a:lnTo>
                      <a:pt x="0" y="304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8" name="Google Shape;108;p2"/>
              <p:cNvSpPr/>
              <p:nvPr/>
            </p:nvSpPr>
            <p:spPr>
              <a:xfrm>
                <a:off x="4827361" y="1080063"/>
                <a:ext cx="92205" cy="264122"/>
              </a:xfrm>
              <a:custGeom>
                <a:avLst/>
                <a:gdLst/>
                <a:ahLst/>
                <a:cxnLst/>
                <a:rect l="l" t="t" r="r" b="b"/>
                <a:pathLst>
                  <a:path w="250" h="2095" extrusionOk="0">
                    <a:moveTo>
                      <a:pt x="0" y="0"/>
                    </a:moveTo>
                    <a:lnTo>
                      <a:pt x="250" y="0"/>
                    </a:lnTo>
                    <a:lnTo>
                      <a:pt x="250" y="2095"/>
                    </a:lnTo>
                    <a:lnTo>
                      <a:pt x="0" y="209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9" name="Google Shape;109;p2"/>
              <p:cNvSpPr/>
              <p:nvPr/>
            </p:nvSpPr>
            <p:spPr>
              <a:xfrm>
                <a:off x="3297865" y="1196806"/>
                <a:ext cx="92205"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0" name="Google Shape;110;p2"/>
              <p:cNvSpPr/>
              <p:nvPr/>
            </p:nvSpPr>
            <p:spPr>
              <a:xfrm>
                <a:off x="3756677" y="1196932"/>
                <a:ext cx="92205"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1" name="Google Shape;111;p2"/>
              <p:cNvSpPr/>
              <p:nvPr/>
            </p:nvSpPr>
            <p:spPr>
              <a:xfrm>
                <a:off x="4368549" y="1066573"/>
                <a:ext cx="92574" cy="277612"/>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2" name="Google Shape;112;p2"/>
              <p:cNvSpPr/>
              <p:nvPr/>
            </p:nvSpPr>
            <p:spPr>
              <a:xfrm>
                <a:off x="5133482" y="1222651"/>
                <a:ext cx="92205" cy="121534"/>
              </a:xfrm>
              <a:custGeom>
                <a:avLst/>
                <a:gdLst/>
                <a:ahLst/>
                <a:cxnLst/>
                <a:rect l="l" t="t" r="r" b="b"/>
                <a:pathLst>
                  <a:path w="250" h="964" extrusionOk="0">
                    <a:moveTo>
                      <a:pt x="0" y="0"/>
                    </a:moveTo>
                    <a:lnTo>
                      <a:pt x="250" y="0"/>
                    </a:lnTo>
                    <a:lnTo>
                      <a:pt x="250" y="964"/>
                    </a:lnTo>
                    <a:lnTo>
                      <a:pt x="0" y="96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3" name="Google Shape;113;p2"/>
              <p:cNvSpPr/>
              <p:nvPr/>
            </p:nvSpPr>
            <p:spPr>
              <a:xfrm>
                <a:off x="5898415" y="1283418"/>
                <a:ext cx="92205" cy="60767"/>
              </a:xfrm>
              <a:custGeom>
                <a:avLst/>
                <a:gdLst/>
                <a:ahLst/>
                <a:cxnLst/>
                <a:rect l="l" t="t" r="r" b="b"/>
                <a:pathLst>
                  <a:path w="250" h="482" extrusionOk="0">
                    <a:moveTo>
                      <a:pt x="0" y="0"/>
                    </a:moveTo>
                    <a:lnTo>
                      <a:pt x="250" y="0"/>
                    </a:lnTo>
                    <a:lnTo>
                      <a:pt x="250" y="482"/>
                    </a:lnTo>
                    <a:lnTo>
                      <a:pt x="0" y="48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4" name="Google Shape;114;p2"/>
              <p:cNvSpPr/>
              <p:nvPr/>
            </p:nvSpPr>
            <p:spPr>
              <a:xfrm>
                <a:off x="5745354" y="1188738"/>
                <a:ext cx="92205" cy="155447"/>
              </a:xfrm>
              <a:custGeom>
                <a:avLst/>
                <a:gdLst/>
                <a:ahLst/>
                <a:cxnLst/>
                <a:rect l="l" t="t" r="r" b="b"/>
                <a:pathLst>
                  <a:path w="250" h="1233" extrusionOk="0">
                    <a:moveTo>
                      <a:pt x="0" y="0"/>
                    </a:moveTo>
                    <a:lnTo>
                      <a:pt x="250" y="0"/>
                    </a:lnTo>
                    <a:lnTo>
                      <a:pt x="250" y="1233"/>
                    </a:lnTo>
                    <a:lnTo>
                      <a:pt x="0" y="123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5" name="Google Shape;115;p2"/>
              <p:cNvSpPr/>
              <p:nvPr/>
            </p:nvSpPr>
            <p:spPr>
              <a:xfrm>
                <a:off x="6510287" y="1215213"/>
                <a:ext cx="92574" cy="128972"/>
              </a:xfrm>
              <a:custGeom>
                <a:avLst/>
                <a:gdLst/>
                <a:ahLst/>
                <a:cxnLst/>
                <a:rect l="l" t="t" r="r" b="b"/>
                <a:pathLst>
                  <a:path w="251" h="1023" extrusionOk="0">
                    <a:moveTo>
                      <a:pt x="0" y="0"/>
                    </a:moveTo>
                    <a:lnTo>
                      <a:pt x="251" y="0"/>
                    </a:lnTo>
                    <a:lnTo>
                      <a:pt x="251" y="1023"/>
                    </a:lnTo>
                    <a:lnTo>
                      <a:pt x="0" y="102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6" name="Google Shape;116;p2"/>
              <p:cNvSpPr/>
              <p:nvPr/>
            </p:nvSpPr>
            <p:spPr>
              <a:xfrm>
                <a:off x="6357595" y="1255556"/>
                <a:ext cx="92205" cy="88629"/>
              </a:xfrm>
              <a:custGeom>
                <a:avLst/>
                <a:gdLst/>
                <a:ahLst/>
                <a:cxnLst/>
                <a:rect l="l" t="t" r="r" b="b"/>
                <a:pathLst>
                  <a:path w="250" h="703" extrusionOk="0">
                    <a:moveTo>
                      <a:pt x="0" y="0"/>
                    </a:moveTo>
                    <a:lnTo>
                      <a:pt x="250" y="0"/>
                    </a:lnTo>
                    <a:lnTo>
                      <a:pt x="250" y="703"/>
                    </a:lnTo>
                    <a:lnTo>
                      <a:pt x="0" y="70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7" name="Google Shape;117;p2"/>
              <p:cNvSpPr/>
              <p:nvPr/>
            </p:nvSpPr>
            <p:spPr>
              <a:xfrm>
                <a:off x="6663347" y="1236897"/>
                <a:ext cx="92205" cy="107288"/>
              </a:xfrm>
              <a:custGeom>
                <a:avLst/>
                <a:gdLst/>
                <a:ahLst/>
                <a:cxnLst/>
                <a:rect l="l" t="t" r="r" b="b"/>
                <a:pathLst>
                  <a:path w="250" h="851" extrusionOk="0">
                    <a:moveTo>
                      <a:pt x="0" y="0"/>
                    </a:moveTo>
                    <a:lnTo>
                      <a:pt x="250" y="0"/>
                    </a:lnTo>
                    <a:lnTo>
                      <a:pt x="250" y="851"/>
                    </a:lnTo>
                    <a:lnTo>
                      <a:pt x="0" y="85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8" name="Google Shape;118;p2"/>
              <p:cNvSpPr/>
              <p:nvPr/>
            </p:nvSpPr>
            <p:spPr>
              <a:xfrm>
                <a:off x="6204535" y="1126710"/>
                <a:ext cx="92205" cy="217475"/>
              </a:xfrm>
              <a:custGeom>
                <a:avLst/>
                <a:gdLst/>
                <a:ahLst/>
                <a:cxnLst/>
                <a:rect l="l" t="t" r="r" b="b"/>
                <a:pathLst>
                  <a:path w="250" h="1725" extrusionOk="0">
                    <a:moveTo>
                      <a:pt x="0" y="0"/>
                    </a:moveTo>
                    <a:lnTo>
                      <a:pt x="250" y="0"/>
                    </a:lnTo>
                    <a:lnTo>
                      <a:pt x="250" y="1725"/>
                    </a:lnTo>
                    <a:lnTo>
                      <a:pt x="0" y="172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9" name="Google Shape;119;p2"/>
              <p:cNvSpPr/>
              <p:nvPr/>
            </p:nvSpPr>
            <p:spPr>
              <a:xfrm>
                <a:off x="5286542" y="1168692"/>
                <a:ext cx="92205" cy="175493"/>
              </a:xfrm>
              <a:custGeom>
                <a:avLst/>
                <a:gdLst/>
                <a:ahLst/>
                <a:cxnLst/>
                <a:rect l="l" t="t" r="r" b="b"/>
                <a:pathLst>
                  <a:path w="250" h="1392" extrusionOk="0">
                    <a:moveTo>
                      <a:pt x="0" y="0"/>
                    </a:moveTo>
                    <a:lnTo>
                      <a:pt x="250" y="0"/>
                    </a:lnTo>
                    <a:lnTo>
                      <a:pt x="250" y="1392"/>
                    </a:lnTo>
                    <a:lnTo>
                      <a:pt x="0" y="139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0" name="Google Shape;120;p2"/>
              <p:cNvSpPr/>
              <p:nvPr/>
            </p:nvSpPr>
            <p:spPr>
              <a:xfrm>
                <a:off x="4062797" y="1196806"/>
                <a:ext cx="92205"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1" name="Google Shape;121;p2"/>
              <p:cNvSpPr/>
              <p:nvPr/>
            </p:nvSpPr>
            <p:spPr>
              <a:xfrm>
                <a:off x="2991744" y="1196932"/>
                <a:ext cx="92205"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2" name="Google Shape;122;p2"/>
              <p:cNvSpPr/>
              <p:nvPr/>
            </p:nvSpPr>
            <p:spPr>
              <a:xfrm>
                <a:off x="2685624" y="1247992"/>
                <a:ext cx="92205" cy="96193"/>
              </a:xfrm>
              <a:custGeom>
                <a:avLst/>
                <a:gdLst/>
                <a:ahLst/>
                <a:cxnLst/>
                <a:rect l="l" t="t" r="r" b="b"/>
                <a:pathLst>
                  <a:path w="250" h="763" extrusionOk="0">
                    <a:moveTo>
                      <a:pt x="0" y="0"/>
                    </a:moveTo>
                    <a:lnTo>
                      <a:pt x="250" y="0"/>
                    </a:lnTo>
                    <a:lnTo>
                      <a:pt x="250" y="763"/>
                    </a:lnTo>
                    <a:lnTo>
                      <a:pt x="0" y="76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3" name="Google Shape;123;p2"/>
              <p:cNvSpPr/>
              <p:nvPr/>
            </p:nvSpPr>
            <p:spPr>
              <a:xfrm>
                <a:off x="2379503" y="1248118"/>
                <a:ext cx="92574" cy="96067"/>
              </a:xfrm>
              <a:custGeom>
                <a:avLst/>
                <a:gdLst/>
                <a:ahLst/>
                <a:cxnLst/>
                <a:rect l="l" t="t" r="r" b="b"/>
                <a:pathLst>
                  <a:path w="251" h="762" extrusionOk="0">
                    <a:moveTo>
                      <a:pt x="0" y="0"/>
                    </a:moveTo>
                    <a:lnTo>
                      <a:pt x="251" y="0"/>
                    </a:lnTo>
                    <a:lnTo>
                      <a:pt x="251" y="762"/>
                    </a:lnTo>
                    <a:lnTo>
                      <a:pt x="0" y="76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4" name="Google Shape;124;p2"/>
              <p:cNvSpPr/>
              <p:nvPr/>
            </p:nvSpPr>
            <p:spPr>
              <a:xfrm>
                <a:off x="2532563" y="1183569"/>
                <a:ext cx="92205" cy="160616"/>
              </a:xfrm>
              <a:custGeom>
                <a:avLst/>
                <a:gdLst/>
                <a:ahLst/>
                <a:cxnLst/>
                <a:rect l="l" t="t" r="r" b="b"/>
                <a:pathLst>
                  <a:path w="250" h="1274" extrusionOk="0">
                    <a:moveTo>
                      <a:pt x="0" y="0"/>
                    </a:moveTo>
                    <a:lnTo>
                      <a:pt x="250" y="0"/>
                    </a:lnTo>
                    <a:lnTo>
                      <a:pt x="250" y="1274"/>
                    </a:lnTo>
                    <a:lnTo>
                      <a:pt x="0" y="127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5" name="Google Shape;125;p2"/>
              <p:cNvSpPr/>
              <p:nvPr/>
            </p:nvSpPr>
            <p:spPr>
              <a:xfrm>
                <a:off x="3144804" y="1283040"/>
                <a:ext cx="92205"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6" name="Google Shape;126;p2"/>
              <p:cNvSpPr/>
              <p:nvPr/>
            </p:nvSpPr>
            <p:spPr>
              <a:xfrm>
                <a:off x="3603617" y="1283040"/>
                <a:ext cx="92574" cy="61145"/>
              </a:xfrm>
              <a:custGeom>
                <a:avLst/>
                <a:gdLst/>
                <a:ahLst/>
                <a:cxnLst/>
                <a:rect l="l" t="t" r="r" b="b"/>
                <a:pathLst>
                  <a:path w="251" h="485" extrusionOk="0">
                    <a:moveTo>
                      <a:pt x="0" y="0"/>
                    </a:moveTo>
                    <a:lnTo>
                      <a:pt x="251" y="0"/>
                    </a:lnTo>
                    <a:lnTo>
                      <a:pt x="251" y="485"/>
                    </a:lnTo>
                    <a:lnTo>
                      <a:pt x="0" y="48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7" name="Google Shape;127;p2"/>
              <p:cNvSpPr/>
              <p:nvPr/>
            </p:nvSpPr>
            <p:spPr>
              <a:xfrm>
                <a:off x="4215858" y="1283040"/>
                <a:ext cx="92205"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8" name="Google Shape;128;p2"/>
              <p:cNvSpPr/>
              <p:nvPr/>
            </p:nvSpPr>
            <p:spPr>
              <a:xfrm>
                <a:off x="4980422" y="1114481"/>
                <a:ext cx="92205" cy="229704"/>
              </a:xfrm>
              <a:custGeom>
                <a:avLst/>
                <a:gdLst/>
                <a:ahLst/>
                <a:cxnLst/>
                <a:rect l="l" t="t" r="r" b="b"/>
                <a:pathLst>
                  <a:path w="250" h="1822" extrusionOk="0">
                    <a:moveTo>
                      <a:pt x="0" y="0"/>
                    </a:moveTo>
                    <a:lnTo>
                      <a:pt x="250" y="0"/>
                    </a:lnTo>
                    <a:lnTo>
                      <a:pt x="250" y="1822"/>
                    </a:lnTo>
                    <a:lnTo>
                      <a:pt x="0" y="182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9" name="Google Shape;129;p2"/>
              <p:cNvSpPr/>
              <p:nvPr/>
            </p:nvSpPr>
            <p:spPr>
              <a:xfrm>
                <a:off x="4674301" y="1306111"/>
                <a:ext cx="92205"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 name="Google Shape;130;p2"/>
              <p:cNvSpPr/>
              <p:nvPr/>
            </p:nvSpPr>
            <p:spPr>
              <a:xfrm>
                <a:off x="5592294" y="1306111"/>
                <a:ext cx="92574" cy="38074"/>
              </a:xfrm>
              <a:custGeom>
                <a:avLst/>
                <a:gdLst/>
                <a:ahLst/>
                <a:cxnLst/>
                <a:rect l="l" t="t" r="r" b="b"/>
                <a:pathLst>
                  <a:path w="251" h="302" extrusionOk="0">
                    <a:moveTo>
                      <a:pt x="0" y="0"/>
                    </a:moveTo>
                    <a:lnTo>
                      <a:pt x="251" y="0"/>
                    </a:lnTo>
                    <a:lnTo>
                      <a:pt x="251" y="302"/>
                    </a:lnTo>
                    <a:lnTo>
                      <a:pt x="0" y="3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1" name="Google Shape;131;p2"/>
              <p:cNvSpPr/>
              <p:nvPr/>
            </p:nvSpPr>
            <p:spPr>
              <a:xfrm>
                <a:off x="6051475" y="1306111"/>
                <a:ext cx="92205"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2" name="Google Shape;132;p2"/>
              <p:cNvSpPr/>
              <p:nvPr/>
            </p:nvSpPr>
            <p:spPr>
              <a:xfrm>
                <a:off x="2838684" y="1313676"/>
                <a:ext cx="92205" cy="30510"/>
              </a:xfrm>
              <a:custGeom>
                <a:avLst/>
                <a:gdLst/>
                <a:ahLst/>
                <a:cxnLst/>
                <a:rect l="l" t="t" r="r" b="b"/>
                <a:pathLst>
                  <a:path w="250" h="242" extrusionOk="0">
                    <a:moveTo>
                      <a:pt x="0" y="0"/>
                    </a:moveTo>
                    <a:lnTo>
                      <a:pt x="250" y="0"/>
                    </a:lnTo>
                    <a:lnTo>
                      <a:pt x="250" y="242"/>
                    </a:lnTo>
                    <a:lnTo>
                      <a:pt x="0" y="242"/>
                    </a:lnTo>
                    <a:lnTo>
                      <a:pt x="0" y="0"/>
                    </a:lnTo>
                    <a:close/>
                  </a:path>
                </a:pathLst>
              </a:custGeom>
              <a:solidFill>
                <a:schemeClr val="lt2"/>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3" name="Google Shape;133;p2"/>
              <p:cNvSpPr/>
              <p:nvPr/>
            </p:nvSpPr>
            <p:spPr>
              <a:xfrm>
                <a:off x="2226811" y="1105404"/>
                <a:ext cx="92205" cy="238781"/>
              </a:xfrm>
              <a:custGeom>
                <a:avLst/>
                <a:gdLst/>
                <a:ahLst/>
                <a:cxnLst/>
                <a:rect l="l" t="t" r="r" b="b"/>
                <a:pathLst>
                  <a:path w="250" h="1894" extrusionOk="0">
                    <a:moveTo>
                      <a:pt x="0" y="0"/>
                    </a:moveTo>
                    <a:lnTo>
                      <a:pt x="250" y="0"/>
                    </a:lnTo>
                    <a:lnTo>
                      <a:pt x="250" y="1894"/>
                    </a:lnTo>
                    <a:lnTo>
                      <a:pt x="0" y="189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34" name="Google Shape;134;p2"/>
            <p:cNvGrpSpPr/>
            <p:nvPr/>
          </p:nvGrpSpPr>
          <p:grpSpPr>
            <a:xfrm>
              <a:off x="5301739" y="4150779"/>
              <a:ext cx="3132883" cy="453231"/>
              <a:chOff x="5301739" y="4150779"/>
              <a:chExt cx="3132883" cy="453231"/>
            </a:xfrm>
          </p:grpSpPr>
          <p:sp>
            <p:nvSpPr>
              <p:cNvPr id="135" name="Google Shape;135;p2"/>
              <p:cNvSpPr/>
              <p:nvPr/>
            </p:nvSpPr>
            <p:spPr>
              <a:xfrm>
                <a:off x="6517641" y="4414901"/>
                <a:ext cx="92574" cy="189109"/>
              </a:xfrm>
              <a:custGeom>
                <a:avLst/>
                <a:gdLst/>
                <a:ahLst/>
                <a:cxnLst/>
                <a:rect l="l" t="t" r="r" b="b"/>
                <a:pathLst>
                  <a:path w="251" h="1500" extrusionOk="0">
                    <a:moveTo>
                      <a:pt x="0" y="0"/>
                    </a:moveTo>
                    <a:lnTo>
                      <a:pt x="251" y="0"/>
                    </a:lnTo>
                    <a:lnTo>
                      <a:pt x="251" y="1500"/>
                    </a:lnTo>
                    <a:lnTo>
                      <a:pt x="0" y="150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6" name="Google Shape;136;p2"/>
              <p:cNvSpPr/>
              <p:nvPr/>
            </p:nvSpPr>
            <p:spPr>
              <a:xfrm>
                <a:off x="6974204" y="4266010"/>
                <a:ext cx="92205" cy="338000"/>
              </a:xfrm>
              <a:custGeom>
                <a:avLst/>
                <a:gdLst/>
                <a:ahLst/>
                <a:cxnLst/>
                <a:rect l="l" t="t" r="r" b="b"/>
                <a:pathLst>
                  <a:path w="250" h="2681" extrusionOk="0">
                    <a:moveTo>
                      <a:pt x="0" y="0"/>
                    </a:moveTo>
                    <a:lnTo>
                      <a:pt x="250" y="0"/>
                    </a:lnTo>
                    <a:lnTo>
                      <a:pt x="250" y="2681"/>
                    </a:lnTo>
                    <a:lnTo>
                      <a:pt x="0" y="268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7" name="Google Shape;137;p2"/>
              <p:cNvSpPr/>
              <p:nvPr/>
            </p:nvSpPr>
            <p:spPr>
              <a:xfrm>
                <a:off x="7582340" y="4150779"/>
                <a:ext cx="92574" cy="453231"/>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8" name="Google Shape;138;p2"/>
              <p:cNvSpPr/>
              <p:nvPr/>
            </p:nvSpPr>
            <p:spPr>
              <a:xfrm>
                <a:off x="7886592" y="4339888"/>
                <a:ext cx="92205" cy="264122"/>
              </a:xfrm>
              <a:custGeom>
                <a:avLst/>
                <a:gdLst/>
                <a:ahLst/>
                <a:cxnLst/>
                <a:rect l="l" t="t" r="r" b="b"/>
                <a:pathLst>
                  <a:path w="250" h="2095" extrusionOk="0">
                    <a:moveTo>
                      <a:pt x="0" y="0"/>
                    </a:moveTo>
                    <a:lnTo>
                      <a:pt x="250" y="0"/>
                    </a:lnTo>
                    <a:lnTo>
                      <a:pt x="250" y="2095"/>
                    </a:lnTo>
                    <a:lnTo>
                      <a:pt x="0" y="209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9" name="Google Shape;139;p2"/>
              <p:cNvSpPr/>
              <p:nvPr/>
            </p:nvSpPr>
            <p:spPr>
              <a:xfrm>
                <a:off x="6365700" y="4456631"/>
                <a:ext cx="92205"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0" name="Google Shape;140;p2"/>
              <p:cNvSpPr/>
              <p:nvPr/>
            </p:nvSpPr>
            <p:spPr>
              <a:xfrm>
                <a:off x="6822262" y="4456757"/>
                <a:ext cx="92205"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1" name="Google Shape;141;p2"/>
              <p:cNvSpPr/>
              <p:nvPr/>
            </p:nvSpPr>
            <p:spPr>
              <a:xfrm>
                <a:off x="7430029" y="4326398"/>
                <a:ext cx="92574" cy="277612"/>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2" name="Google Shape;142;p2"/>
              <p:cNvSpPr/>
              <p:nvPr/>
            </p:nvSpPr>
            <p:spPr>
              <a:xfrm>
                <a:off x="8190475" y="4482476"/>
                <a:ext cx="92205" cy="121534"/>
              </a:xfrm>
              <a:custGeom>
                <a:avLst/>
                <a:gdLst/>
                <a:ahLst/>
                <a:cxnLst/>
                <a:rect l="l" t="t" r="r" b="b"/>
                <a:pathLst>
                  <a:path w="250" h="964" extrusionOk="0">
                    <a:moveTo>
                      <a:pt x="0" y="0"/>
                    </a:moveTo>
                    <a:lnTo>
                      <a:pt x="250" y="0"/>
                    </a:lnTo>
                    <a:lnTo>
                      <a:pt x="250" y="964"/>
                    </a:lnTo>
                    <a:lnTo>
                      <a:pt x="0" y="96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3" name="Google Shape;143;p2"/>
              <p:cNvSpPr/>
              <p:nvPr/>
            </p:nvSpPr>
            <p:spPr>
              <a:xfrm>
                <a:off x="8342417" y="4428517"/>
                <a:ext cx="92205" cy="175493"/>
              </a:xfrm>
              <a:custGeom>
                <a:avLst/>
                <a:gdLst/>
                <a:ahLst/>
                <a:cxnLst/>
                <a:rect l="l" t="t" r="r" b="b"/>
                <a:pathLst>
                  <a:path w="250" h="1392" extrusionOk="0">
                    <a:moveTo>
                      <a:pt x="0" y="0"/>
                    </a:moveTo>
                    <a:lnTo>
                      <a:pt x="250" y="0"/>
                    </a:lnTo>
                    <a:lnTo>
                      <a:pt x="250" y="1392"/>
                    </a:lnTo>
                    <a:lnTo>
                      <a:pt x="0" y="139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4" name="Google Shape;144;p2"/>
              <p:cNvSpPr/>
              <p:nvPr/>
            </p:nvSpPr>
            <p:spPr>
              <a:xfrm>
                <a:off x="7126146" y="4456631"/>
                <a:ext cx="92205"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5" name="Google Shape;145;p2"/>
              <p:cNvSpPr/>
              <p:nvPr/>
            </p:nvSpPr>
            <p:spPr>
              <a:xfrm>
                <a:off x="6061816" y="4456757"/>
                <a:ext cx="92205"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6" name="Google Shape;146;p2"/>
              <p:cNvSpPr/>
              <p:nvPr/>
            </p:nvSpPr>
            <p:spPr>
              <a:xfrm>
                <a:off x="5757933" y="4507817"/>
                <a:ext cx="92205" cy="96193"/>
              </a:xfrm>
              <a:custGeom>
                <a:avLst/>
                <a:gdLst/>
                <a:ahLst/>
                <a:cxnLst/>
                <a:rect l="l" t="t" r="r" b="b"/>
                <a:pathLst>
                  <a:path w="250" h="763" extrusionOk="0">
                    <a:moveTo>
                      <a:pt x="0" y="0"/>
                    </a:moveTo>
                    <a:lnTo>
                      <a:pt x="250" y="0"/>
                    </a:lnTo>
                    <a:lnTo>
                      <a:pt x="250" y="763"/>
                    </a:lnTo>
                    <a:lnTo>
                      <a:pt x="0" y="76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7" name="Google Shape;147;p2"/>
              <p:cNvSpPr/>
              <p:nvPr/>
            </p:nvSpPr>
            <p:spPr>
              <a:xfrm>
                <a:off x="5453681" y="4507943"/>
                <a:ext cx="92574" cy="96067"/>
              </a:xfrm>
              <a:custGeom>
                <a:avLst/>
                <a:gdLst/>
                <a:ahLst/>
                <a:cxnLst/>
                <a:rect l="l" t="t" r="r" b="b"/>
                <a:pathLst>
                  <a:path w="251" h="762" extrusionOk="0">
                    <a:moveTo>
                      <a:pt x="0" y="0"/>
                    </a:moveTo>
                    <a:lnTo>
                      <a:pt x="251" y="0"/>
                    </a:lnTo>
                    <a:lnTo>
                      <a:pt x="251" y="762"/>
                    </a:lnTo>
                    <a:lnTo>
                      <a:pt x="0" y="76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8" name="Google Shape;148;p2"/>
              <p:cNvSpPr/>
              <p:nvPr/>
            </p:nvSpPr>
            <p:spPr>
              <a:xfrm>
                <a:off x="5605991" y="4443394"/>
                <a:ext cx="92205" cy="160616"/>
              </a:xfrm>
              <a:custGeom>
                <a:avLst/>
                <a:gdLst/>
                <a:ahLst/>
                <a:cxnLst/>
                <a:rect l="l" t="t" r="r" b="b"/>
                <a:pathLst>
                  <a:path w="250" h="1274" extrusionOk="0">
                    <a:moveTo>
                      <a:pt x="0" y="0"/>
                    </a:moveTo>
                    <a:lnTo>
                      <a:pt x="250" y="0"/>
                    </a:lnTo>
                    <a:lnTo>
                      <a:pt x="250" y="1274"/>
                    </a:lnTo>
                    <a:lnTo>
                      <a:pt x="0" y="127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9" name="Google Shape;149;p2"/>
              <p:cNvSpPr/>
              <p:nvPr/>
            </p:nvSpPr>
            <p:spPr>
              <a:xfrm>
                <a:off x="6213758" y="4542865"/>
                <a:ext cx="92205"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0" name="Google Shape;150;p2"/>
              <p:cNvSpPr/>
              <p:nvPr/>
            </p:nvSpPr>
            <p:spPr>
              <a:xfrm>
                <a:off x="6669952" y="4542865"/>
                <a:ext cx="92574" cy="61145"/>
              </a:xfrm>
              <a:custGeom>
                <a:avLst/>
                <a:gdLst/>
                <a:ahLst/>
                <a:cxnLst/>
                <a:rect l="l" t="t" r="r" b="b"/>
                <a:pathLst>
                  <a:path w="251" h="485" extrusionOk="0">
                    <a:moveTo>
                      <a:pt x="0" y="0"/>
                    </a:moveTo>
                    <a:lnTo>
                      <a:pt x="251" y="0"/>
                    </a:lnTo>
                    <a:lnTo>
                      <a:pt x="251" y="485"/>
                    </a:lnTo>
                    <a:lnTo>
                      <a:pt x="0" y="48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1" name="Google Shape;151;p2"/>
              <p:cNvSpPr/>
              <p:nvPr/>
            </p:nvSpPr>
            <p:spPr>
              <a:xfrm>
                <a:off x="7278088" y="4542865"/>
                <a:ext cx="92205"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2" name="Google Shape;152;p2"/>
              <p:cNvSpPr/>
              <p:nvPr/>
            </p:nvSpPr>
            <p:spPr>
              <a:xfrm>
                <a:off x="8038534" y="4374306"/>
                <a:ext cx="92205" cy="229704"/>
              </a:xfrm>
              <a:custGeom>
                <a:avLst/>
                <a:gdLst/>
                <a:ahLst/>
                <a:cxnLst/>
                <a:rect l="l" t="t" r="r" b="b"/>
                <a:pathLst>
                  <a:path w="250" h="1822" extrusionOk="0">
                    <a:moveTo>
                      <a:pt x="0" y="0"/>
                    </a:moveTo>
                    <a:lnTo>
                      <a:pt x="250" y="0"/>
                    </a:lnTo>
                    <a:lnTo>
                      <a:pt x="250" y="1822"/>
                    </a:lnTo>
                    <a:lnTo>
                      <a:pt x="0" y="182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3" name="Google Shape;153;p2"/>
              <p:cNvSpPr/>
              <p:nvPr/>
            </p:nvSpPr>
            <p:spPr>
              <a:xfrm>
                <a:off x="7734650" y="4565936"/>
                <a:ext cx="92205"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4" name="Google Shape;154;p2"/>
              <p:cNvSpPr/>
              <p:nvPr/>
            </p:nvSpPr>
            <p:spPr>
              <a:xfrm>
                <a:off x="5909875" y="4573501"/>
                <a:ext cx="92205" cy="30510"/>
              </a:xfrm>
              <a:custGeom>
                <a:avLst/>
                <a:gdLst/>
                <a:ahLst/>
                <a:cxnLst/>
                <a:rect l="l" t="t" r="r" b="b"/>
                <a:pathLst>
                  <a:path w="250" h="242" extrusionOk="0">
                    <a:moveTo>
                      <a:pt x="0" y="0"/>
                    </a:moveTo>
                    <a:lnTo>
                      <a:pt x="250" y="0"/>
                    </a:lnTo>
                    <a:lnTo>
                      <a:pt x="250" y="242"/>
                    </a:lnTo>
                    <a:lnTo>
                      <a:pt x="0" y="242"/>
                    </a:lnTo>
                    <a:lnTo>
                      <a:pt x="0" y="0"/>
                    </a:lnTo>
                    <a:close/>
                  </a:path>
                </a:pathLst>
              </a:custGeom>
              <a:solidFill>
                <a:schemeClr val="lt2"/>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5" name="Google Shape;155;p2"/>
              <p:cNvSpPr/>
              <p:nvPr/>
            </p:nvSpPr>
            <p:spPr>
              <a:xfrm>
                <a:off x="5301739" y="4365229"/>
                <a:ext cx="92205" cy="238781"/>
              </a:xfrm>
              <a:custGeom>
                <a:avLst/>
                <a:gdLst/>
                <a:ahLst/>
                <a:cxnLst/>
                <a:rect l="l" t="t" r="r" b="b"/>
                <a:pathLst>
                  <a:path w="250" h="1894" extrusionOk="0">
                    <a:moveTo>
                      <a:pt x="0" y="0"/>
                    </a:moveTo>
                    <a:lnTo>
                      <a:pt x="250" y="0"/>
                    </a:lnTo>
                    <a:lnTo>
                      <a:pt x="250" y="1894"/>
                    </a:lnTo>
                    <a:lnTo>
                      <a:pt x="0" y="189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nvGrpSpPr>
          <p:cNvPr id="156" name="Google Shape;156;p2"/>
          <p:cNvGrpSpPr/>
          <p:nvPr/>
        </p:nvGrpSpPr>
        <p:grpSpPr>
          <a:xfrm>
            <a:off x="711324" y="4690279"/>
            <a:ext cx="7721361" cy="453231"/>
            <a:chOff x="713261" y="4150779"/>
            <a:chExt cx="7721361" cy="453231"/>
          </a:xfrm>
        </p:grpSpPr>
        <p:grpSp>
          <p:nvGrpSpPr>
            <p:cNvPr id="157" name="Google Shape;157;p2"/>
            <p:cNvGrpSpPr/>
            <p:nvPr/>
          </p:nvGrpSpPr>
          <p:grpSpPr>
            <a:xfrm>
              <a:off x="713261" y="4150779"/>
              <a:ext cx="4528741" cy="453231"/>
              <a:chOff x="2226811" y="890954"/>
              <a:chExt cx="4528741" cy="453231"/>
            </a:xfrm>
          </p:grpSpPr>
          <p:sp>
            <p:nvSpPr>
              <p:cNvPr id="158" name="Google Shape;158;p2"/>
              <p:cNvSpPr/>
              <p:nvPr/>
            </p:nvSpPr>
            <p:spPr>
              <a:xfrm>
                <a:off x="3450556" y="1155076"/>
                <a:ext cx="92574" cy="189109"/>
              </a:xfrm>
              <a:custGeom>
                <a:avLst/>
                <a:gdLst/>
                <a:ahLst/>
                <a:cxnLst/>
                <a:rect l="l" t="t" r="r" b="b"/>
                <a:pathLst>
                  <a:path w="251" h="1500" extrusionOk="0">
                    <a:moveTo>
                      <a:pt x="0" y="0"/>
                    </a:moveTo>
                    <a:lnTo>
                      <a:pt x="251" y="0"/>
                    </a:lnTo>
                    <a:lnTo>
                      <a:pt x="251" y="1500"/>
                    </a:lnTo>
                    <a:lnTo>
                      <a:pt x="0" y="150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9" name="Google Shape;159;p2"/>
              <p:cNvSpPr/>
              <p:nvPr/>
            </p:nvSpPr>
            <p:spPr>
              <a:xfrm>
                <a:off x="3909737" y="1006185"/>
                <a:ext cx="92205" cy="338000"/>
              </a:xfrm>
              <a:custGeom>
                <a:avLst/>
                <a:gdLst/>
                <a:ahLst/>
                <a:cxnLst/>
                <a:rect l="l" t="t" r="r" b="b"/>
                <a:pathLst>
                  <a:path w="250" h="2681" extrusionOk="0">
                    <a:moveTo>
                      <a:pt x="0" y="0"/>
                    </a:moveTo>
                    <a:lnTo>
                      <a:pt x="250" y="0"/>
                    </a:lnTo>
                    <a:lnTo>
                      <a:pt x="250" y="2681"/>
                    </a:lnTo>
                    <a:lnTo>
                      <a:pt x="0" y="268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0" name="Google Shape;160;p2"/>
              <p:cNvSpPr/>
              <p:nvPr/>
            </p:nvSpPr>
            <p:spPr>
              <a:xfrm>
                <a:off x="4521241" y="890954"/>
                <a:ext cx="92574" cy="453231"/>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1" name="Google Shape;161;p2"/>
              <p:cNvSpPr/>
              <p:nvPr/>
            </p:nvSpPr>
            <p:spPr>
              <a:xfrm>
                <a:off x="5439602" y="960042"/>
                <a:ext cx="92205" cy="384143"/>
              </a:xfrm>
              <a:custGeom>
                <a:avLst/>
                <a:gdLst/>
                <a:ahLst/>
                <a:cxnLst/>
                <a:rect l="l" t="t" r="r" b="b"/>
                <a:pathLst>
                  <a:path w="250" h="3047" extrusionOk="0">
                    <a:moveTo>
                      <a:pt x="0" y="0"/>
                    </a:moveTo>
                    <a:lnTo>
                      <a:pt x="250" y="0"/>
                    </a:lnTo>
                    <a:lnTo>
                      <a:pt x="250" y="3047"/>
                    </a:lnTo>
                    <a:lnTo>
                      <a:pt x="0" y="304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2" name="Google Shape;162;p2"/>
              <p:cNvSpPr/>
              <p:nvPr/>
            </p:nvSpPr>
            <p:spPr>
              <a:xfrm>
                <a:off x="4827361" y="1080063"/>
                <a:ext cx="92205" cy="264122"/>
              </a:xfrm>
              <a:custGeom>
                <a:avLst/>
                <a:gdLst/>
                <a:ahLst/>
                <a:cxnLst/>
                <a:rect l="l" t="t" r="r" b="b"/>
                <a:pathLst>
                  <a:path w="250" h="2095" extrusionOk="0">
                    <a:moveTo>
                      <a:pt x="0" y="0"/>
                    </a:moveTo>
                    <a:lnTo>
                      <a:pt x="250" y="0"/>
                    </a:lnTo>
                    <a:lnTo>
                      <a:pt x="250" y="2095"/>
                    </a:lnTo>
                    <a:lnTo>
                      <a:pt x="0" y="20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3" name="Google Shape;163;p2"/>
              <p:cNvSpPr/>
              <p:nvPr/>
            </p:nvSpPr>
            <p:spPr>
              <a:xfrm>
                <a:off x="3297865" y="1196806"/>
                <a:ext cx="92205"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4" name="Google Shape;164;p2"/>
              <p:cNvSpPr/>
              <p:nvPr/>
            </p:nvSpPr>
            <p:spPr>
              <a:xfrm>
                <a:off x="3756677" y="1196932"/>
                <a:ext cx="92205"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5" name="Google Shape;165;p2"/>
              <p:cNvSpPr/>
              <p:nvPr/>
            </p:nvSpPr>
            <p:spPr>
              <a:xfrm>
                <a:off x="4368549" y="1066573"/>
                <a:ext cx="92574" cy="277612"/>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6" name="Google Shape;166;p2"/>
              <p:cNvSpPr/>
              <p:nvPr/>
            </p:nvSpPr>
            <p:spPr>
              <a:xfrm>
                <a:off x="5133482" y="1222651"/>
                <a:ext cx="92205" cy="121534"/>
              </a:xfrm>
              <a:custGeom>
                <a:avLst/>
                <a:gdLst/>
                <a:ahLst/>
                <a:cxnLst/>
                <a:rect l="l" t="t" r="r" b="b"/>
                <a:pathLst>
                  <a:path w="250" h="964" extrusionOk="0">
                    <a:moveTo>
                      <a:pt x="0" y="0"/>
                    </a:moveTo>
                    <a:lnTo>
                      <a:pt x="250" y="0"/>
                    </a:lnTo>
                    <a:lnTo>
                      <a:pt x="250" y="964"/>
                    </a:lnTo>
                    <a:lnTo>
                      <a:pt x="0" y="96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7" name="Google Shape;167;p2"/>
              <p:cNvSpPr/>
              <p:nvPr/>
            </p:nvSpPr>
            <p:spPr>
              <a:xfrm>
                <a:off x="5898415" y="1283418"/>
                <a:ext cx="92205" cy="60767"/>
              </a:xfrm>
              <a:custGeom>
                <a:avLst/>
                <a:gdLst/>
                <a:ahLst/>
                <a:cxnLst/>
                <a:rect l="l" t="t" r="r" b="b"/>
                <a:pathLst>
                  <a:path w="250" h="482" extrusionOk="0">
                    <a:moveTo>
                      <a:pt x="0" y="0"/>
                    </a:moveTo>
                    <a:lnTo>
                      <a:pt x="250" y="0"/>
                    </a:lnTo>
                    <a:lnTo>
                      <a:pt x="250" y="482"/>
                    </a:lnTo>
                    <a:lnTo>
                      <a:pt x="0" y="48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8" name="Google Shape;168;p2"/>
              <p:cNvSpPr/>
              <p:nvPr/>
            </p:nvSpPr>
            <p:spPr>
              <a:xfrm>
                <a:off x="5745354" y="1188738"/>
                <a:ext cx="92205" cy="155447"/>
              </a:xfrm>
              <a:custGeom>
                <a:avLst/>
                <a:gdLst/>
                <a:ahLst/>
                <a:cxnLst/>
                <a:rect l="l" t="t" r="r" b="b"/>
                <a:pathLst>
                  <a:path w="250" h="1233" extrusionOk="0">
                    <a:moveTo>
                      <a:pt x="0" y="0"/>
                    </a:moveTo>
                    <a:lnTo>
                      <a:pt x="250" y="0"/>
                    </a:lnTo>
                    <a:lnTo>
                      <a:pt x="250" y="1233"/>
                    </a:lnTo>
                    <a:lnTo>
                      <a:pt x="0" y="123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9" name="Google Shape;169;p2"/>
              <p:cNvSpPr/>
              <p:nvPr/>
            </p:nvSpPr>
            <p:spPr>
              <a:xfrm>
                <a:off x="6510287" y="1215213"/>
                <a:ext cx="92574" cy="128972"/>
              </a:xfrm>
              <a:custGeom>
                <a:avLst/>
                <a:gdLst/>
                <a:ahLst/>
                <a:cxnLst/>
                <a:rect l="l" t="t" r="r" b="b"/>
                <a:pathLst>
                  <a:path w="251" h="1023" extrusionOk="0">
                    <a:moveTo>
                      <a:pt x="0" y="0"/>
                    </a:moveTo>
                    <a:lnTo>
                      <a:pt x="251" y="0"/>
                    </a:lnTo>
                    <a:lnTo>
                      <a:pt x="251" y="1023"/>
                    </a:lnTo>
                    <a:lnTo>
                      <a:pt x="0" y="10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0" name="Google Shape;170;p2"/>
              <p:cNvSpPr/>
              <p:nvPr/>
            </p:nvSpPr>
            <p:spPr>
              <a:xfrm>
                <a:off x="6357595" y="1255556"/>
                <a:ext cx="92205" cy="88629"/>
              </a:xfrm>
              <a:custGeom>
                <a:avLst/>
                <a:gdLst/>
                <a:ahLst/>
                <a:cxnLst/>
                <a:rect l="l" t="t" r="r" b="b"/>
                <a:pathLst>
                  <a:path w="250" h="703" extrusionOk="0">
                    <a:moveTo>
                      <a:pt x="0" y="0"/>
                    </a:moveTo>
                    <a:lnTo>
                      <a:pt x="250" y="0"/>
                    </a:lnTo>
                    <a:lnTo>
                      <a:pt x="250" y="703"/>
                    </a:lnTo>
                    <a:lnTo>
                      <a:pt x="0" y="70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1" name="Google Shape;171;p2"/>
              <p:cNvSpPr/>
              <p:nvPr/>
            </p:nvSpPr>
            <p:spPr>
              <a:xfrm>
                <a:off x="6663347" y="1236897"/>
                <a:ext cx="92205" cy="107288"/>
              </a:xfrm>
              <a:custGeom>
                <a:avLst/>
                <a:gdLst/>
                <a:ahLst/>
                <a:cxnLst/>
                <a:rect l="l" t="t" r="r" b="b"/>
                <a:pathLst>
                  <a:path w="250" h="851" extrusionOk="0">
                    <a:moveTo>
                      <a:pt x="0" y="0"/>
                    </a:moveTo>
                    <a:lnTo>
                      <a:pt x="250" y="0"/>
                    </a:lnTo>
                    <a:lnTo>
                      <a:pt x="250" y="851"/>
                    </a:lnTo>
                    <a:lnTo>
                      <a:pt x="0" y="85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2" name="Google Shape;172;p2"/>
              <p:cNvSpPr/>
              <p:nvPr/>
            </p:nvSpPr>
            <p:spPr>
              <a:xfrm>
                <a:off x="6204535" y="1126710"/>
                <a:ext cx="92205" cy="217475"/>
              </a:xfrm>
              <a:custGeom>
                <a:avLst/>
                <a:gdLst/>
                <a:ahLst/>
                <a:cxnLst/>
                <a:rect l="l" t="t" r="r" b="b"/>
                <a:pathLst>
                  <a:path w="250" h="1725" extrusionOk="0">
                    <a:moveTo>
                      <a:pt x="0" y="0"/>
                    </a:moveTo>
                    <a:lnTo>
                      <a:pt x="250" y="0"/>
                    </a:lnTo>
                    <a:lnTo>
                      <a:pt x="250" y="1725"/>
                    </a:lnTo>
                    <a:lnTo>
                      <a:pt x="0" y="172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3" name="Google Shape;173;p2"/>
              <p:cNvSpPr/>
              <p:nvPr/>
            </p:nvSpPr>
            <p:spPr>
              <a:xfrm>
                <a:off x="5286542" y="1168692"/>
                <a:ext cx="92205" cy="175493"/>
              </a:xfrm>
              <a:custGeom>
                <a:avLst/>
                <a:gdLst/>
                <a:ahLst/>
                <a:cxnLst/>
                <a:rect l="l" t="t" r="r" b="b"/>
                <a:pathLst>
                  <a:path w="250" h="1392" extrusionOk="0">
                    <a:moveTo>
                      <a:pt x="0" y="0"/>
                    </a:moveTo>
                    <a:lnTo>
                      <a:pt x="250" y="0"/>
                    </a:lnTo>
                    <a:lnTo>
                      <a:pt x="250" y="1392"/>
                    </a:lnTo>
                    <a:lnTo>
                      <a:pt x="0" y="139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4" name="Google Shape;174;p2"/>
              <p:cNvSpPr/>
              <p:nvPr/>
            </p:nvSpPr>
            <p:spPr>
              <a:xfrm>
                <a:off x="4062797" y="1196806"/>
                <a:ext cx="92205"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5" name="Google Shape;175;p2"/>
              <p:cNvSpPr/>
              <p:nvPr/>
            </p:nvSpPr>
            <p:spPr>
              <a:xfrm>
                <a:off x="2991744" y="1196932"/>
                <a:ext cx="92205"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6" name="Google Shape;176;p2"/>
              <p:cNvSpPr/>
              <p:nvPr/>
            </p:nvSpPr>
            <p:spPr>
              <a:xfrm>
                <a:off x="2685624" y="1247992"/>
                <a:ext cx="92205" cy="96193"/>
              </a:xfrm>
              <a:custGeom>
                <a:avLst/>
                <a:gdLst/>
                <a:ahLst/>
                <a:cxnLst/>
                <a:rect l="l" t="t" r="r" b="b"/>
                <a:pathLst>
                  <a:path w="250" h="763" extrusionOk="0">
                    <a:moveTo>
                      <a:pt x="0" y="0"/>
                    </a:moveTo>
                    <a:lnTo>
                      <a:pt x="250" y="0"/>
                    </a:lnTo>
                    <a:lnTo>
                      <a:pt x="250" y="763"/>
                    </a:lnTo>
                    <a:lnTo>
                      <a:pt x="0" y="76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7" name="Google Shape;177;p2"/>
              <p:cNvSpPr/>
              <p:nvPr/>
            </p:nvSpPr>
            <p:spPr>
              <a:xfrm>
                <a:off x="2379503" y="1248118"/>
                <a:ext cx="92574" cy="96067"/>
              </a:xfrm>
              <a:custGeom>
                <a:avLst/>
                <a:gdLst/>
                <a:ahLst/>
                <a:cxnLst/>
                <a:rect l="l" t="t" r="r" b="b"/>
                <a:pathLst>
                  <a:path w="251" h="762" extrusionOk="0">
                    <a:moveTo>
                      <a:pt x="0" y="0"/>
                    </a:moveTo>
                    <a:lnTo>
                      <a:pt x="251" y="0"/>
                    </a:lnTo>
                    <a:lnTo>
                      <a:pt x="251" y="762"/>
                    </a:lnTo>
                    <a:lnTo>
                      <a:pt x="0" y="76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8" name="Google Shape;178;p2"/>
              <p:cNvSpPr/>
              <p:nvPr/>
            </p:nvSpPr>
            <p:spPr>
              <a:xfrm>
                <a:off x="2532563" y="1183569"/>
                <a:ext cx="92205" cy="160616"/>
              </a:xfrm>
              <a:custGeom>
                <a:avLst/>
                <a:gdLst/>
                <a:ahLst/>
                <a:cxnLst/>
                <a:rect l="l" t="t" r="r" b="b"/>
                <a:pathLst>
                  <a:path w="250" h="1274" extrusionOk="0">
                    <a:moveTo>
                      <a:pt x="0" y="0"/>
                    </a:moveTo>
                    <a:lnTo>
                      <a:pt x="250" y="0"/>
                    </a:lnTo>
                    <a:lnTo>
                      <a:pt x="250" y="1274"/>
                    </a:lnTo>
                    <a:lnTo>
                      <a:pt x="0" y="127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9" name="Google Shape;179;p2"/>
              <p:cNvSpPr/>
              <p:nvPr/>
            </p:nvSpPr>
            <p:spPr>
              <a:xfrm>
                <a:off x="3144804" y="1283040"/>
                <a:ext cx="92205"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0" name="Google Shape;180;p2"/>
              <p:cNvSpPr/>
              <p:nvPr/>
            </p:nvSpPr>
            <p:spPr>
              <a:xfrm>
                <a:off x="3603617" y="1283040"/>
                <a:ext cx="92574" cy="61145"/>
              </a:xfrm>
              <a:custGeom>
                <a:avLst/>
                <a:gdLst/>
                <a:ahLst/>
                <a:cxnLst/>
                <a:rect l="l" t="t" r="r" b="b"/>
                <a:pathLst>
                  <a:path w="251" h="485" extrusionOk="0">
                    <a:moveTo>
                      <a:pt x="0" y="0"/>
                    </a:moveTo>
                    <a:lnTo>
                      <a:pt x="251" y="0"/>
                    </a:lnTo>
                    <a:lnTo>
                      <a:pt x="251"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1" name="Google Shape;181;p2"/>
              <p:cNvSpPr/>
              <p:nvPr/>
            </p:nvSpPr>
            <p:spPr>
              <a:xfrm>
                <a:off x="4215858" y="1283040"/>
                <a:ext cx="92205"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2" name="Google Shape;182;p2"/>
              <p:cNvSpPr/>
              <p:nvPr/>
            </p:nvSpPr>
            <p:spPr>
              <a:xfrm>
                <a:off x="4980422" y="1114481"/>
                <a:ext cx="92205" cy="229704"/>
              </a:xfrm>
              <a:custGeom>
                <a:avLst/>
                <a:gdLst/>
                <a:ahLst/>
                <a:cxnLst/>
                <a:rect l="l" t="t" r="r" b="b"/>
                <a:pathLst>
                  <a:path w="250" h="1822" extrusionOk="0">
                    <a:moveTo>
                      <a:pt x="0" y="0"/>
                    </a:moveTo>
                    <a:lnTo>
                      <a:pt x="250" y="0"/>
                    </a:lnTo>
                    <a:lnTo>
                      <a:pt x="250" y="1822"/>
                    </a:lnTo>
                    <a:lnTo>
                      <a:pt x="0" y="182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3" name="Google Shape;183;p2"/>
              <p:cNvSpPr/>
              <p:nvPr/>
            </p:nvSpPr>
            <p:spPr>
              <a:xfrm>
                <a:off x="4674301" y="1306111"/>
                <a:ext cx="92205"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4" name="Google Shape;184;p2"/>
              <p:cNvSpPr/>
              <p:nvPr/>
            </p:nvSpPr>
            <p:spPr>
              <a:xfrm>
                <a:off x="5592294" y="1306111"/>
                <a:ext cx="92574" cy="38074"/>
              </a:xfrm>
              <a:custGeom>
                <a:avLst/>
                <a:gdLst/>
                <a:ahLst/>
                <a:cxnLst/>
                <a:rect l="l" t="t" r="r" b="b"/>
                <a:pathLst>
                  <a:path w="251" h="302" extrusionOk="0">
                    <a:moveTo>
                      <a:pt x="0" y="0"/>
                    </a:moveTo>
                    <a:lnTo>
                      <a:pt x="251" y="0"/>
                    </a:lnTo>
                    <a:lnTo>
                      <a:pt x="251"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5" name="Google Shape;185;p2"/>
              <p:cNvSpPr/>
              <p:nvPr/>
            </p:nvSpPr>
            <p:spPr>
              <a:xfrm>
                <a:off x="6051475" y="1306111"/>
                <a:ext cx="92205"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6" name="Google Shape;186;p2"/>
              <p:cNvSpPr/>
              <p:nvPr/>
            </p:nvSpPr>
            <p:spPr>
              <a:xfrm>
                <a:off x="2838684" y="1313676"/>
                <a:ext cx="92205" cy="30510"/>
              </a:xfrm>
              <a:custGeom>
                <a:avLst/>
                <a:gdLst/>
                <a:ahLst/>
                <a:cxnLst/>
                <a:rect l="l" t="t" r="r" b="b"/>
                <a:pathLst>
                  <a:path w="250" h="242" extrusionOk="0">
                    <a:moveTo>
                      <a:pt x="0" y="0"/>
                    </a:moveTo>
                    <a:lnTo>
                      <a:pt x="250" y="0"/>
                    </a:lnTo>
                    <a:lnTo>
                      <a:pt x="250" y="242"/>
                    </a:lnTo>
                    <a:lnTo>
                      <a:pt x="0" y="242"/>
                    </a:lnTo>
                    <a:lnTo>
                      <a:pt x="0" y="0"/>
                    </a:lnTo>
                    <a:close/>
                  </a:path>
                </a:pathLst>
              </a:custGeom>
              <a:solidFill>
                <a:schemeClr val="accent1"/>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7" name="Google Shape;187;p2"/>
              <p:cNvSpPr/>
              <p:nvPr/>
            </p:nvSpPr>
            <p:spPr>
              <a:xfrm>
                <a:off x="2226811" y="1105404"/>
                <a:ext cx="92205" cy="238781"/>
              </a:xfrm>
              <a:custGeom>
                <a:avLst/>
                <a:gdLst/>
                <a:ahLst/>
                <a:cxnLst/>
                <a:rect l="l" t="t" r="r" b="b"/>
                <a:pathLst>
                  <a:path w="250" h="1894" extrusionOk="0">
                    <a:moveTo>
                      <a:pt x="0" y="0"/>
                    </a:moveTo>
                    <a:lnTo>
                      <a:pt x="250" y="0"/>
                    </a:lnTo>
                    <a:lnTo>
                      <a:pt x="250" y="1894"/>
                    </a:lnTo>
                    <a:lnTo>
                      <a:pt x="0" y="189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88" name="Google Shape;188;p2"/>
            <p:cNvGrpSpPr/>
            <p:nvPr/>
          </p:nvGrpSpPr>
          <p:grpSpPr>
            <a:xfrm>
              <a:off x="5301739" y="4150779"/>
              <a:ext cx="3132883" cy="453231"/>
              <a:chOff x="5301739" y="4150779"/>
              <a:chExt cx="3132883" cy="453231"/>
            </a:xfrm>
          </p:grpSpPr>
          <p:sp>
            <p:nvSpPr>
              <p:cNvPr id="189" name="Google Shape;189;p2"/>
              <p:cNvSpPr/>
              <p:nvPr/>
            </p:nvSpPr>
            <p:spPr>
              <a:xfrm>
                <a:off x="6517641" y="4414901"/>
                <a:ext cx="92574" cy="189109"/>
              </a:xfrm>
              <a:custGeom>
                <a:avLst/>
                <a:gdLst/>
                <a:ahLst/>
                <a:cxnLst/>
                <a:rect l="l" t="t" r="r" b="b"/>
                <a:pathLst>
                  <a:path w="251" h="1500" extrusionOk="0">
                    <a:moveTo>
                      <a:pt x="0" y="0"/>
                    </a:moveTo>
                    <a:lnTo>
                      <a:pt x="251" y="0"/>
                    </a:lnTo>
                    <a:lnTo>
                      <a:pt x="251" y="1500"/>
                    </a:lnTo>
                    <a:lnTo>
                      <a:pt x="0" y="150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0" name="Google Shape;190;p2"/>
              <p:cNvSpPr/>
              <p:nvPr/>
            </p:nvSpPr>
            <p:spPr>
              <a:xfrm>
                <a:off x="6974204" y="4266010"/>
                <a:ext cx="92205" cy="338000"/>
              </a:xfrm>
              <a:custGeom>
                <a:avLst/>
                <a:gdLst/>
                <a:ahLst/>
                <a:cxnLst/>
                <a:rect l="l" t="t" r="r" b="b"/>
                <a:pathLst>
                  <a:path w="250" h="2681" extrusionOk="0">
                    <a:moveTo>
                      <a:pt x="0" y="0"/>
                    </a:moveTo>
                    <a:lnTo>
                      <a:pt x="250" y="0"/>
                    </a:lnTo>
                    <a:lnTo>
                      <a:pt x="250" y="2681"/>
                    </a:lnTo>
                    <a:lnTo>
                      <a:pt x="0" y="268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1" name="Google Shape;191;p2"/>
              <p:cNvSpPr/>
              <p:nvPr/>
            </p:nvSpPr>
            <p:spPr>
              <a:xfrm>
                <a:off x="7582340" y="4150779"/>
                <a:ext cx="92574" cy="453231"/>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2" name="Google Shape;192;p2"/>
              <p:cNvSpPr/>
              <p:nvPr/>
            </p:nvSpPr>
            <p:spPr>
              <a:xfrm>
                <a:off x="7886592" y="4339888"/>
                <a:ext cx="92205" cy="264122"/>
              </a:xfrm>
              <a:custGeom>
                <a:avLst/>
                <a:gdLst/>
                <a:ahLst/>
                <a:cxnLst/>
                <a:rect l="l" t="t" r="r" b="b"/>
                <a:pathLst>
                  <a:path w="250" h="2095" extrusionOk="0">
                    <a:moveTo>
                      <a:pt x="0" y="0"/>
                    </a:moveTo>
                    <a:lnTo>
                      <a:pt x="250" y="0"/>
                    </a:lnTo>
                    <a:lnTo>
                      <a:pt x="250" y="2095"/>
                    </a:lnTo>
                    <a:lnTo>
                      <a:pt x="0" y="20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3" name="Google Shape;193;p2"/>
              <p:cNvSpPr/>
              <p:nvPr/>
            </p:nvSpPr>
            <p:spPr>
              <a:xfrm>
                <a:off x="6365700" y="4456631"/>
                <a:ext cx="92205"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4" name="Google Shape;194;p2"/>
              <p:cNvSpPr/>
              <p:nvPr/>
            </p:nvSpPr>
            <p:spPr>
              <a:xfrm>
                <a:off x="6822262" y="4456757"/>
                <a:ext cx="92205"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5" name="Google Shape;195;p2"/>
              <p:cNvSpPr/>
              <p:nvPr/>
            </p:nvSpPr>
            <p:spPr>
              <a:xfrm>
                <a:off x="7430029" y="4326398"/>
                <a:ext cx="92574" cy="277612"/>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6" name="Google Shape;196;p2"/>
              <p:cNvSpPr/>
              <p:nvPr/>
            </p:nvSpPr>
            <p:spPr>
              <a:xfrm>
                <a:off x="8190475" y="4482476"/>
                <a:ext cx="92205" cy="121534"/>
              </a:xfrm>
              <a:custGeom>
                <a:avLst/>
                <a:gdLst/>
                <a:ahLst/>
                <a:cxnLst/>
                <a:rect l="l" t="t" r="r" b="b"/>
                <a:pathLst>
                  <a:path w="250" h="964" extrusionOk="0">
                    <a:moveTo>
                      <a:pt x="0" y="0"/>
                    </a:moveTo>
                    <a:lnTo>
                      <a:pt x="250" y="0"/>
                    </a:lnTo>
                    <a:lnTo>
                      <a:pt x="250" y="964"/>
                    </a:lnTo>
                    <a:lnTo>
                      <a:pt x="0" y="96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7" name="Google Shape;197;p2"/>
              <p:cNvSpPr/>
              <p:nvPr/>
            </p:nvSpPr>
            <p:spPr>
              <a:xfrm>
                <a:off x="8342417" y="4428517"/>
                <a:ext cx="92205" cy="175493"/>
              </a:xfrm>
              <a:custGeom>
                <a:avLst/>
                <a:gdLst/>
                <a:ahLst/>
                <a:cxnLst/>
                <a:rect l="l" t="t" r="r" b="b"/>
                <a:pathLst>
                  <a:path w="250" h="1392" extrusionOk="0">
                    <a:moveTo>
                      <a:pt x="0" y="0"/>
                    </a:moveTo>
                    <a:lnTo>
                      <a:pt x="250" y="0"/>
                    </a:lnTo>
                    <a:lnTo>
                      <a:pt x="250" y="1392"/>
                    </a:lnTo>
                    <a:lnTo>
                      <a:pt x="0" y="139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8" name="Google Shape;198;p2"/>
              <p:cNvSpPr/>
              <p:nvPr/>
            </p:nvSpPr>
            <p:spPr>
              <a:xfrm>
                <a:off x="7126146" y="4456631"/>
                <a:ext cx="92205"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9" name="Google Shape;199;p2"/>
              <p:cNvSpPr/>
              <p:nvPr/>
            </p:nvSpPr>
            <p:spPr>
              <a:xfrm>
                <a:off x="6061816" y="4456757"/>
                <a:ext cx="92205"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0" name="Google Shape;200;p2"/>
              <p:cNvSpPr/>
              <p:nvPr/>
            </p:nvSpPr>
            <p:spPr>
              <a:xfrm>
                <a:off x="5757933" y="4507817"/>
                <a:ext cx="92205" cy="96193"/>
              </a:xfrm>
              <a:custGeom>
                <a:avLst/>
                <a:gdLst/>
                <a:ahLst/>
                <a:cxnLst/>
                <a:rect l="l" t="t" r="r" b="b"/>
                <a:pathLst>
                  <a:path w="250" h="763" extrusionOk="0">
                    <a:moveTo>
                      <a:pt x="0" y="0"/>
                    </a:moveTo>
                    <a:lnTo>
                      <a:pt x="250" y="0"/>
                    </a:lnTo>
                    <a:lnTo>
                      <a:pt x="250" y="763"/>
                    </a:lnTo>
                    <a:lnTo>
                      <a:pt x="0" y="76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1" name="Google Shape;201;p2"/>
              <p:cNvSpPr/>
              <p:nvPr/>
            </p:nvSpPr>
            <p:spPr>
              <a:xfrm>
                <a:off x="5453681" y="4507943"/>
                <a:ext cx="92574" cy="96067"/>
              </a:xfrm>
              <a:custGeom>
                <a:avLst/>
                <a:gdLst/>
                <a:ahLst/>
                <a:cxnLst/>
                <a:rect l="l" t="t" r="r" b="b"/>
                <a:pathLst>
                  <a:path w="251" h="762" extrusionOk="0">
                    <a:moveTo>
                      <a:pt x="0" y="0"/>
                    </a:moveTo>
                    <a:lnTo>
                      <a:pt x="251" y="0"/>
                    </a:lnTo>
                    <a:lnTo>
                      <a:pt x="251" y="762"/>
                    </a:lnTo>
                    <a:lnTo>
                      <a:pt x="0" y="76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2" name="Google Shape;202;p2"/>
              <p:cNvSpPr/>
              <p:nvPr/>
            </p:nvSpPr>
            <p:spPr>
              <a:xfrm>
                <a:off x="5605991" y="4443394"/>
                <a:ext cx="92205" cy="160616"/>
              </a:xfrm>
              <a:custGeom>
                <a:avLst/>
                <a:gdLst/>
                <a:ahLst/>
                <a:cxnLst/>
                <a:rect l="l" t="t" r="r" b="b"/>
                <a:pathLst>
                  <a:path w="250" h="1274" extrusionOk="0">
                    <a:moveTo>
                      <a:pt x="0" y="0"/>
                    </a:moveTo>
                    <a:lnTo>
                      <a:pt x="250" y="0"/>
                    </a:lnTo>
                    <a:lnTo>
                      <a:pt x="250" y="1274"/>
                    </a:lnTo>
                    <a:lnTo>
                      <a:pt x="0" y="127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3" name="Google Shape;203;p2"/>
              <p:cNvSpPr/>
              <p:nvPr/>
            </p:nvSpPr>
            <p:spPr>
              <a:xfrm>
                <a:off x="6213758" y="4542865"/>
                <a:ext cx="92205"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4" name="Google Shape;204;p2"/>
              <p:cNvSpPr/>
              <p:nvPr/>
            </p:nvSpPr>
            <p:spPr>
              <a:xfrm>
                <a:off x="6669952" y="4542865"/>
                <a:ext cx="92574" cy="61145"/>
              </a:xfrm>
              <a:custGeom>
                <a:avLst/>
                <a:gdLst/>
                <a:ahLst/>
                <a:cxnLst/>
                <a:rect l="l" t="t" r="r" b="b"/>
                <a:pathLst>
                  <a:path w="251" h="485" extrusionOk="0">
                    <a:moveTo>
                      <a:pt x="0" y="0"/>
                    </a:moveTo>
                    <a:lnTo>
                      <a:pt x="251" y="0"/>
                    </a:lnTo>
                    <a:lnTo>
                      <a:pt x="251"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5" name="Google Shape;205;p2"/>
              <p:cNvSpPr/>
              <p:nvPr/>
            </p:nvSpPr>
            <p:spPr>
              <a:xfrm>
                <a:off x="7278088" y="4542865"/>
                <a:ext cx="92205"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6" name="Google Shape;206;p2"/>
              <p:cNvSpPr/>
              <p:nvPr/>
            </p:nvSpPr>
            <p:spPr>
              <a:xfrm>
                <a:off x="8038534" y="4374306"/>
                <a:ext cx="92205" cy="229704"/>
              </a:xfrm>
              <a:custGeom>
                <a:avLst/>
                <a:gdLst/>
                <a:ahLst/>
                <a:cxnLst/>
                <a:rect l="l" t="t" r="r" b="b"/>
                <a:pathLst>
                  <a:path w="250" h="1822" extrusionOk="0">
                    <a:moveTo>
                      <a:pt x="0" y="0"/>
                    </a:moveTo>
                    <a:lnTo>
                      <a:pt x="250" y="0"/>
                    </a:lnTo>
                    <a:lnTo>
                      <a:pt x="250" y="1822"/>
                    </a:lnTo>
                    <a:lnTo>
                      <a:pt x="0" y="182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7" name="Google Shape;207;p2"/>
              <p:cNvSpPr/>
              <p:nvPr/>
            </p:nvSpPr>
            <p:spPr>
              <a:xfrm>
                <a:off x="7734650" y="4565936"/>
                <a:ext cx="92205"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8" name="Google Shape;208;p2"/>
              <p:cNvSpPr/>
              <p:nvPr/>
            </p:nvSpPr>
            <p:spPr>
              <a:xfrm>
                <a:off x="5909875" y="4573501"/>
                <a:ext cx="92205" cy="30510"/>
              </a:xfrm>
              <a:custGeom>
                <a:avLst/>
                <a:gdLst/>
                <a:ahLst/>
                <a:cxnLst/>
                <a:rect l="l" t="t" r="r" b="b"/>
                <a:pathLst>
                  <a:path w="250" h="242" extrusionOk="0">
                    <a:moveTo>
                      <a:pt x="0" y="0"/>
                    </a:moveTo>
                    <a:lnTo>
                      <a:pt x="250" y="0"/>
                    </a:lnTo>
                    <a:lnTo>
                      <a:pt x="250" y="242"/>
                    </a:lnTo>
                    <a:lnTo>
                      <a:pt x="0" y="242"/>
                    </a:lnTo>
                    <a:lnTo>
                      <a:pt x="0" y="0"/>
                    </a:lnTo>
                    <a:close/>
                  </a:path>
                </a:pathLst>
              </a:custGeom>
              <a:solidFill>
                <a:schemeClr val="accent1"/>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9" name="Google Shape;209;p2"/>
              <p:cNvSpPr/>
              <p:nvPr/>
            </p:nvSpPr>
            <p:spPr>
              <a:xfrm>
                <a:off x="5301739" y="4365229"/>
                <a:ext cx="92205" cy="238781"/>
              </a:xfrm>
              <a:custGeom>
                <a:avLst/>
                <a:gdLst/>
                <a:ahLst/>
                <a:cxnLst/>
                <a:rect l="l" t="t" r="r" b="b"/>
                <a:pathLst>
                  <a:path w="250" h="1894" extrusionOk="0">
                    <a:moveTo>
                      <a:pt x="0" y="0"/>
                    </a:moveTo>
                    <a:lnTo>
                      <a:pt x="250" y="0"/>
                    </a:lnTo>
                    <a:lnTo>
                      <a:pt x="250" y="1894"/>
                    </a:lnTo>
                    <a:lnTo>
                      <a:pt x="0" y="189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210" name="Google Shape;210;p2"/>
          <p:cNvSpPr txBox="1">
            <a:spLocks noGrp="1"/>
          </p:cNvSpPr>
          <p:nvPr>
            <p:ph type="ctrTitle"/>
          </p:nvPr>
        </p:nvSpPr>
        <p:spPr>
          <a:xfrm>
            <a:off x="713225" y="1570400"/>
            <a:ext cx="7717500" cy="16101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191919"/>
              </a:buClr>
              <a:buSzPts val="5200"/>
              <a:buNone/>
              <a:defRPr sz="7000"/>
            </a:lvl1pPr>
            <a:lvl2pPr lvl="1" rtl="0">
              <a:spcBef>
                <a:spcPts val="0"/>
              </a:spcBef>
              <a:spcAft>
                <a:spcPts val="0"/>
              </a:spcAft>
              <a:buClr>
                <a:srgbClr val="191919"/>
              </a:buClr>
              <a:buSzPts val="5200"/>
              <a:buNone/>
              <a:defRPr sz="5200">
                <a:solidFill>
                  <a:srgbClr val="191919"/>
                </a:solidFill>
              </a:defRPr>
            </a:lvl2pPr>
            <a:lvl3pPr lvl="2" rtl="0">
              <a:spcBef>
                <a:spcPts val="0"/>
              </a:spcBef>
              <a:spcAft>
                <a:spcPts val="0"/>
              </a:spcAft>
              <a:buClr>
                <a:srgbClr val="191919"/>
              </a:buClr>
              <a:buSzPts val="5200"/>
              <a:buNone/>
              <a:defRPr sz="5200">
                <a:solidFill>
                  <a:srgbClr val="191919"/>
                </a:solidFill>
              </a:defRPr>
            </a:lvl3pPr>
            <a:lvl4pPr lvl="3" rtl="0">
              <a:spcBef>
                <a:spcPts val="0"/>
              </a:spcBef>
              <a:spcAft>
                <a:spcPts val="0"/>
              </a:spcAft>
              <a:buClr>
                <a:srgbClr val="191919"/>
              </a:buClr>
              <a:buSzPts val="5200"/>
              <a:buNone/>
              <a:defRPr sz="5200">
                <a:solidFill>
                  <a:srgbClr val="191919"/>
                </a:solidFill>
              </a:defRPr>
            </a:lvl4pPr>
            <a:lvl5pPr lvl="4" rtl="0">
              <a:spcBef>
                <a:spcPts val="0"/>
              </a:spcBef>
              <a:spcAft>
                <a:spcPts val="0"/>
              </a:spcAft>
              <a:buClr>
                <a:srgbClr val="191919"/>
              </a:buClr>
              <a:buSzPts val="5200"/>
              <a:buNone/>
              <a:defRPr sz="5200">
                <a:solidFill>
                  <a:srgbClr val="191919"/>
                </a:solidFill>
              </a:defRPr>
            </a:lvl5pPr>
            <a:lvl6pPr lvl="5" rtl="0">
              <a:spcBef>
                <a:spcPts val="0"/>
              </a:spcBef>
              <a:spcAft>
                <a:spcPts val="0"/>
              </a:spcAft>
              <a:buClr>
                <a:srgbClr val="191919"/>
              </a:buClr>
              <a:buSzPts val="5200"/>
              <a:buNone/>
              <a:defRPr sz="5200">
                <a:solidFill>
                  <a:srgbClr val="191919"/>
                </a:solidFill>
              </a:defRPr>
            </a:lvl6pPr>
            <a:lvl7pPr lvl="6" rtl="0">
              <a:spcBef>
                <a:spcPts val="0"/>
              </a:spcBef>
              <a:spcAft>
                <a:spcPts val="0"/>
              </a:spcAft>
              <a:buClr>
                <a:srgbClr val="191919"/>
              </a:buClr>
              <a:buSzPts val="5200"/>
              <a:buNone/>
              <a:defRPr sz="5200">
                <a:solidFill>
                  <a:srgbClr val="191919"/>
                </a:solidFill>
              </a:defRPr>
            </a:lvl7pPr>
            <a:lvl8pPr lvl="7" rtl="0">
              <a:spcBef>
                <a:spcPts val="0"/>
              </a:spcBef>
              <a:spcAft>
                <a:spcPts val="0"/>
              </a:spcAft>
              <a:buClr>
                <a:srgbClr val="191919"/>
              </a:buClr>
              <a:buSzPts val="5200"/>
              <a:buNone/>
              <a:defRPr sz="5200">
                <a:solidFill>
                  <a:srgbClr val="191919"/>
                </a:solidFill>
              </a:defRPr>
            </a:lvl8pPr>
            <a:lvl9pPr lvl="8" rtl="0">
              <a:spcBef>
                <a:spcPts val="0"/>
              </a:spcBef>
              <a:spcAft>
                <a:spcPts val="0"/>
              </a:spcAft>
              <a:buClr>
                <a:srgbClr val="191919"/>
              </a:buClr>
              <a:buSzPts val="5200"/>
              <a:buNone/>
              <a:defRPr sz="5200">
                <a:solidFill>
                  <a:srgbClr val="191919"/>
                </a:solidFill>
              </a:defRPr>
            </a:lvl9pPr>
          </a:lstStyle>
          <a:p>
            <a:endParaRPr/>
          </a:p>
        </p:txBody>
      </p:sp>
      <p:sp>
        <p:nvSpPr>
          <p:cNvPr id="211" name="Google Shape;211;p2"/>
          <p:cNvSpPr txBox="1">
            <a:spLocks noGrp="1"/>
          </p:cNvSpPr>
          <p:nvPr>
            <p:ph type="subTitle" idx="1"/>
          </p:nvPr>
        </p:nvSpPr>
        <p:spPr>
          <a:xfrm>
            <a:off x="713225" y="3180500"/>
            <a:ext cx="7721400" cy="475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1400"/>
              <a:buNone/>
              <a:defRPr sz="1600"/>
            </a:lvl1pPr>
            <a:lvl2pPr lvl="1" rtl="0">
              <a:lnSpc>
                <a:spcPct val="100000"/>
              </a:lnSpc>
              <a:spcBef>
                <a:spcPts val="0"/>
              </a:spcBef>
              <a:spcAft>
                <a:spcPts val="0"/>
              </a:spcAft>
              <a:buClr>
                <a:schemeClr val="dk2"/>
              </a:buClr>
              <a:buSzPts val="1800"/>
              <a:buNone/>
              <a:defRPr sz="1800">
                <a:solidFill>
                  <a:schemeClr val="dk2"/>
                </a:solidFill>
              </a:defRPr>
            </a:lvl2pPr>
            <a:lvl3pPr lvl="2" rtl="0">
              <a:lnSpc>
                <a:spcPct val="100000"/>
              </a:lnSpc>
              <a:spcBef>
                <a:spcPts val="0"/>
              </a:spcBef>
              <a:spcAft>
                <a:spcPts val="0"/>
              </a:spcAft>
              <a:buClr>
                <a:schemeClr val="dk2"/>
              </a:buClr>
              <a:buSzPts val="1800"/>
              <a:buNone/>
              <a:defRPr sz="1800">
                <a:solidFill>
                  <a:schemeClr val="dk2"/>
                </a:solidFill>
              </a:defRPr>
            </a:lvl3pPr>
            <a:lvl4pPr lvl="3" rtl="0">
              <a:lnSpc>
                <a:spcPct val="100000"/>
              </a:lnSpc>
              <a:spcBef>
                <a:spcPts val="0"/>
              </a:spcBef>
              <a:spcAft>
                <a:spcPts val="0"/>
              </a:spcAft>
              <a:buClr>
                <a:schemeClr val="dk2"/>
              </a:buClr>
              <a:buSzPts val="1800"/>
              <a:buNone/>
              <a:defRPr sz="1800">
                <a:solidFill>
                  <a:schemeClr val="dk2"/>
                </a:solidFill>
              </a:defRPr>
            </a:lvl4pPr>
            <a:lvl5pPr lvl="4" rtl="0">
              <a:lnSpc>
                <a:spcPct val="100000"/>
              </a:lnSpc>
              <a:spcBef>
                <a:spcPts val="0"/>
              </a:spcBef>
              <a:spcAft>
                <a:spcPts val="0"/>
              </a:spcAft>
              <a:buClr>
                <a:schemeClr val="dk2"/>
              </a:buClr>
              <a:buSzPts val="1800"/>
              <a:buNone/>
              <a:defRPr sz="1800">
                <a:solidFill>
                  <a:schemeClr val="dk2"/>
                </a:solidFill>
              </a:defRPr>
            </a:lvl5pPr>
            <a:lvl6pPr lvl="5" rtl="0">
              <a:lnSpc>
                <a:spcPct val="100000"/>
              </a:lnSpc>
              <a:spcBef>
                <a:spcPts val="0"/>
              </a:spcBef>
              <a:spcAft>
                <a:spcPts val="0"/>
              </a:spcAft>
              <a:buClr>
                <a:schemeClr val="dk2"/>
              </a:buClr>
              <a:buSzPts val="1800"/>
              <a:buNone/>
              <a:defRPr sz="1800">
                <a:solidFill>
                  <a:schemeClr val="dk2"/>
                </a:solidFill>
              </a:defRPr>
            </a:lvl6pPr>
            <a:lvl7pPr lvl="6" rtl="0">
              <a:lnSpc>
                <a:spcPct val="100000"/>
              </a:lnSpc>
              <a:spcBef>
                <a:spcPts val="0"/>
              </a:spcBef>
              <a:spcAft>
                <a:spcPts val="0"/>
              </a:spcAft>
              <a:buClr>
                <a:schemeClr val="dk2"/>
              </a:buClr>
              <a:buSzPts val="1800"/>
              <a:buNone/>
              <a:defRPr sz="1800">
                <a:solidFill>
                  <a:schemeClr val="dk2"/>
                </a:solidFill>
              </a:defRPr>
            </a:lvl7pPr>
            <a:lvl8pPr lvl="7" rtl="0">
              <a:lnSpc>
                <a:spcPct val="100000"/>
              </a:lnSpc>
              <a:spcBef>
                <a:spcPts val="0"/>
              </a:spcBef>
              <a:spcAft>
                <a:spcPts val="0"/>
              </a:spcAft>
              <a:buClr>
                <a:schemeClr val="dk2"/>
              </a:buClr>
              <a:buSzPts val="1800"/>
              <a:buNone/>
              <a:defRPr sz="1800">
                <a:solidFill>
                  <a:schemeClr val="dk2"/>
                </a:solidFill>
              </a:defRPr>
            </a:lvl8pPr>
            <a:lvl9pPr lvl="8" rtl="0">
              <a:lnSpc>
                <a:spcPct val="100000"/>
              </a:lnSpc>
              <a:spcBef>
                <a:spcPts val="0"/>
              </a:spcBef>
              <a:spcAft>
                <a:spcPts val="0"/>
              </a:spcAft>
              <a:buClr>
                <a:schemeClr val="dk2"/>
              </a:buClr>
              <a:buSzPts val="1800"/>
              <a:buNone/>
              <a:defRPr sz="1800">
                <a:solidFill>
                  <a:schemeClr val="dk2"/>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2"/>
        <p:cNvGrpSpPr/>
        <p:nvPr/>
      </p:nvGrpSpPr>
      <p:grpSpPr>
        <a:xfrm>
          <a:off x="0" y="0"/>
          <a:ext cx="0" cy="0"/>
          <a:chOff x="0" y="0"/>
          <a:chExt cx="0" cy="0"/>
        </a:xfrm>
      </p:grpSpPr>
      <p:grpSp>
        <p:nvGrpSpPr>
          <p:cNvPr id="213" name="Google Shape;213;p3"/>
          <p:cNvGrpSpPr/>
          <p:nvPr/>
        </p:nvGrpSpPr>
        <p:grpSpPr>
          <a:xfrm>
            <a:off x="0" y="0"/>
            <a:ext cx="9143995" cy="5143491"/>
            <a:chOff x="0" y="0"/>
            <a:chExt cx="9143995" cy="5143491"/>
          </a:xfrm>
        </p:grpSpPr>
        <p:sp>
          <p:nvSpPr>
            <p:cNvPr id="214" name="Google Shape;214;p3"/>
            <p:cNvSpPr/>
            <p:nvPr/>
          </p:nvSpPr>
          <p:spPr>
            <a:xfrm>
              <a:off x="0" y="19319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5" name="Google Shape;215;p3"/>
            <p:cNvSpPr/>
            <p:nvPr/>
          </p:nvSpPr>
          <p:spPr>
            <a:xfrm>
              <a:off x="0" y="401120"/>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6" name="Google Shape;216;p3"/>
            <p:cNvSpPr/>
            <p:nvPr/>
          </p:nvSpPr>
          <p:spPr>
            <a:xfrm>
              <a:off x="0" y="60904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7" name="Google Shape;217;p3"/>
            <p:cNvSpPr/>
            <p:nvPr/>
          </p:nvSpPr>
          <p:spPr>
            <a:xfrm>
              <a:off x="0" y="81697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8" name="Google Shape;218;p3"/>
            <p:cNvSpPr/>
            <p:nvPr/>
          </p:nvSpPr>
          <p:spPr>
            <a:xfrm>
              <a:off x="0" y="102408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9" name="Google Shape;219;p3"/>
            <p:cNvSpPr/>
            <p:nvPr/>
          </p:nvSpPr>
          <p:spPr>
            <a:xfrm>
              <a:off x="0" y="123201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0" name="Google Shape;220;p3"/>
            <p:cNvSpPr/>
            <p:nvPr/>
          </p:nvSpPr>
          <p:spPr>
            <a:xfrm>
              <a:off x="0" y="143994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1" name="Google Shape;221;p3"/>
            <p:cNvSpPr/>
            <p:nvPr/>
          </p:nvSpPr>
          <p:spPr>
            <a:xfrm>
              <a:off x="0" y="164786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2" name="Google Shape;222;p3"/>
            <p:cNvSpPr/>
            <p:nvPr/>
          </p:nvSpPr>
          <p:spPr>
            <a:xfrm>
              <a:off x="0" y="1854977"/>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3" name="Google Shape;223;p3"/>
            <p:cNvSpPr/>
            <p:nvPr/>
          </p:nvSpPr>
          <p:spPr>
            <a:xfrm>
              <a:off x="0" y="206290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4" name="Google Shape;224;p3"/>
            <p:cNvSpPr/>
            <p:nvPr/>
          </p:nvSpPr>
          <p:spPr>
            <a:xfrm>
              <a:off x="0" y="227083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5" name="Google Shape;225;p3"/>
            <p:cNvSpPr/>
            <p:nvPr/>
          </p:nvSpPr>
          <p:spPr>
            <a:xfrm>
              <a:off x="0" y="247876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6" name="Google Shape;226;p3"/>
            <p:cNvSpPr/>
            <p:nvPr/>
          </p:nvSpPr>
          <p:spPr>
            <a:xfrm>
              <a:off x="0" y="268668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7" name="Google Shape;227;p3"/>
            <p:cNvSpPr/>
            <p:nvPr/>
          </p:nvSpPr>
          <p:spPr>
            <a:xfrm>
              <a:off x="0" y="289461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8" name="Google Shape;228;p3"/>
            <p:cNvSpPr/>
            <p:nvPr/>
          </p:nvSpPr>
          <p:spPr>
            <a:xfrm>
              <a:off x="0" y="3102544"/>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9" name="Google Shape;229;p3"/>
            <p:cNvSpPr/>
            <p:nvPr/>
          </p:nvSpPr>
          <p:spPr>
            <a:xfrm>
              <a:off x="0" y="330965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0" name="Google Shape;230;p3"/>
            <p:cNvSpPr/>
            <p:nvPr/>
          </p:nvSpPr>
          <p:spPr>
            <a:xfrm>
              <a:off x="0" y="351758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1" name="Google Shape;231;p3"/>
            <p:cNvSpPr/>
            <p:nvPr/>
          </p:nvSpPr>
          <p:spPr>
            <a:xfrm>
              <a:off x="0" y="372550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2" name="Google Shape;232;p3"/>
            <p:cNvSpPr/>
            <p:nvPr/>
          </p:nvSpPr>
          <p:spPr>
            <a:xfrm>
              <a:off x="0" y="393343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3" name="Google Shape;233;p3"/>
            <p:cNvSpPr/>
            <p:nvPr/>
          </p:nvSpPr>
          <p:spPr>
            <a:xfrm>
              <a:off x="0" y="414054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4" name="Google Shape;234;p3"/>
            <p:cNvSpPr/>
            <p:nvPr/>
          </p:nvSpPr>
          <p:spPr>
            <a:xfrm>
              <a:off x="0" y="434847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5" name="Google Shape;235;p3"/>
            <p:cNvSpPr/>
            <p:nvPr/>
          </p:nvSpPr>
          <p:spPr>
            <a:xfrm>
              <a:off x="0" y="455640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6" name="Google Shape;236;p3"/>
            <p:cNvSpPr/>
            <p:nvPr/>
          </p:nvSpPr>
          <p:spPr>
            <a:xfrm>
              <a:off x="0" y="476432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7" name="Google Shape;237;p3"/>
            <p:cNvSpPr/>
            <p:nvPr/>
          </p:nvSpPr>
          <p:spPr>
            <a:xfrm>
              <a:off x="0" y="497225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8" name="Google Shape;238;p3"/>
            <p:cNvSpPr/>
            <p:nvPr/>
          </p:nvSpPr>
          <p:spPr>
            <a:xfrm>
              <a:off x="86768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9" name="Google Shape;239;p3"/>
            <p:cNvSpPr/>
            <p:nvPr/>
          </p:nvSpPr>
          <p:spPr>
            <a:xfrm>
              <a:off x="847046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0" name="Google Shape;240;p3"/>
            <p:cNvSpPr/>
            <p:nvPr/>
          </p:nvSpPr>
          <p:spPr>
            <a:xfrm>
              <a:off x="826327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1" name="Google Shape;241;p3"/>
            <p:cNvSpPr/>
            <p:nvPr/>
          </p:nvSpPr>
          <p:spPr>
            <a:xfrm>
              <a:off x="805608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2" name="Google Shape;242;p3"/>
            <p:cNvSpPr/>
            <p:nvPr/>
          </p:nvSpPr>
          <p:spPr>
            <a:xfrm>
              <a:off x="78488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3" name="Google Shape;243;p3"/>
            <p:cNvSpPr/>
            <p:nvPr/>
          </p:nvSpPr>
          <p:spPr>
            <a:xfrm>
              <a:off x="764169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4" name="Google Shape;244;p3"/>
            <p:cNvSpPr/>
            <p:nvPr/>
          </p:nvSpPr>
          <p:spPr>
            <a:xfrm>
              <a:off x="74345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5" name="Google Shape;245;p3"/>
            <p:cNvSpPr/>
            <p:nvPr/>
          </p:nvSpPr>
          <p:spPr>
            <a:xfrm>
              <a:off x="722730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6" name="Google Shape;246;p3"/>
            <p:cNvSpPr/>
            <p:nvPr/>
          </p:nvSpPr>
          <p:spPr>
            <a:xfrm>
              <a:off x="702093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7" name="Google Shape;247;p3"/>
            <p:cNvSpPr/>
            <p:nvPr/>
          </p:nvSpPr>
          <p:spPr>
            <a:xfrm>
              <a:off x="68137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8" name="Google Shape;248;p3"/>
            <p:cNvSpPr/>
            <p:nvPr/>
          </p:nvSpPr>
          <p:spPr>
            <a:xfrm>
              <a:off x="66065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9" name="Google Shape;249;p3"/>
            <p:cNvSpPr/>
            <p:nvPr/>
          </p:nvSpPr>
          <p:spPr>
            <a:xfrm>
              <a:off x="639934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0" name="Google Shape;250;p3"/>
            <p:cNvSpPr/>
            <p:nvPr/>
          </p:nvSpPr>
          <p:spPr>
            <a:xfrm>
              <a:off x="619297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1" name="Google Shape;251;p3"/>
            <p:cNvSpPr/>
            <p:nvPr/>
          </p:nvSpPr>
          <p:spPr>
            <a:xfrm>
              <a:off x="598577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2" name="Google Shape;252;p3"/>
            <p:cNvSpPr/>
            <p:nvPr/>
          </p:nvSpPr>
          <p:spPr>
            <a:xfrm>
              <a:off x="577858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3" name="Google Shape;253;p3"/>
            <p:cNvSpPr/>
            <p:nvPr/>
          </p:nvSpPr>
          <p:spPr>
            <a:xfrm>
              <a:off x="55713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4" name="Google Shape;254;p3"/>
            <p:cNvSpPr/>
            <p:nvPr/>
          </p:nvSpPr>
          <p:spPr>
            <a:xfrm>
              <a:off x="536501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5" name="Google Shape;255;p3"/>
            <p:cNvSpPr/>
            <p:nvPr/>
          </p:nvSpPr>
          <p:spPr>
            <a:xfrm>
              <a:off x="515863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6" name="Google Shape;256;p3"/>
            <p:cNvSpPr/>
            <p:nvPr/>
          </p:nvSpPr>
          <p:spPr>
            <a:xfrm>
              <a:off x="495144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7" name="Google Shape;257;p3"/>
            <p:cNvSpPr/>
            <p:nvPr/>
          </p:nvSpPr>
          <p:spPr>
            <a:xfrm>
              <a:off x="47442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8" name="Google Shape;258;p3"/>
            <p:cNvSpPr/>
            <p:nvPr/>
          </p:nvSpPr>
          <p:spPr>
            <a:xfrm>
              <a:off x="453705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9" name="Google Shape;259;p3"/>
            <p:cNvSpPr/>
            <p:nvPr/>
          </p:nvSpPr>
          <p:spPr>
            <a:xfrm>
              <a:off x="432986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60" name="Google Shape;260;p3"/>
            <p:cNvSpPr/>
            <p:nvPr/>
          </p:nvSpPr>
          <p:spPr>
            <a:xfrm>
              <a:off x="412266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61" name="Google Shape;261;p3"/>
            <p:cNvSpPr/>
            <p:nvPr/>
          </p:nvSpPr>
          <p:spPr>
            <a:xfrm>
              <a:off x="39162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62" name="Google Shape;262;p3"/>
            <p:cNvSpPr/>
            <p:nvPr/>
          </p:nvSpPr>
          <p:spPr>
            <a:xfrm>
              <a:off x="370909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63" name="Google Shape;263;p3"/>
            <p:cNvSpPr/>
            <p:nvPr/>
          </p:nvSpPr>
          <p:spPr>
            <a:xfrm>
              <a:off x="35019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64" name="Google Shape;264;p3"/>
            <p:cNvSpPr/>
            <p:nvPr/>
          </p:nvSpPr>
          <p:spPr>
            <a:xfrm>
              <a:off x="329470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65" name="Google Shape;265;p3"/>
            <p:cNvSpPr/>
            <p:nvPr/>
          </p:nvSpPr>
          <p:spPr>
            <a:xfrm>
              <a:off x="308751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66" name="Google Shape;266;p3"/>
            <p:cNvSpPr/>
            <p:nvPr/>
          </p:nvSpPr>
          <p:spPr>
            <a:xfrm>
              <a:off x="28811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67" name="Google Shape;267;p3"/>
            <p:cNvSpPr/>
            <p:nvPr/>
          </p:nvSpPr>
          <p:spPr>
            <a:xfrm>
              <a:off x="26739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68" name="Google Shape;268;p3"/>
            <p:cNvSpPr/>
            <p:nvPr/>
          </p:nvSpPr>
          <p:spPr>
            <a:xfrm>
              <a:off x="246674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69" name="Google Shape;269;p3"/>
            <p:cNvSpPr/>
            <p:nvPr/>
          </p:nvSpPr>
          <p:spPr>
            <a:xfrm>
              <a:off x="225955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70" name="Google Shape;270;p3"/>
            <p:cNvSpPr/>
            <p:nvPr/>
          </p:nvSpPr>
          <p:spPr>
            <a:xfrm>
              <a:off x="205236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71" name="Google Shape;271;p3"/>
            <p:cNvSpPr/>
            <p:nvPr/>
          </p:nvSpPr>
          <p:spPr>
            <a:xfrm>
              <a:off x="184598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72" name="Google Shape;272;p3"/>
            <p:cNvSpPr/>
            <p:nvPr/>
          </p:nvSpPr>
          <p:spPr>
            <a:xfrm>
              <a:off x="16387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73" name="Google Shape;273;p3"/>
            <p:cNvSpPr/>
            <p:nvPr/>
          </p:nvSpPr>
          <p:spPr>
            <a:xfrm>
              <a:off x="143159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74" name="Google Shape;274;p3"/>
            <p:cNvSpPr/>
            <p:nvPr/>
          </p:nvSpPr>
          <p:spPr>
            <a:xfrm>
              <a:off x="122440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75" name="Google Shape;275;p3"/>
            <p:cNvSpPr/>
            <p:nvPr/>
          </p:nvSpPr>
          <p:spPr>
            <a:xfrm>
              <a:off x="101720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76" name="Google Shape;276;p3"/>
            <p:cNvSpPr/>
            <p:nvPr/>
          </p:nvSpPr>
          <p:spPr>
            <a:xfrm>
              <a:off x="81001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77" name="Google Shape;277;p3"/>
            <p:cNvSpPr/>
            <p:nvPr/>
          </p:nvSpPr>
          <p:spPr>
            <a:xfrm>
              <a:off x="60363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78" name="Google Shape;278;p3"/>
            <p:cNvSpPr/>
            <p:nvPr/>
          </p:nvSpPr>
          <p:spPr>
            <a:xfrm>
              <a:off x="39644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79" name="Google Shape;279;p3"/>
            <p:cNvSpPr/>
            <p:nvPr/>
          </p:nvSpPr>
          <p:spPr>
            <a:xfrm>
              <a:off x="18925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80" name="Google Shape;280;p3"/>
            <p:cNvSpPr/>
            <p:nvPr/>
          </p:nvSpPr>
          <p:spPr>
            <a:xfrm>
              <a:off x="8716176" y="19320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81" name="Google Shape;281;p3"/>
            <p:cNvSpPr/>
            <p:nvPr/>
          </p:nvSpPr>
          <p:spPr>
            <a:xfrm>
              <a:off x="8716176" y="40112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82" name="Google Shape;282;p3"/>
            <p:cNvSpPr/>
            <p:nvPr/>
          </p:nvSpPr>
          <p:spPr>
            <a:xfrm>
              <a:off x="8716176" y="60905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83" name="Google Shape;283;p3"/>
            <p:cNvSpPr/>
            <p:nvPr/>
          </p:nvSpPr>
          <p:spPr>
            <a:xfrm>
              <a:off x="8716176" y="81698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84" name="Google Shape;284;p3"/>
            <p:cNvSpPr/>
            <p:nvPr/>
          </p:nvSpPr>
          <p:spPr>
            <a:xfrm>
              <a:off x="8716176" y="102409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85" name="Google Shape;285;p3"/>
            <p:cNvSpPr/>
            <p:nvPr/>
          </p:nvSpPr>
          <p:spPr>
            <a:xfrm>
              <a:off x="8716176" y="123201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86" name="Google Shape;286;p3"/>
            <p:cNvSpPr/>
            <p:nvPr/>
          </p:nvSpPr>
          <p:spPr>
            <a:xfrm>
              <a:off x="8716176" y="143994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87" name="Google Shape;287;p3"/>
            <p:cNvSpPr/>
            <p:nvPr/>
          </p:nvSpPr>
          <p:spPr>
            <a:xfrm>
              <a:off x="8716176" y="164787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88" name="Google Shape;288;p3"/>
            <p:cNvSpPr/>
            <p:nvPr/>
          </p:nvSpPr>
          <p:spPr>
            <a:xfrm>
              <a:off x="8716176" y="185498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89" name="Google Shape;289;p3"/>
            <p:cNvSpPr/>
            <p:nvPr/>
          </p:nvSpPr>
          <p:spPr>
            <a:xfrm>
              <a:off x="8716176" y="206290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90" name="Google Shape;290;p3"/>
            <p:cNvSpPr/>
            <p:nvPr/>
          </p:nvSpPr>
          <p:spPr>
            <a:xfrm>
              <a:off x="8716176" y="227083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91" name="Google Shape;291;p3"/>
            <p:cNvSpPr/>
            <p:nvPr/>
          </p:nvSpPr>
          <p:spPr>
            <a:xfrm>
              <a:off x="8716176" y="247876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92" name="Google Shape;292;p3"/>
            <p:cNvSpPr/>
            <p:nvPr/>
          </p:nvSpPr>
          <p:spPr>
            <a:xfrm>
              <a:off x="8716176" y="268668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93" name="Google Shape;293;p3"/>
            <p:cNvSpPr/>
            <p:nvPr/>
          </p:nvSpPr>
          <p:spPr>
            <a:xfrm>
              <a:off x="8716176" y="289461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94" name="Google Shape;294;p3"/>
            <p:cNvSpPr/>
            <p:nvPr/>
          </p:nvSpPr>
          <p:spPr>
            <a:xfrm>
              <a:off x="8716176" y="310254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95" name="Google Shape;295;p3"/>
            <p:cNvSpPr/>
            <p:nvPr/>
          </p:nvSpPr>
          <p:spPr>
            <a:xfrm>
              <a:off x="8716176" y="330965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96" name="Google Shape;296;p3"/>
            <p:cNvSpPr/>
            <p:nvPr/>
          </p:nvSpPr>
          <p:spPr>
            <a:xfrm>
              <a:off x="8716176" y="351757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97" name="Google Shape;297;p3"/>
            <p:cNvSpPr/>
            <p:nvPr/>
          </p:nvSpPr>
          <p:spPr>
            <a:xfrm>
              <a:off x="8716176" y="372550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98" name="Google Shape;298;p3"/>
            <p:cNvSpPr/>
            <p:nvPr/>
          </p:nvSpPr>
          <p:spPr>
            <a:xfrm>
              <a:off x="8716176" y="393343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99" name="Google Shape;299;p3"/>
            <p:cNvSpPr/>
            <p:nvPr/>
          </p:nvSpPr>
          <p:spPr>
            <a:xfrm>
              <a:off x="8716176" y="414054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00" name="Google Shape;300;p3"/>
            <p:cNvSpPr/>
            <p:nvPr/>
          </p:nvSpPr>
          <p:spPr>
            <a:xfrm>
              <a:off x="8716176" y="434846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01" name="Google Shape;301;p3"/>
            <p:cNvSpPr/>
            <p:nvPr/>
          </p:nvSpPr>
          <p:spPr>
            <a:xfrm>
              <a:off x="8716176" y="455639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02" name="Google Shape;302;p3"/>
            <p:cNvSpPr/>
            <p:nvPr/>
          </p:nvSpPr>
          <p:spPr>
            <a:xfrm>
              <a:off x="8716176" y="476432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03" name="Google Shape;303;p3"/>
            <p:cNvSpPr/>
            <p:nvPr/>
          </p:nvSpPr>
          <p:spPr>
            <a:xfrm>
              <a:off x="8716176" y="497225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04" name="Google Shape;304;p3"/>
            <p:cNvSpPr/>
            <p:nvPr/>
          </p:nvSpPr>
          <p:spPr>
            <a:xfrm>
              <a:off x="907150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05" name="Google Shape;305;p3"/>
            <p:cNvSpPr/>
            <p:nvPr/>
          </p:nvSpPr>
          <p:spPr>
            <a:xfrm>
              <a:off x="886430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grpSp>
        <p:nvGrpSpPr>
          <p:cNvPr id="306" name="Google Shape;306;p3"/>
          <p:cNvGrpSpPr/>
          <p:nvPr/>
        </p:nvGrpSpPr>
        <p:grpSpPr>
          <a:xfrm flipH="1">
            <a:off x="122025" y="4917447"/>
            <a:ext cx="4420450" cy="226056"/>
            <a:chOff x="122000" y="4917447"/>
            <a:chExt cx="4420450" cy="226056"/>
          </a:xfrm>
        </p:grpSpPr>
        <p:sp>
          <p:nvSpPr>
            <p:cNvPr id="307" name="Google Shape;307;p3"/>
            <p:cNvSpPr/>
            <p:nvPr/>
          </p:nvSpPr>
          <p:spPr>
            <a:xfrm>
              <a:off x="12200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8" name="Google Shape;308;p3"/>
            <p:cNvSpPr/>
            <p:nvPr/>
          </p:nvSpPr>
          <p:spPr>
            <a:xfrm>
              <a:off x="420441"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09" name="Google Shape;309;p3"/>
            <p:cNvSpPr/>
            <p:nvPr/>
          </p:nvSpPr>
          <p:spPr>
            <a:xfrm>
              <a:off x="719241"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0" name="Google Shape;310;p3"/>
            <p:cNvSpPr/>
            <p:nvPr/>
          </p:nvSpPr>
          <p:spPr>
            <a:xfrm>
              <a:off x="1018042"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1" name="Google Shape;311;p3"/>
            <p:cNvSpPr/>
            <p:nvPr/>
          </p:nvSpPr>
          <p:spPr>
            <a:xfrm>
              <a:off x="1316483"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2" name="Google Shape;312;p3"/>
            <p:cNvSpPr/>
            <p:nvPr/>
          </p:nvSpPr>
          <p:spPr>
            <a:xfrm>
              <a:off x="1615283"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3" name="Google Shape;313;p3"/>
            <p:cNvSpPr/>
            <p:nvPr/>
          </p:nvSpPr>
          <p:spPr>
            <a:xfrm>
              <a:off x="22125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4" name="Google Shape;314;p3"/>
            <p:cNvSpPr/>
            <p:nvPr/>
          </p:nvSpPr>
          <p:spPr>
            <a:xfrm>
              <a:off x="2809766"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5" name="Google Shape;315;p3"/>
            <p:cNvSpPr/>
            <p:nvPr/>
          </p:nvSpPr>
          <p:spPr>
            <a:xfrm>
              <a:off x="3108567"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6" name="Google Shape;316;p3"/>
            <p:cNvSpPr/>
            <p:nvPr/>
          </p:nvSpPr>
          <p:spPr>
            <a:xfrm>
              <a:off x="3407008"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7" name="Google Shape;317;p3"/>
            <p:cNvSpPr/>
            <p:nvPr/>
          </p:nvSpPr>
          <p:spPr>
            <a:xfrm>
              <a:off x="3705808"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8" name="Google Shape;318;p3"/>
            <p:cNvSpPr/>
            <p:nvPr/>
          </p:nvSpPr>
          <p:spPr>
            <a:xfrm>
              <a:off x="4004609"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9" name="Google Shape;319;p3"/>
            <p:cNvSpPr/>
            <p:nvPr/>
          </p:nvSpPr>
          <p:spPr>
            <a:xfrm>
              <a:off x="4303050" y="4917447"/>
              <a:ext cx="239400" cy="22605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0" name="Google Shape;320;p3"/>
            <p:cNvSpPr/>
            <p:nvPr/>
          </p:nvSpPr>
          <p:spPr>
            <a:xfrm>
              <a:off x="1914084"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1" name="Google Shape;321;p3"/>
            <p:cNvSpPr/>
            <p:nvPr/>
          </p:nvSpPr>
          <p:spPr>
            <a:xfrm>
              <a:off x="2510966"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322" name="Google Shape;322;p3"/>
          <p:cNvGrpSpPr/>
          <p:nvPr/>
        </p:nvGrpSpPr>
        <p:grpSpPr>
          <a:xfrm flipH="1">
            <a:off x="4601525" y="4884626"/>
            <a:ext cx="4420450" cy="258877"/>
            <a:chOff x="4601500" y="4884626"/>
            <a:chExt cx="4420450" cy="258877"/>
          </a:xfrm>
        </p:grpSpPr>
        <p:sp>
          <p:nvSpPr>
            <p:cNvPr id="323" name="Google Shape;323;p3"/>
            <p:cNvSpPr/>
            <p:nvPr/>
          </p:nvSpPr>
          <p:spPr>
            <a:xfrm flipH="1">
              <a:off x="878255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4" name="Google Shape;324;p3"/>
            <p:cNvSpPr/>
            <p:nvPr/>
          </p:nvSpPr>
          <p:spPr>
            <a:xfrm flipH="1">
              <a:off x="8484109"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5" name="Google Shape;325;p3"/>
            <p:cNvSpPr/>
            <p:nvPr/>
          </p:nvSpPr>
          <p:spPr>
            <a:xfrm flipH="1">
              <a:off x="8185309"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6" name="Google Shape;326;p3"/>
            <p:cNvSpPr/>
            <p:nvPr/>
          </p:nvSpPr>
          <p:spPr>
            <a:xfrm flipH="1">
              <a:off x="7886508"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7" name="Google Shape;327;p3"/>
            <p:cNvSpPr/>
            <p:nvPr/>
          </p:nvSpPr>
          <p:spPr>
            <a:xfrm flipH="1">
              <a:off x="7587707"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8" name="Google Shape;328;p3"/>
            <p:cNvSpPr/>
            <p:nvPr/>
          </p:nvSpPr>
          <p:spPr>
            <a:xfrm flipH="1">
              <a:off x="7289267"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9" name="Google Shape;329;p3"/>
            <p:cNvSpPr/>
            <p:nvPr/>
          </p:nvSpPr>
          <p:spPr>
            <a:xfrm flipH="1">
              <a:off x="66920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30" name="Google Shape;330;p3"/>
            <p:cNvSpPr/>
            <p:nvPr/>
          </p:nvSpPr>
          <p:spPr>
            <a:xfrm flipH="1">
              <a:off x="6094784"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31" name="Google Shape;331;p3"/>
            <p:cNvSpPr/>
            <p:nvPr/>
          </p:nvSpPr>
          <p:spPr>
            <a:xfrm flipH="1">
              <a:off x="5795983"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32" name="Google Shape;332;p3"/>
            <p:cNvSpPr/>
            <p:nvPr/>
          </p:nvSpPr>
          <p:spPr>
            <a:xfrm flipH="1">
              <a:off x="5497542"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33" name="Google Shape;333;p3"/>
            <p:cNvSpPr/>
            <p:nvPr/>
          </p:nvSpPr>
          <p:spPr>
            <a:xfrm flipH="1">
              <a:off x="5198742"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34" name="Google Shape;334;p3"/>
            <p:cNvSpPr/>
            <p:nvPr/>
          </p:nvSpPr>
          <p:spPr>
            <a:xfrm flipH="1">
              <a:off x="4899941"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35" name="Google Shape;335;p3"/>
            <p:cNvSpPr/>
            <p:nvPr/>
          </p:nvSpPr>
          <p:spPr>
            <a:xfrm flipH="1">
              <a:off x="4601500" y="4884626"/>
              <a:ext cx="239400" cy="25887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36" name="Google Shape;336;p3"/>
            <p:cNvSpPr/>
            <p:nvPr/>
          </p:nvSpPr>
          <p:spPr>
            <a:xfrm flipH="1">
              <a:off x="6990466"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37" name="Google Shape;337;p3"/>
            <p:cNvSpPr/>
            <p:nvPr/>
          </p:nvSpPr>
          <p:spPr>
            <a:xfrm flipH="1">
              <a:off x="6393584"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338" name="Google Shape;338;p3"/>
          <p:cNvGrpSpPr/>
          <p:nvPr/>
        </p:nvGrpSpPr>
        <p:grpSpPr>
          <a:xfrm>
            <a:off x="122000" y="4884626"/>
            <a:ext cx="8899950" cy="258877"/>
            <a:chOff x="122000" y="4884626"/>
            <a:chExt cx="8899950" cy="258877"/>
          </a:xfrm>
        </p:grpSpPr>
        <p:grpSp>
          <p:nvGrpSpPr>
            <p:cNvPr id="339" name="Google Shape;339;p3"/>
            <p:cNvGrpSpPr/>
            <p:nvPr/>
          </p:nvGrpSpPr>
          <p:grpSpPr>
            <a:xfrm>
              <a:off x="122000" y="4917447"/>
              <a:ext cx="4420450" cy="226056"/>
              <a:chOff x="122000" y="4917447"/>
              <a:chExt cx="4420450" cy="226056"/>
            </a:xfrm>
          </p:grpSpPr>
          <p:sp>
            <p:nvSpPr>
              <p:cNvPr id="340" name="Google Shape;340;p3"/>
              <p:cNvSpPr/>
              <p:nvPr/>
            </p:nvSpPr>
            <p:spPr>
              <a:xfrm>
                <a:off x="12200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1" name="Google Shape;341;p3"/>
              <p:cNvSpPr/>
              <p:nvPr/>
            </p:nvSpPr>
            <p:spPr>
              <a:xfrm>
                <a:off x="420441"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2" name="Google Shape;342;p3"/>
              <p:cNvSpPr/>
              <p:nvPr/>
            </p:nvSpPr>
            <p:spPr>
              <a:xfrm>
                <a:off x="719241"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3" name="Google Shape;343;p3"/>
              <p:cNvSpPr/>
              <p:nvPr/>
            </p:nvSpPr>
            <p:spPr>
              <a:xfrm>
                <a:off x="1018042"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4" name="Google Shape;344;p3"/>
              <p:cNvSpPr/>
              <p:nvPr/>
            </p:nvSpPr>
            <p:spPr>
              <a:xfrm>
                <a:off x="1316483"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5" name="Google Shape;345;p3"/>
              <p:cNvSpPr/>
              <p:nvPr/>
            </p:nvSpPr>
            <p:spPr>
              <a:xfrm>
                <a:off x="1615283"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6" name="Google Shape;346;p3"/>
              <p:cNvSpPr/>
              <p:nvPr/>
            </p:nvSpPr>
            <p:spPr>
              <a:xfrm>
                <a:off x="22125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7" name="Google Shape;347;p3"/>
              <p:cNvSpPr/>
              <p:nvPr/>
            </p:nvSpPr>
            <p:spPr>
              <a:xfrm>
                <a:off x="2809766"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8" name="Google Shape;348;p3"/>
              <p:cNvSpPr/>
              <p:nvPr/>
            </p:nvSpPr>
            <p:spPr>
              <a:xfrm>
                <a:off x="3108567"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9" name="Google Shape;349;p3"/>
              <p:cNvSpPr/>
              <p:nvPr/>
            </p:nvSpPr>
            <p:spPr>
              <a:xfrm>
                <a:off x="3407008"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0" name="Google Shape;350;p3"/>
              <p:cNvSpPr/>
              <p:nvPr/>
            </p:nvSpPr>
            <p:spPr>
              <a:xfrm>
                <a:off x="3705808"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1" name="Google Shape;351;p3"/>
              <p:cNvSpPr/>
              <p:nvPr/>
            </p:nvSpPr>
            <p:spPr>
              <a:xfrm>
                <a:off x="4004609"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2" name="Google Shape;352;p3"/>
              <p:cNvSpPr/>
              <p:nvPr/>
            </p:nvSpPr>
            <p:spPr>
              <a:xfrm>
                <a:off x="4303050" y="4917447"/>
                <a:ext cx="239400" cy="22605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3" name="Google Shape;353;p3"/>
              <p:cNvSpPr/>
              <p:nvPr/>
            </p:nvSpPr>
            <p:spPr>
              <a:xfrm>
                <a:off x="1914084"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4" name="Google Shape;354;p3"/>
              <p:cNvSpPr/>
              <p:nvPr/>
            </p:nvSpPr>
            <p:spPr>
              <a:xfrm>
                <a:off x="2510966"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355" name="Google Shape;355;p3"/>
            <p:cNvGrpSpPr/>
            <p:nvPr/>
          </p:nvGrpSpPr>
          <p:grpSpPr>
            <a:xfrm>
              <a:off x="4601500" y="4884626"/>
              <a:ext cx="4420450" cy="258877"/>
              <a:chOff x="4601500" y="4884626"/>
              <a:chExt cx="4420450" cy="258877"/>
            </a:xfrm>
          </p:grpSpPr>
          <p:sp>
            <p:nvSpPr>
              <p:cNvPr id="356" name="Google Shape;356;p3"/>
              <p:cNvSpPr/>
              <p:nvPr/>
            </p:nvSpPr>
            <p:spPr>
              <a:xfrm flipH="1">
                <a:off x="878255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7" name="Google Shape;357;p3"/>
              <p:cNvSpPr/>
              <p:nvPr/>
            </p:nvSpPr>
            <p:spPr>
              <a:xfrm flipH="1">
                <a:off x="8484109"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8" name="Google Shape;358;p3"/>
              <p:cNvSpPr/>
              <p:nvPr/>
            </p:nvSpPr>
            <p:spPr>
              <a:xfrm flipH="1">
                <a:off x="8185309"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9" name="Google Shape;359;p3"/>
              <p:cNvSpPr/>
              <p:nvPr/>
            </p:nvSpPr>
            <p:spPr>
              <a:xfrm flipH="1">
                <a:off x="7886508"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60" name="Google Shape;360;p3"/>
              <p:cNvSpPr/>
              <p:nvPr/>
            </p:nvSpPr>
            <p:spPr>
              <a:xfrm flipH="1">
                <a:off x="7587707"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61" name="Google Shape;361;p3"/>
              <p:cNvSpPr/>
              <p:nvPr/>
            </p:nvSpPr>
            <p:spPr>
              <a:xfrm flipH="1">
                <a:off x="7289267"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62" name="Google Shape;362;p3"/>
              <p:cNvSpPr/>
              <p:nvPr/>
            </p:nvSpPr>
            <p:spPr>
              <a:xfrm flipH="1">
                <a:off x="66920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63" name="Google Shape;363;p3"/>
              <p:cNvSpPr/>
              <p:nvPr/>
            </p:nvSpPr>
            <p:spPr>
              <a:xfrm flipH="1">
                <a:off x="6094784"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64" name="Google Shape;364;p3"/>
              <p:cNvSpPr/>
              <p:nvPr/>
            </p:nvSpPr>
            <p:spPr>
              <a:xfrm flipH="1">
                <a:off x="5795983"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65" name="Google Shape;365;p3"/>
              <p:cNvSpPr/>
              <p:nvPr/>
            </p:nvSpPr>
            <p:spPr>
              <a:xfrm flipH="1">
                <a:off x="5497542"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66" name="Google Shape;366;p3"/>
              <p:cNvSpPr/>
              <p:nvPr/>
            </p:nvSpPr>
            <p:spPr>
              <a:xfrm flipH="1">
                <a:off x="5198742"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67" name="Google Shape;367;p3"/>
              <p:cNvSpPr/>
              <p:nvPr/>
            </p:nvSpPr>
            <p:spPr>
              <a:xfrm flipH="1">
                <a:off x="4899941"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68" name="Google Shape;368;p3"/>
              <p:cNvSpPr/>
              <p:nvPr/>
            </p:nvSpPr>
            <p:spPr>
              <a:xfrm flipH="1">
                <a:off x="4601500" y="4884626"/>
                <a:ext cx="239400" cy="25887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69" name="Google Shape;369;p3"/>
              <p:cNvSpPr/>
              <p:nvPr/>
            </p:nvSpPr>
            <p:spPr>
              <a:xfrm flipH="1">
                <a:off x="6990466"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70" name="Google Shape;370;p3"/>
              <p:cNvSpPr/>
              <p:nvPr/>
            </p:nvSpPr>
            <p:spPr>
              <a:xfrm flipH="1">
                <a:off x="6393584"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371" name="Google Shape;371;p3"/>
          <p:cNvSpPr txBox="1">
            <a:spLocks noGrp="1"/>
          </p:cNvSpPr>
          <p:nvPr>
            <p:ph type="title"/>
          </p:nvPr>
        </p:nvSpPr>
        <p:spPr>
          <a:xfrm>
            <a:off x="713225" y="2121000"/>
            <a:ext cx="7717500" cy="1511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8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72" name="Google Shape;372;p3"/>
          <p:cNvSpPr txBox="1">
            <a:spLocks noGrp="1"/>
          </p:cNvSpPr>
          <p:nvPr>
            <p:ph type="title" idx="2" hasCustomPrompt="1"/>
          </p:nvPr>
        </p:nvSpPr>
        <p:spPr>
          <a:xfrm>
            <a:off x="3574350" y="539500"/>
            <a:ext cx="1652100" cy="1660800"/>
          </a:xfrm>
          <a:prstGeom prst="rect">
            <a:avLst/>
          </a:prstGeom>
          <a:solidFill>
            <a:schemeClr val="accent2"/>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73" name="Google Shape;373;p3"/>
          <p:cNvSpPr txBox="1">
            <a:spLocks noGrp="1"/>
          </p:cNvSpPr>
          <p:nvPr>
            <p:ph type="subTitle" idx="1"/>
          </p:nvPr>
        </p:nvSpPr>
        <p:spPr>
          <a:xfrm>
            <a:off x="713225" y="3630750"/>
            <a:ext cx="7717500" cy="653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74"/>
        <p:cNvGrpSpPr/>
        <p:nvPr/>
      </p:nvGrpSpPr>
      <p:grpSpPr>
        <a:xfrm>
          <a:off x="0" y="0"/>
          <a:ext cx="0" cy="0"/>
          <a:chOff x="0" y="0"/>
          <a:chExt cx="0" cy="0"/>
        </a:xfrm>
      </p:grpSpPr>
      <p:grpSp>
        <p:nvGrpSpPr>
          <p:cNvPr id="375" name="Google Shape;375;p4"/>
          <p:cNvGrpSpPr/>
          <p:nvPr/>
        </p:nvGrpSpPr>
        <p:grpSpPr>
          <a:xfrm>
            <a:off x="0" y="0"/>
            <a:ext cx="9143995" cy="5143491"/>
            <a:chOff x="0" y="0"/>
            <a:chExt cx="9143995" cy="5143491"/>
          </a:xfrm>
        </p:grpSpPr>
        <p:sp>
          <p:nvSpPr>
            <p:cNvPr id="376" name="Google Shape;376;p4"/>
            <p:cNvSpPr/>
            <p:nvPr/>
          </p:nvSpPr>
          <p:spPr>
            <a:xfrm>
              <a:off x="0" y="19319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77" name="Google Shape;377;p4"/>
            <p:cNvSpPr/>
            <p:nvPr/>
          </p:nvSpPr>
          <p:spPr>
            <a:xfrm>
              <a:off x="0" y="401120"/>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78" name="Google Shape;378;p4"/>
            <p:cNvSpPr/>
            <p:nvPr/>
          </p:nvSpPr>
          <p:spPr>
            <a:xfrm>
              <a:off x="0" y="60904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79" name="Google Shape;379;p4"/>
            <p:cNvSpPr/>
            <p:nvPr/>
          </p:nvSpPr>
          <p:spPr>
            <a:xfrm>
              <a:off x="0" y="81697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80" name="Google Shape;380;p4"/>
            <p:cNvSpPr/>
            <p:nvPr/>
          </p:nvSpPr>
          <p:spPr>
            <a:xfrm>
              <a:off x="0" y="102408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81" name="Google Shape;381;p4"/>
            <p:cNvSpPr/>
            <p:nvPr/>
          </p:nvSpPr>
          <p:spPr>
            <a:xfrm>
              <a:off x="0" y="123201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82" name="Google Shape;382;p4"/>
            <p:cNvSpPr/>
            <p:nvPr/>
          </p:nvSpPr>
          <p:spPr>
            <a:xfrm>
              <a:off x="0" y="143994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83" name="Google Shape;383;p4"/>
            <p:cNvSpPr/>
            <p:nvPr/>
          </p:nvSpPr>
          <p:spPr>
            <a:xfrm>
              <a:off x="0" y="164786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84" name="Google Shape;384;p4"/>
            <p:cNvSpPr/>
            <p:nvPr/>
          </p:nvSpPr>
          <p:spPr>
            <a:xfrm>
              <a:off x="0" y="1854977"/>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85" name="Google Shape;385;p4"/>
            <p:cNvSpPr/>
            <p:nvPr/>
          </p:nvSpPr>
          <p:spPr>
            <a:xfrm>
              <a:off x="0" y="206290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86" name="Google Shape;386;p4"/>
            <p:cNvSpPr/>
            <p:nvPr/>
          </p:nvSpPr>
          <p:spPr>
            <a:xfrm>
              <a:off x="0" y="227083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87" name="Google Shape;387;p4"/>
            <p:cNvSpPr/>
            <p:nvPr/>
          </p:nvSpPr>
          <p:spPr>
            <a:xfrm>
              <a:off x="0" y="247876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88" name="Google Shape;388;p4"/>
            <p:cNvSpPr/>
            <p:nvPr/>
          </p:nvSpPr>
          <p:spPr>
            <a:xfrm>
              <a:off x="0" y="268668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89" name="Google Shape;389;p4"/>
            <p:cNvSpPr/>
            <p:nvPr/>
          </p:nvSpPr>
          <p:spPr>
            <a:xfrm>
              <a:off x="0" y="289461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90" name="Google Shape;390;p4"/>
            <p:cNvSpPr/>
            <p:nvPr/>
          </p:nvSpPr>
          <p:spPr>
            <a:xfrm>
              <a:off x="0" y="3102544"/>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91" name="Google Shape;391;p4"/>
            <p:cNvSpPr/>
            <p:nvPr/>
          </p:nvSpPr>
          <p:spPr>
            <a:xfrm>
              <a:off x="0" y="330965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92" name="Google Shape;392;p4"/>
            <p:cNvSpPr/>
            <p:nvPr/>
          </p:nvSpPr>
          <p:spPr>
            <a:xfrm>
              <a:off x="0" y="351758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93" name="Google Shape;393;p4"/>
            <p:cNvSpPr/>
            <p:nvPr/>
          </p:nvSpPr>
          <p:spPr>
            <a:xfrm>
              <a:off x="0" y="372550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94" name="Google Shape;394;p4"/>
            <p:cNvSpPr/>
            <p:nvPr/>
          </p:nvSpPr>
          <p:spPr>
            <a:xfrm>
              <a:off x="0" y="393343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95" name="Google Shape;395;p4"/>
            <p:cNvSpPr/>
            <p:nvPr/>
          </p:nvSpPr>
          <p:spPr>
            <a:xfrm>
              <a:off x="0" y="414054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96" name="Google Shape;396;p4"/>
            <p:cNvSpPr/>
            <p:nvPr/>
          </p:nvSpPr>
          <p:spPr>
            <a:xfrm>
              <a:off x="0" y="434847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97" name="Google Shape;397;p4"/>
            <p:cNvSpPr/>
            <p:nvPr/>
          </p:nvSpPr>
          <p:spPr>
            <a:xfrm>
              <a:off x="0" y="455640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98" name="Google Shape;398;p4"/>
            <p:cNvSpPr/>
            <p:nvPr/>
          </p:nvSpPr>
          <p:spPr>
            <a:xfrm>
              <a:off x="0" y="476432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99" name="Google Shape;399;p4"/>
            <p:cNvSpPr/>
            <p:nvPr/>
          </p:nvSpPr>
          <p:spPr>
            <a:xfrm>
              <a:off x="0" y="497225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00" name="Google Shape;400;p4"/>
            <p:cNvSpPr/>
            <p:nvPr/>
          </p:nvSpPr>
          <p:spPr>
            <a:xfrm>
              <a:off x="86768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01" name="Google Shape;401;p4"/>
            <p:cNvSpPr/>
            <p:nvPr/>
          </p:nvSpPr>
          <p:spPr>
            <a:xfrm>
              <a:off x="847046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02" name="Google Shape;402;p4"/>
            <p:cNvSpPr/>
            <p:nvPr/>
          </p:nvSpPr>
          <p:spPr>
            <a:xfrm>
              <a:off x="826327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03" name="Google Shape;403;p4"/>
            <p:cNvSpPr/>
            <p:nvPr/>
          </p:nvSpPr>
          <p:spPr>
            <a:xfrm>
              <a:off x="805608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04" name="Google Shape;404;p4"/>
            <p:cNvSpPr/>
            <p:nvPr/>
          </p:nvSpPr>
          <p:spPr>
            <a:xfrm>
              <a:off x="78488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05" name="Google Shape;405;p4"/>
            <p:cNvSpPr/>
            <p:nvPr/>
          </p:nvSpPr>
          <p:spPr>
            <a:xfrm>
              <a:off x="764169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06" name="Google Shape;406;p4"/>
            <p:cNvSpPr/>
            <p:nvPr/>
          </p:nvSpPr>
          <p:spPr>
            <a:xfrm>
              <a:off x="74345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07" name="Google Shape;407;p4"/>
            <p:cNvSpPr/>
            <p:nvPr/>
          </p:nvSpPr>
          <p:spPr>
            <a:xfrm>
              <a:off x="722730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08" name="Google Shape;408;p4"/>
            <p:cNvSpPr/>
            <p:nvPr/>
          </p:nvSpPr>
          <p:spPr>
            <a:xfrm>
              <a:off x="702093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09" name="Google Shape;409;p4"/>
            <p:cNvSpPr/>
            <p:nvPr/>
          </p:nvSpPr>
          <p:spPr>
            <a:xfrm>
              <a:off x="68137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10" name="Google Shape;410;p4"/>
            <p:cNvSpPr/>
            <p:nvPr/>
          </p:nvSpPr>
          <p:spPr>
            <a:xfrm>
              <a:off x="66065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11" name="Google Shape;411;p4"/>
            <p:cNvSpPr/>
            <p:nvPr/>
          </p:nvSpPr>
          <p:spPr>
            <a:xfrm>
              <a:off x="639934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12" name="Google Shape;412;p4"/>
            <p:cNvSpPr/>
            <p:nvPr/>
          </p:nvSpPr>
          <p:spPr>
            <a:xfrm>
              <a:off x="619297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13" name="Google Shape;413;p4"/>
            <p:cNvSpPr/>
            <p:nvPr/>
          </p:nvSpPr>
          <p:spPr>
            <a:xfrm>
              <a:off x="598577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14" name="Google Shape;414;p4"/>
            <p:cNvSpPr/>
            <p:nvPr/>
          </p:nvSpPr>
          <p:spPr>
            <a:xfrm>
              <a:off x="577858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15" name="Google Shape;415;p4"/>
            <p:cNvSpPr/>
            <p:nvPr/>
          </p:nvSpPr>
          <p:spPr>
            <a:xfrm>
              <a:off x="55713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16" name="Google Shape;416;p4"/>
            <p:cNvSpPr/>
            <p:nvPr/>
          </p:nvSpPr>
          <p:spPr>
            <a:xfrm>
              <a:off x="536501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17" name="Google Shape;417;p4"/>
            <p:cNvSpPr/>
            <p:nvPr/>
          </p:nvSpPr>
          <p:spPr>
            <a:xfrm>
              <a:off x="515863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18" name="Google Shape;418;p4"/>
            <p:cNvSpPr/>
            <p:nvPr/>
          </p:nvSpPr>
          <p:spPr>
            <a:xfrm>
              <a:off x="495144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19" name="Google Shape;419;p4"/>
            <p:cNvSpPr/>
            <p:nvPr/>
          </p:nvSpPr>
          <p:spPr>
            <a:xfrm>
              <a:off x="47442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20" name="Google Shape;420;p4"/>
            <p:cNvSpPr/>
            <p:nvPr/>
          </p:nvSpPr>
          <p:spPr>
            <a:xfrm>
              <a:off x="453705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21" name="Google Shape;421;p4"/>
            <p:cNvSpPr/>
            <p:nvPr/>
          </p:nvSpPr>
          <p:spPr>
            <a:xfrm>
              <a:off x="432986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22" name="Google Shape;422;p4"/>
            <p:cNvSpPr/>
            <p:nvPr/>
          </p:nvSpPr>
          <p:spPr>
            <a:xfrm>
              <a:off x="412266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23" name="Google Shape;423;p4"/>
            <p:cNvSpPr/>
            <p:nvPr/>
          </p:nvSpPr>
          <p:spPr>
            <a:xfrm>
              <a:off x="39162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24" name="Google Shape;424;p4"/>
            <p:cNvSpPr/>
            <p:nvPr/>
          </p:nvSpPr>
          <p:spPr>
            <a:xfrm>
              <a:off x="370909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25" name="Google Shape;425;p4"/>
            <p:cNvSpPr/>
            <p:nvPr/>
          </p:nvSpPr>
          <p:spPr>
            <a:xfrm>
              <a:off x="35019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26" name="Google Shape;426;p4"/>
            <p:cNvSpPr/>
            <p:nvPr/>
          </p:nvSpPr>
          <p:spPr>
            <a:xfrm>
              <a:off x="329470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27" name="Google Shape;427;p4"/>
            <p:cNvSpPr/>
            <p:nvPr/>
          </p:nvSpPr>
          <p:spPr>
            <a:xfrm>
              <a:off x="308751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28" name="Google Shape;428;p4"/>
            <p:cNvSpPr/>
            <p:nvPr/>
          </p:nvSpPr>
          <p:spPr>
            <a:xfrm>
              <a:off x="28811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29" name="Google Shape;429;p4"/>
            <p:cNvSpPr/>
            <p:nvPr/>
          </p:nvSpPr>
          <p:spPr>
            <a:xfrm>
              <a:off x="26739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30" name="Google Shape;430;p4"/>
            <p:cNvSpPr/>
            <p:nvPr/>
          </p:nvSpPr>
          <p:spPr>
            <a:xfrm>
              <a:off x="246674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31" name="Google Shape;431;p4"/>
            <p:cNvSpPr/>
            <p:nvPr/>
          </p:nvSpPr>
          <p:spPr>
            <a:xfrm>
              <a:off x="225955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32" name="Google Shape;432;p4"/>
            <p:cNvSpPr/>
            <p:nvPr/>
          </p:nvSpPr>
          <p:spPr>
            <a:xfrm>
              <a:off x="205236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33" name="Google Shape;433;p4"/>
            <p:cNvSpPr/>
            <p:nvPr/>
          </p:nvSpPr>
          <p:spPr>
            <a:xfrm>
              <a:off x="184598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34" name="Google Shape;434;p4"/>
            <p:cNvSpPr/>
            <p:nvPr/>
          </p:nvSpPr>
          <p:spPr>
            <a:xfrm>
              <a:off x="16387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35" name="Google Shape;435;p4"/>
            <p:cNvSpPr/>
            <p:nvPr/>
          </p:nvSpPr>
          <p:spPr>
            <a:xfrm>
              <a:off x="143159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36" name="Google Shape;436;p4"/>
            <p:cNvSpPr/>
            <p:nvPr/>
          </p:nvSpPr>
          <p:spPr>
            <a:xfrm>
              <a:off x="122440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37" name="Google Shape;437;p4"/>
            <p:cNvSpPr/>
            <p:nvPr/>
          </p:nvSpPr>
          <p:spPr>
            <a:xfrm>
              <a:off x="101720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38" name="Google Shape;438;p4"/>
            <p:cNvSpPr/>
            <p:nvPr/>
          </p:nvSpPr>
          <p:spPr>
            <a:xfrm>
              <a:off x="81001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39" name="Google Shape;439;p4"/>
            <p:cNvSpPr/>
            <p:nvPr/>
          </p:nvSpPr>
          <p:spPr>
            <a:xfrm>
              <a:off x="60363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40" name="Google Shape;440;p4"/>
            <p:cNvSpPr/>
            <p:nvPr/>
          </p:nvSpPr>
          <p:spPr>
            <a:xfrm>
              <a:off x="39644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41" name="Google Shape;441;p4"/>
            <p:cNvSpPr/>
            <p:nvPr/>
          </p:nvSpPr>
          <p:spPr>
            <a:xfrm>
              <a:off x="18925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42" name="Google Shape;442;p4"/>
            <p:cNvSpPr/>
            <p:nvPr/>
          </p:nvSpPr>
          <p:spPr>
            <a:xfrm>
              <a:off x="8716176" y="19320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43" name="Google Shape;443;p4"/>
            <p:cNvSpPr/>
            <p:nvPr/>
          </p:nvSpPr>
          <p:spPr>
            <a:xfrm>
              <a:off x="8716176" y="40112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44" name="Google Shape;444;p4"/>
            <p:cNvSpPr/>
            <p:nvPr/>
          </p:nvSpPr>
          <p:spPr>
            <a:xfrm>
              <a:off x="8716176" y="60905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45" name="Google Shape;445;p4"/>
            <p:cNvSpPr/>
            <p:nvPr/>
          </p:nvSpPr>
          <p:spPr>
            <a:xfrm>
              <a:off x="8716176" y="81698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46" name="Google Shape;446;p4"/>
            <p:cNvSpPr/>
            <p:nvPr/>
          </p:nvSpPr>
          <p:spPr>
            <a:xfrm>
              <a:off x="8716176" y="102409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47" name="Google Shape;447;p4"/>
            <p:cNvSpPr/>
            <p:nvPr/>
          </p:nvSpPr>
          <p:spPr>
            <a:xfrm>
              <a:off x="8716176" y="123201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48" name="Google Shape;448;p4"/>
            <p:cNvSpPr/>
            <p:nvPr/>
          </p:nvSpPr>
          <p:spPr>
            <a:xfrm>
              <a:off x="8716176" y="143994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49" name="Google Shape;449;p4"/>
            <p:cNvSpPr/>
            <p:nvPr/>
          </p:nvSpPr>
          <p:spPr>
            <a:xfrm>
              <a:off x="8716176" y="164787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50" name="Google Shape;450;p4"/>
            <p:cNvSpPr/>
            <p:nvPr/>
          </p:nvSpPr>
          <p:spPr>
            <a:xfrm>
              <a:off x="8716176" y="185498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51" name="Google Shape;451;p4"/>
            <p:cNvSpPr/>
            <p:nvPr/>
          </p:nvSpPr>
          <p:spPr>
            <a:xfrm>
              <a:off x="8716176" y="206290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52" name="Google Shape;452;p4"/>
            <p:cNvSpPr/>
            <p:nvPr/>
          </p:nvSpPr>
          <p:spPr>
            <a:xfrm>
              <a:off x="8716176" y="227083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53" name="Google Shape;453;p4"/>
            <p:cNvSpPr/>
            <p:nvPr/>
          </p:nvSpPr>
          <p:spPr>
            <a:xfrm>
              <a:off x="8716176" y="247876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54" name="Google Shape;454;p4"/>
            <p:cNvSpPr/>
            <p:nvPr/>
          </p:nvSpPr>
          <p:spPr>
            <a:xfrm>
              <a:off x="8716176" y="268668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55" name="Google Shape;455;p4"/>
            <p:cNvSpPr/>
            <p:nvPr/>
          </p:nvSpPr>
          <p:spPr>
            <a:xfrm>
              <a:off x="8716176" y="289461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56" name="Google Shape;456;p4"/>
            <p:cNvSpPr/>
            <p:nvPr/>
          </p:nvSpPr>
          <p:spPr>
            <a:xfrm>
              <a:off x="8716176" y="310254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57" name="Google Shape;457;p4"/>
            <p:cNvSpPr/>
            <p:nvPr/>
          </p:nvSpPr>
          <p:spPr>
            <a:xfrm>
              <a:off x="8716176" y="330965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58" name="Google Shape;458;p4"/>
            <p:cNvSpPr/>
            <p:nvPr/>
          </p:nvSpPr>
          <p:spPr>
            <a:xfrm>
              <a:off x="8716176" y="351757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59" name="Google Shape;459;p4"/>
            <p:cNvSpPr/>
            <p:nvPr/>
          </p:nvSpPr>
          <p:spPr>
            <a:xfrm>
              <a:off x="8716176" y="372550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60" name="Google Shape;460;p4"/>
            <p:cNvSpPr/>
            <p:nvPr/>
          </p:nvSpPr>
          <p:spPr>
            <a:xfrm>
              <a:off x="8716176" y="393343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61" name="Google Shape;461;p4"/>
            <p:cNvSpPr/>
            <p:nvPr/>
          </p:nvSpPr>
          <p:spPr>
            <a:xfrm>
              <a:off x="8716176" y="414054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62" name="Google Shape;462;p4"/>
            <p:cNvSpPr/>
            <p:nvPr/>
          </p:nvSpPr>
          <p:spPr>
            <a:xfrm>
              <a:off x="8716176" y="434846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63" name="Google Shape;463;p4"/>
            <p:cNvSpPr/>
            <p:nvPr/>
          </p:nvSpPr>
          <p:spPr>
            <a:xfrm>
              <a:off x="8716176" y="455639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64" name="Google Shape;464;p4"/>
            <p:cNvSpPr/>
            <p:nvPr/>
          </p:nvSpPr>
          <p:spPr>
            <a:xfrm>
              <a:off x="8716176" y="476432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65" name="Google Shape;465;p4"/>
            <p:cNvSpPr/>
            <p:nvPr/>
          </p:nvSpPr>
          <p:spPr>
            <a:xfrm>
              <a:off x="8716176" y="497225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66" name="Google Shape;466;p4"/>
            <p:cNvSpPr/>
            <p:nvPr/>
          </p:nvSpPr>
          <p:spPr>
            <a:xfrm>
              <a:off x="907150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67" name="Google Shape;467;p4"/>
            <p:cNvSpPr/>
            <p:nvPr/>
          </p:nvSpPr>
          <p:spPr>
            <a:xfrm>
              <a:off x="886430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grpSp>
        <p:nvGrpSpPr>
          <p:cNvPr id="468" name="Google Shape;468;p4"/>
          <p:cNvGrpSpPr/>
          <p:nvPr/>
        </p:nvGrpSpPr>
        <p:grpSpPr>
          <a:xfrm>
            <a:off x="229136" y="121993"/>
            <a:ext cx="398326" cy="493698"/>
            <a:chOff x="5433840" y="2050560"/>
            <a:chExt cx="388800" cy="1409760"/>
          </a:xfrm>
        </p:grpSpPr>
        <p:sp>
          <p:nvSpPr>
            <p:cNvPr id="469" name="Google Shape;469;p4"/>
            <p:cNvSpPr/>
            <p:nvPr/>
          </p:nvSpPr>
          <p:spPr>
            <a:xfrm>
              <a:off x="5433840" y="2706120"/>
              <a:ext cx="90000" cy="754200"/>
            </a:xfrm>
            <a:custGeom>
              <a:avLst/>
              <a:gdLst/>
              <a:ahLst/>
              <a:cxnLst/>
              <a:rect l="l" t="t" r="r" b="b"/>
              <a:pathLst>
                <a:path w="250" h="2095" extrusionOk="0">
                  <a:moveTo>
                    <a:pt x="0" y="0"/>
                  </a:moveTo>
                  <a:lnTo>
                    <a:pt x="250" y="0"/>
                  </a:lnTo>
                  <a:lnTo>
                    <a:pt x="250" y="2095"/>
                  </a:lnTo>
                  <a:lnTo>
                    <a:pt x="0" y="20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70" name="Google Shape;470;p4"/>
            <p:cNvSpPr/>
            <p:nvPr/>
          </p:nvSpPr>
          <p:spPr>
            <a:xfrm>
              <a:off x="5732640" y="2050560"/>
              <a:ext cx="90000" cy="347040"/>
            </a:xfrm>
            <a:custGeom>
              <a:avLst/>
              <a:gdLst/>
              <a:ahLst/>
              <a:cxnLst/>
              <a:rect l="l" t="t" r="r" b="b"/>
              <a:pathLst>
                <a:path w="250" h="964" extrusionOk="0">
                  <a:moveTo>
                    <a:pt x="0" y="0"/>
                  </a:moveTo>
                  <a:lnTo>
                    <a:pt x="250" y="0"/>
                  </a:lnTo>
                  <a:lnTo>
                    <a:pt x="250" y="964"/>
                  </a:lnTo>
                  <a:lnTo>
                    <a:pt x="0" y="96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71" name="Google Shape;471;p4"/>
            <p:cNvSpPr/>
            <p:nvPr/>
          </p:nvSpPr>
          <p:spPr>
            <a:xfrm>
              <a:off x="5583240" y="2050560"/>
              <a:ext cx="90000" cy="655920"/>
            </a:xfrm>
            <a:custGeom>
              <a:avLst/>
              <a:gdLst/>
              <a:ahLst/>
              <a:cxnLst/>
              <a:rect l="l" t="t" r="r" b="b"/>
              <a:pathLst>
                <a:path w="250" h="1822" extrusionOk="0">
                  <a:moveTo>
                    <a:pt x="0" y="0"/>
                  </a:moveTo>
                  <a:lnTo>
                    <a:pt x="250" y="0"/>
                  </a:lnTo>
                  <a:lnTo>
                    <a:pt x="250" y="1822"/>
                  </a:lnTo>
                  <a:lnTo>
                    <a:pt x="0" y="182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472" name="Google Shape;472;p4"/>
          <p:cNvGrpSpPr/>
          <p:nvPr/>
        </p:nvGrpSpPr>
        <p:grpSpPr>
          <a:xfrm>
            <a:off x="8549592" y="4632154"/>
            <a:ext cx="398326" cy="422215"/>
            <a:chOff x="5882040" y="1693080"/>
            <a:chExt cx="388800" cy="1205640"/>
          </a:xfrm>
        </p:grpSpPr>
        <p:sp>
          <p:nvSpPr>
            <p:cNvPr id="473" name="Google Shape;473;p4"/>
            <p:cNvSpPr/>
            <p:nvPr/>
          </p:nvSpPr>
          <p:spPr>
            <a:xfrm>
              <a:off x="6031440" y="1801800"/>
              <a:ext cx="90000" cy="1096920"/>
            </a:xfrm>
            <a:custGeom>
              <a:avLst/>
              <a:gdLst/>
              <a:ahLst/>
              <a:cxnLst/>
              <a:rect l="l" t="t" r="r" b="b"/>
              <a:pathLst>
                <a:path w="250" h="3047" extrusionOk="0">
                  <a:moveTo>
                    <a:pt x="0" y="0"/>
                  </a:moveTo>
                  <a:lnTo>
                    <a:pt x="250" y="0"/>
                  </a:lnTo>
                  <a:lnTo>
                    <a:pt x="250" y="3047"/>
                  </a:lnTo>
                  <a:lnTo>
                    <a:pt x="0" y="304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74" name="Google Shape;474;p4"/>
            <p:cNvSpPr/>
            <p:nvPr/>
          </p:nvSpPr>
          <p:spPr>
            <a:xfrm>
              <a:off x="5882040" y="2397600"/>
              <a:ext cx="90000" cy="501120"/>
            </a:xfrm>
            <a:custGeom>
              <a:avLst/>
              <a:gdLst/>
              <a:ahLst/>
              <a:cxnLst/>
              <a:rect l="l" t="t" r="r" b="b"/>
              <a:pathLst>
                <a:path w="250" h="1392" extrusionOk="0">
                  <a:moveTo>
                    <a:pt x="0" y="0"/>
                  </a:moveTo>
                  <a:lnTo>
                    <a:pt x="250" y="0"/>
                  </a:lnTo>
                  <a:lnTo>
                    <a:pt x="250" y="1392"/>
                  </a:lnTo>
                  <a:lnTo>
                    <a:pt x="0" y="139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75" name="Google Shape;475;p4"/>
            <p:cNvSpPr/>
            <p:nvPr/>
          </p:nvSpPr>
          <p:spPr>
            <a:xfrm>
              <a:off x="6180480" y="1693080"/>
              <a:ext cx="90360" cy="108720"/>
            </a:xfrm>
            <a:custGeom>
              <a:avLst/>
              <a:gdLst/>
              <a:ahLst/>
              <a:cxnLst/>
              <a:rect l="l" t="t" r="r" b="b"/>
              <a:pathLst>
                <a:path w="251" h="302" extrusionOk="0">
                  <a:moveTo>
                    <a:pt x="0" y="0"/>
                  </a:moveTo>
                  <a:lnTo>
                    <a:pt x="251" y="0"/>
                  </a:lnTo>
                  <a:lnTo>
                    <a:pt x="251"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476" name="Google Shape;476;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77" name="Google Shape;477;p4"/>
          <p:cNvSpPr txBox="1">
            <a:spLocks noGrp="1"/>
          </p:cNvSpPr>
          <p:nvPr>
            <p:ph type="body" idx="1"/>
          </p:nvPr>
        </p:nvSpPr>
        <p:spPr>
          <a:xfrm>
            <a:off x="720000" y="1215751"/>
            <a:ext cx="7704000" cy="3345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Font typeface="Nunito Light"/>
              <a:buChar char="●"/>
              <a:defRPr sz="1200"/>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78"/>
        <p:cNvGrpSpPr/>
        <p:nvPr/>
      </p:nvGrpSpPr>
      <p:grpSpPr>
        <a:xfrm>
          <a:off x="0" y="0"/>
          <a:ext cx="0" cy="0"/>
          <a:chOff x="0" y="0"/>
          <a:chExt cx="0" cy="0"/>
        </a:xfrm>
      </p:grpSpPr>
      <p:grpSp>
        <p:nvGrpSpPr>
          <p:cNvPr id="479" name="Google Shape;479;p5"/>
          <p:cNvGrpSpPr/>
          <p:nvPr/>
        </p:nvGrpSpPr>
        <p:grpSpPr>
          <a:xfrm>
            <a:off x="0" y="0"/>
            <a:ext cx="9143995" cy="5143491"/>
            <a:chOff x="0" y="0"/>
            <a:chExt cx="9143995" cy="5143491"/>
          </a:xfrm>
        </p:grpSpPr>
        <p:sp>
          <p:nvSpPr>
            <p:cNvPr id="480" name="Google Shape;480;p5"/>
            <p:cNvSpPr/>
            <p:nvPr/>
          </p:nvSpPr>
          <p:spPr>
            <a:xfrm>
              <a:off x="0" y="19319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81" name="Google Shape;481;p5"/>
            <p:cNvSpPr/>
            <p:nvPr/>
          </p:nvSpPr>
          <p:spPr>
            <a:xfrm>
              <a:off x="0" y="401120"/>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82" name="Google Shape;482;p5"/>
            <p:cNvSpPr/>
            <p:nvPr/>
          </p:nvSpPr>
          <p:spPr>
            <a:xfrm>
              <a:off x="0" y="60904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83" name="Google Shape;483;p5"/>
            <p:cNvSpPr/>
            <p:nvPr/>
          </p:nvSpPr>
          <p:spPr>
            <a:xfrm>
              <a:off x="0" y="81697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84" name="Google Shape;484;p5"/>
            <p:cNvSpPr/>
            <p:nvPr/>
          </p:nvSpPr>
          <p:spPr>
            <a:xfrm>
              <a:off x="0" y="102408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85" name="Google Shape;485;p5"/>
            <p:cNvSpPr/>
            <p:nvPr/>
          </p:nvSpPr>
          <p:spPr>
            <a:xfrm>
              <a:off x="0" y="123201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86" name="Google Shape;486;p5"/>
            <p:cNvSpPr/>
            <p:nvPr/>
          </p:nvSpPr>
          <p:spPr>
            <a:xfrm>
              <a:off x="0" y="143994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87" name="Google Shape;487;p5"/>
            <p:cNvSpPr/>
            <p:nvPr/>
          </p:nvSpPr>
          <p:spPr>
            <a:xfrm>
              <a:off x="0" y="164786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88" name="Google Shape;488;p5"/>
            <p:cNvSpPr/>
            <p:nvPr/>
          </p:nvSpPr>
          <p:spPr>
            <a:xfrm>
              <a:off x="0" y="1854977"/>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89" name="Google Shape;489;p5"/>
            <p:cNvSpPr/>
            <p:nvPr/>
          </p:nvSpPr>
          <p:spPr>
            <a:xfrm>
              <a:off x="0" y="206290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90" name="Google Shape;490;p5"/>
            <p:cNvSpPr/>
            <p:nvPr/>
          </p:nvSpPr>
          <p:spPr>
            <a:xfrm>
              <a:off x="0" y="227083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91" name="Google Shape;491;p5"/>
            <p:cNvSpPr/>
            <p:nvPr/>
          </p:nvSpPr>
          <p:spPr>
            <a:xfrm>
              <a:off x="0" y="247876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92" name="Google Shape;492;p5"/>
            <p:cNvSpPr/>
            <p:nvPr/>
          </p:nvSpPr>
          <p:spPr>
            <a:xfrm>
              <a:off x="0" y="268668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93" name="Google Shape;493;p5"/>
            <p:cNvSpPr/>
            <p:nvPr/>
          </p:nvSpPr>
          <p:spPr>
            <a:xfrm>
              <a:off x="0" y="289461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94" name="Google Shape;494;p5"/>
            <p:cNvSpPr/>
            <p:nvPr/>
          </p:nvSpPr>
          <p:spPr>
            <a:xfrm>
              <a:off x="0" y="3102544"/>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95" name="Google Shape;495;p5"/>
            <p:cNvSpPr/>
            <p:nvPr/>
          </p:nvSpPr>
          <p:spPr>
            <a:xfrm>
              <a:off x="0" y="330965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96" name="Google Shape;496;p5"/>
            <p:cNvSpPr/>
            <p:nvPr/>
          </p:nvSpPr>
          <p:spPr>
            <a:xfrm>
              <a:off x="0" y="351758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97" name="Google Shape;497;p5"/>
            <p:cNvSpPr/>
            <p:nvPr/>
          </p:nvSpPr>
          <p:spPr>
            <a:xfrm>
              <a:off x="0" y="372550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98" name="Google Shape;498;p5"/>
            <p:cNvSpPr/>
            <p:nvPr/>
          </p:nvSpPr>
          <p:spPr>
            <a:xfrm>
              <a:off x="0" y="393343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99" name="Google Shape;499;p5"/>
            <p:cNvSpPr/>
            <p:nvPr/>
          </p:nvSpPr>
          <p:spPr>
            <a:xfrm>
              <a:off x="0" y="414054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00" name="Google Shape;500;p5"/>
            <p:cNvSpPr/>
            <p:nvPr/>
          </p:nvSpPr>
          <p:spPr>
            <a:xfrm>
              <a:off x="0" y="434847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01" name="Google Shape;501;p5"/>
            <p:cNvSpPr/>
            <p:nvPr/>
          </p:nvSpPr>
          <p:spPr>
            <a:xfrm>
              <a:off x="0" y="455640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02" name="Google Shape;502;p5"/>
            <p:cNvSpPr/>
            <p:nvPr/>
          </p:nvSpPr>
          <p:spPr>
            <a:xfrm>
              <a:off x="0" y="476432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03" name="Google Shape;503;p5"/>
            <p:cNvSpPr/>
            <p:nvPr/>
          </p:nvSpPr>
          <p:spPr>
            <a:xfrm>
              <a:off x="0" y="497225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04" name="Google Shape;504;p5"/>
            <p:cNvSpPr/>
            <p:nvPr/>
          </p:nvSpPr>
          <p:spPr>
            <a:xfrm>
              <a:off x="86768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05" name="Google Shape;505;p5"/>
            <p:cNvSpPr/>
            <p:nvPr/>
          </p:nvSpPr>
          <p:spPr>
            <a:xfrm>
              <a:off x="847046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06" name="Google Shape;506;p5"/>
            <p:cNvSpPr/>
            <p:nvPr/>
          </p:nvSpPr>
          <p:spPr>
            <a:xfrm>
              <a:off x="826327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07" name="Google Shape;507;p5"/>
            <p:cNvSpPr/>
            <p:nvPr/>
          </p:nvSpPr>
          <p:spPr>
            <a:xfrm>
              <a:off x="805608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08" name="Google Shape;508;p5"/>
            <p:cNvSpPr/>
            <p:nvPr/>
          </p:nvSpPr>
          <p:spPr>
            <a:xfrm>
              <a:off x="78488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09" name="Google Shape;509;p5"/>
            <p:cNvSpPr/>
            <p:nvPr/>
          </p:nvSpPr>
          <p:spPr>
            <a:xfrm>
              <a:off x="764169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10" name="Google Shape;510;p5"/>
            <p:cNvSpPr/>
            <p:nvPr/>
          </p:nvSpPr>
          <p:spPr>
            <a:xfrm>
              <a:off x="74345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11" name="Google Shape;511;p5"/>
            <p:cNvSpPr/>
            <p:nvPr/>
          </p:nvSpPr>
          <p:spPr>
            <a:xfrm>
              <a:off x="722730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12" name="Google Shape;512;p5"/>
            <p:cNvSpPr/>
            <p:nvPr/>
          </p:nvSpPr>
          <p:spPr>
            <a:xfrm>
              <a:off x="702093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13" name="Google Shape;513;p5"/>
            <p:cNvSpPr/>
            <p:nvPr/>
          </p:nvSpPr>
          <p:spPr>
            <a:xfrm>
              <a:off x="68137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14" name="Google Shape;514;p5"/>
            <p:cNvSpPr/>
            <p:nvPr/>
          </p:nvSpPr>
          <p:spPr>
            <a:xfrm>
              <a:off x="66065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15" name="Google Shape;515;p5"/>
            <p:cNvSpPr/>
            <p:nvPr/>
          </p:nvSpPr>
          <p:spPr>
            <a:xfrm>
              <a:off x="639934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16" name="Google Shape;516;p5"/>
            <p:cNvSpPr/>
            <p:nvPr/>
          </p:nvSpPr>
          <p:spPr>
            <a:xfrm>
              <a:off x="619297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17" name="Google Shape;517;p5"/>
            <p:cNvSpPr/>
            <p:nvPr/>
          </p:nvSpPr>
          <p:spPr>
            <a:xfrm>
              <a:off x="598577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18" name="Google Shape;518;p5"/>
            <p:cNvSpPr/>
            <p:nvPr/>
          </p:nvSpPr>
          <p:spPr>
            <a:xfrm>
              <a:off x="577858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19" name="Google Shape;519;p5"/>
            <p:cNvSpPr/>
            <p:nvPr/>
          </p:nvSpPr>
          <p:spPr>
            <a:xfrm>
              <a:off x="55713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20" name="Google Shape;520;p5"/>
            <p:cNvSpPr/>
            <p:nvPr/>
          </p:nvSpPr>
          <p:spPr>
            <a:xfrm>
              <a:off x="536501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21" name="Google Shape;521;p5"/>
            <p:cNvSpPr/>
            <p:nvPr/>
          </p:nvSpPr>
          <p:spPr>
            <a:xfrm>
              <a:off x="515863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22" name="Google Shape;522;p5"/>
            <p:cNvSpPr/>
            <p:nvPr/>
          </p:nvSpPr>
          <p:spPr>
            <a:xfrm>
              <a:off x="495144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23" name="Google Shape;523;p5"/>
            <p:cNvSpPr/>
            <p:nvPr/>
          </p:nvSpPr>
          <p:spPr>
            <a:xfrm>
              <a:off x="47442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24" name="Google Shape;524;p5"/>
            <p:cNvSpPr/>
            <p:nvPr/>
          </p:nvSpPr>
          <p:spPr>
            <a:xfrm>
              <a:off x="453705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25" name="Google Shape;525;p5"/>
            <p:cNvSpPr/>
            <p:nvPr/>
          </p:nvSpPr>
          <p:spPr>
            <a:xfrm>
              <a:off x="432986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26" name="Google Shape;526;p5"/>
            <p:cNvSpPr/>
            <p:nvPr/>
          </p:nvSpPr>
          <p:spPr>
            <a:xfrm>
              <a:off x="412266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27" name="Google Shape;527;p5"/>
            <p:cNvSpPr/>
            <p:nvPr/>
          </p:nvSpPr>
          <p:spPr>
            <a:xfrm>
              <a:off x="39162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28" name="Google Shape;528;p5"/>
            <p:cNvSpPr/>
            <p:nvPr/>
          </p:nvSpPr>
          <p:spPr>
            <a:xfrm>
              <a:off x="370909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29" name="Google Shape;529;p5"/>
            <p:cNvSpPr/>
            <p:nvPr/>
          </p:nvSpPr>
          <p:spPr>
            <a:xfrm>
              <a:off x="35019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30" name="Google Shape;530;p5"/>
            <p:cNvSpPr/>
            <p:nvPr/>
          </p:nvSpPr>
          <p:spPr>
            <a:xfrm>
              <a:off x="329470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31" name="Google Shape;531;p5"/>
            <p:cNvSpPr/>
            <p:nvPr/>
          </p:nvSpPr>
          <p:spPr>
            <a:xfrm>
              <a:off x="308751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32" name="Google Shape;532;p5"/>
            <p:cNvSpPr/>
            <p:nvPr/>
          </p:nvSpPr>
          <p:spPr>
            <a:xfrm>
              <a:off x="28811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33" name="Google Shape;533;p5"/>
            <p:cNvSpPr/>
            <p:nvPr/>
          </p:nvSpPr>
          <p:spPr>
            <a:xfrm>
              <a:off x="26739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34" name="Google Shape;534;p5"/>
            <p:cNvSpPr/>
            <p:nvPr/>
          </p:nvSpPr>
          <p:spPr>
            <a:xfrm>
              <a:off x="246674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35" name="Google Shape;535;p5"/>
            <p:cNvSpPr/>
            <p:nvPr/>
          </p:nvSpPr>
          <p:spPr>
            <a:xfrm>
              <a:off x="225955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36" name="Google Shape;536;p5"/>
            <p:cNvSpPr/>
            <p:nvPr/>
          </p:nvSpPr>
          <p:spPr>
            <a:xfrm>
              <a:off x="205236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37" name="Google Shape;537;p5"/>
            <p:cNvSpPr/>
            <p:nvPr/>
          </p:nvSpPr>
          <p:spPr>
            <a:xfrm>
              <a:off x="184598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38" name="Google Shape;538;p5"/>
            <p:cNvSpPr/>
            <p:nvPr/>
          </p:nvSpPr>
          <p:spPr>
            <a:xfrm>
              <a:off x="16387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39" name="Google Shape;539;p5"/>
            <p:cNvSpPr/>
            <p:nvPr/>
          </p:nvSpPr>
          <p:spPr>
            <a:xfrm>
              <a:off x="143159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40" name="Google Shape;540;p5"/>
            <p:cNvSpPr/>
            <p:nvPr/>
          </p:nvSpPr>
          <p:spPr>
            <a:xfrm>
              <a:off x="122440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41" name="Google Shape;541;p5"/>
            <p:cNvSpPr/>
            <p:nvPr/>
          </p:nvSpPr>
          <p:spPr>
            <a:xfrm>
              <a:off x="101720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42" name="Google Shape;542;p5"/>
            <p:cNvSpPr/>
            <p:nvPr/>
          </p:nvSpPr>
          <p:spPr>
            <a:xfrm>
              <a:off x="81001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43" name="Google Shape;543;p5"/>
            <p:cNvSpPr/>
            <p:nvPr/>
          </p:nvSpPr>
          <p:spPr>
            <a:xfrm>
              <a:off x="60363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44" name="Google Shape;544;p5"/>
            <p:cNvSpPr/>
            <p:nvPr/>
          </p:nvSpPr>
          <p:spPr>
            <a:xfrm>
              <a:off x="39644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45" name="Google Shape;545;p5"/>
            <p:cNvSpPr/>
            <p:nvPr/>
          </p:nvSpPr>
          <p:spPr>
            <a:xfrm>
              <a:off x="18925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46" name="Google Shape;546;p5"/>
            <p:cNvSpPr/>
            <p:nvPr/>
          </p:nvSpPr>
          <p:spPr>
            <a:xfrm>
              <a:off x="8716176" y="19320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47" name="Google Shape;547;p5"/>
            <p:cNvSpPr/>
            <p:nvPr/>
          </p:nvSpPr>
          <p:spPr>
            <a:xfrm>
              <a:off x="8716176" y="40112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48" name="Google Shape;548;p5"/>
            <p:cNvSpPr/>
            <p:nvPr/>
          </p:nvSpPr>
          <p:spPr>
            <a:xfrm>
              <a:off x="8716176" y="60905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49" name="Google Shape;549;p5"/>
            <p:cNvSpPr/>
            <p:nvPr/>
          </p:nvSpPr>
          <p:spPr>
            <a:xfrm>
              <a:off x="8716176" y="81698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50" name="Google Shape;550;p5"/>
            <p:cNvSpPr/>
            <p:nvPr/>
          </p:nvSpPr>
          <p:spPr>
            <a:xfrm>
              <a:off x="8716176" y="102409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51" name="Google Shape;551;p5"/>
            <p:cNvSpPr/>
            <p:nvPr/>
          </p:nvSpPr>
          <p:spPr>
            <a:xfrm>
              <a:off x="8716176" y="123201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52" name="Google Shape;552;p5"/>
            <p:cNvSpPr/>
            <p:nvPr/>
          </p:nvSpPr>
          <p:spPr>
            <a:xfrm>
              <a:off x="8716176" y="143994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53" name="Google Shape;553;p5"/>
            <p:cNvSpPr/>
            <p:nvPr/>
          </p:nvSpPr>
          <p:spPr>
            <a:xfrm>
              <a:off x="8716176" y="164787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54" name="Google Shape;554;p5"/>
            <p:cNvSpPr/>
            <p:nvPr/>
          </p:nvSpPr>
          <p:spPr>
            <a:xfrm>
              <a:off x="8716176" y="185498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55" name="Google Shape;555;p5"/>
            <p:cNvSpPr/>
            <p:nvPr/>
          </p:nvSpPr>
          <p:spPr>
            <a:xfrm>
              <a:off x="8716176" y="206290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56" name="Google Shape;556;p5"/>
            <p:cNvSpPr/>
            <p:nvPr/>
          </p:nvSpPr>
          <p:spPr>
            <a:xfrm>
              <a:off x="8716176" y="227083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57" name="Google Shape;557;p5"/>
            <p:cNvSpPr/>
            <p:nvPr/>
          </p:nvSpPr>
          <p:spPr>
            <a:xfrm>
              <a:off x="8716176" y="247876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58" name="Google Shape;558;p5"/>
            <p:cNvSpPr/>
            <p:nvPr/>
          </p:nvSpPr>
          <p:spPr>
            <a:xfrm>
              <a:off x="8716176" y="268668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59" name="Google Shape;559;p5"/>
            <p:cNvSpPr/>
            <p:nvPr/>
          </p:nvSpPr>
          <p:spPr>
            <a:xfrm>
              <a:off x="8716176" y="289461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60" name="Google Shape;560;p5"/>
            <p:cNvSpPr/>
            <p:nvPr/>
          </p:nvSpPr>
          <p:spPr>
            <a:xfrm>
              <a:off x="8716176" y="310254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61" name="Google Shape;561;p5"/>
            <p:cNvSpPr/>
            <p:nvPr/>
          </p:nvSpPr>
          <p:spPr>
            <a:xfrm>
              <a:off x="8716176" y="330965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62" name="Google Shape;562;p5"/>
            <p:cNvSpPr/>
            <p:nvPr/>
          </p:nvSpPr>
          <p:spPr>
            <a:xfrm>
              <a:off x="8716176" y="351757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63" name="Google Shape;563;p5"/>
            <p:cNvSpPr/>
            <p:nvPr/>
          </p:nvSpPr>
          <p:spPr>
            <a:xfrm>
              <a:off x="8716176" y="372550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64" name="Google Shape;564;p5"/>
            <p:cNvSpPr/>
            <p:nvPr/>
          </p:nvSpPr>
          <p:spPr>
            <a:xfrm>
              <a:off x="8716176" y="393343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65" name="Google Shape;565;p5"/>
            <p:cNvSpPr/>
            <p:nvPr/>
          </p:nvSpPr>
          <p:spPr>
            <a:xfrm>
              <a:off x="8716176" y="414054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66" name="Google Shape;566;p5"/>
            <p:cNvSpPr/>
            <p:nvPr/>
          </p:nvSpPr>
          <p:spPr>
            <a:xfrm>
              <a:off x="8716176" y="434846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67" name="Google Shape;567;p5"/>
            <p:cNvSpPr/>
            <p:nvPr/>
          </p:nvSpPr>
          <p:spPr>
            <a:xfrm>
              <a:off x="8716176" y="455639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68" name="Google Shape;568;p5"/>
            <p:cNvSpPr/>
            <p:nvPr/>
          </p:nvSpPr>
          <p:spPr>
            <a:xfrm>
              <a:off x="8716176" y="476432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69" name="Google Shape;569;p5"/>
            <p:cNvSpPr/>
            <p:nvPr/>
          </p:nvSpPr>
          <p:spPr>
            <a:xfrm>
              <a:off x="8716176" y="497225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70" name="Google Shape;570;p5"/>
            <p:cNvSpPr/>
            <p:nvPr/>
          </p:nvSpPr>
          <p:spPr>
            <a:xfrm>
              <a:off x="907150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71" name="Google Shape;571;p5"/>
            <p:cNvSpPr/>
            <p:nvPr/>
          </p:nvSpPr>
          <p:spPr>
            <a:xfrm>
              <a:off x="886430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sp>
        <p:nvSpPr>
          <p:cNvPr id="572" name="Google Shape;572;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73" name="Google Shape;573;p5"/>
          <p:cNvSpPr txBox="1">
            <a:spLocks noGrp="1"/>
          </p:cNvSpPr>
          <p:nvPr>
            <p:ph type="subTitle" idx="1"/>
          </p:nvPr>
        </p:nvSpPr>
        <p:spPr>
          <a:xfrm>
            <a:off x="5194834" y="3542825"/>
            <a:ext cx="3229200" cy="10611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
        <p:nvSpPr>
          <p:cNvPr id="574" name="Google Shape;574;p5"/>
          <p:cNvSpPr txBox="1">
            <a:spLocks noGrp="1"/>
          </p:cNvSpPr>
          <p:nvPr>
            <p:ph type="subTitle" idx="2"/>
          </p:nvPr>
        </p:nvSpPr>
        <p:spPr>
          <a:xfrm>
            <a:off x="720300" y="3542825"/>
            <a:ext cx="3229200" cy="10611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
        <p:nvSpPr>
          <p:cNvPr id="575" name="Google Shape;575;p5"/>
          <p:cNvSpPr txBox="1">
            <a:spLocks noGrp="1"/>
          </p:cNvSpPr>
          <p:nvPr>
            <p:ph type="subTitle" idx="3"/>
          </p:nvPr>
        </p:nvSpPr>
        <p:spPr>
          <a:xfrm>
            <a:off x="5194825" y="3122525"/>
            <a:ext cx="3229200" cy="572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1pPr>
            <a:lvl2pPr lvl="1"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2pPr>
            <a:lvl3pPr lvl="2"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3pPr>
            <a:lvl4pPr lvl="3"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4pPr>
            <a:lvl5pPr lvl="4"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5pPr>
            <a:lvl6pPr lvl="5"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6pPr>
            <a:lvl7pPr lvl="6"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7pPr>
            <a:lvl8pPr lvl="7"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8pPr>
            <a:lvl9pPr lvl="8"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9pPr>
          </a:lstStyle>
          <a:p>
            <a:endParaRPr/>
          </a:p>
        </p:txBody>
      </p:sp>
      <p:sp>
        <p:nvSpPr>
          <p:cNvPr id="576" name="Google Shape;576;p5"/>
          <p:cNvSpPr txBox="1">
            <a:spLocks noGrp="1"/>
          </p:cNvSpPr>
          <p:nvPr>
            <p:ph type="subTitle" idx="4"/>
          </p:nvPr>
        </p:nvSpPr>
        <p:spPr>
          <a:xfrm>
            <a:off x="720000" y="3122525"/>
            <a:ext cx="3229200" cy="572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1pPr>
            <a:lvl2pPr lvl="1"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2pPr>
            <a:lvl3pPr lvl="2"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3pPr>
            <a:lvl4pPr lvl="3"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4pPr>
            <a:lvl5pPr lvl="4"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5pPr>
            <a:lvl6pPr lvl="5"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6pPr>
            <a:lvl7pPr lvl="6"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7pPr>
            <a:lvl8pPr lvl="7"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8pPr>
            <a:lvl9pPr lvl="8"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77"/>
        <p:cNvGrpSpPr/>
        <p:nvPr/>
      </p:nvGrpSpPr>
      <p:grpSpPr>
        <a:xfrm>
          <a:off x="0" y="0"/>
          <a:ext cx="0" cy="0"/>
          <a:chOff x="0" y="0"/>
          <a:chExt cx="0" cy="0"/>
        </a:xfrm>
      </p:grpSpPr>
      <p:grpSp>
        <p:nvGrpSpPr>
          <p:cNvPr id="578" name="Google Shape;578;p6"/>
          <p:cNvGrpSpPr/>
          <p:nvPr/>
        </p:nvGrpSpPr>
        <p:grpSpPr>
          <a:xfrm>
            <a:off x="0" y="0"/>
            <a:ext cx="9143995" cy="5143491"/>
            <a:chOff x="0" y="0"/>
            <a:chExt cx="9143995" cy="5143491"/>
          </a:xfrm>
        </p:grpSpPr>
        <p:sp>
          <p:nvSpPr>
            <p:cNvPr id="579" name="Google Shape;579;p6"/>
            <p:cNvSpPr/>
            <p:nvPr/>
          </p:nvSpPr>
          <p:spPr>
            <a:xfrm>
              <a:off x="0" y="19319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80" name="Google Shape;580;p6"/>
            <p:cNvSpPr/>
            <p:nvPr/>
          </p:nvSpPr>
          <p:spPr>
            <a:xfrm>
              <a:off x="0" y="401120"/>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81" name="Google Shape;581;p6"/>
            <p:cNvSpPr/>
            <p:nvPr/>
          </p:nvSpPr>
          <p:spPr>
            <a:xfrm>
              <a:off x="0" y="60904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82" name="Google Shape;582;p6"/>
            <p:cNvSpPr/>
            <p:nvPr/>
          </p:nvSpPr>
          <p:spPr>
            <a:xfrm>
              <a:off x="0" y="81697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83" name="Google Shape;583;p6"/>
            <p:cNvSpPr/>
            <p:nvPr/>
          </p:nvSpPr>
          <p:spPr>
            <a:xfrm>
              <a:off x="0" y="102408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84" name="Google Shape;584;p6"/>
            <p:cNvSpPr/>
            <p:nvPr/>
          </p:nvSpPr>
          <p:spPr>
            <a:xfrm>
              <a:off x="0" y="123201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85" name="Google Shape;585;p6"/>
            <p:cNvSpPr/>
            <p:nvPr/>
          </p:nvSpPr>
          <p:spPr>
            <a:xfrm>
              <a:off x="0" y="143994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86" name="Google Shape;586;p6"/>
            <p:cNvSpPr/>
            <p:nvPr/>
          </p:nvSpPr>
          <p:spPr>
            <a:xfrm>
              <a:off x="0" y="164786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87" name="Google Shape;587;p6"/>
            <p:cNvSpPr/>
            <p:nvPr/>
          </p:nvSpPr>
          <p:spPr>
            <a:xfrm>
              <a:off x="0" y="1854977"/>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88" name="Google Shape;588;p6"/>
            <p:cNvSpPr/>
            <p:nvPr/>
          </p:nvSpPr>
          <p:spPr>
            <a:xfrm>
              <a:off x="0" y="206290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89" name="Google Shape;589;p6"/>
            <p:cNvSpPr/>
            <p:nvPr/>
          </p:nvSpPr>
          <p:spPr>
            <a:xfrm>
              <a:off x="0" y="227083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90" name="Google Shape;590;p6"/>
            <p:cNvSpPr/>
            <p:nvPr/>
          </p:nvSpPr>
          <p:spPr>
            <a:xfrm>
              <a:off x="0" y="247876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91" name="Google Shape;591;p6"/>
            <p:cNvSpPr/>
            <p:nvPr/>
          </p:nvSpPr>
          <p:spPr>
            <a:xfrm>
              <a:off x="0" y="268668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92" name="Google Shape;592;p6"/>
            <p:cNvSpPr/>
            <p:nvPr/>
          </p:nvSpPr>
          <p:spPr>
            <a:xfrm>
              <a:off x="0" y="289461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93" name="Google Shape;593;p6"/>
            <p:cNvSpPr/>
            <p:nvPr/>
          </p:nvSpPr>
          <p:spPr>
            <a:xfrm>
              <a:off x="0" y="3102544"/>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94" name="Google Shape;594;p6"/>
            <p:cNvSpPr/>
            <p:nvPr/>
          </p:nvSpPr>
          <p:spPr>
            <a:xfrm>
              <a:off x="0" y="330965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95" name="Google Shape;595;p6"/>
            <p:cNvSpPr/>
            <p:nvPr/>
          </p:nvSpPr>
          <p:spPr>
            <a:xfrm>
              <a:off x="0" y="351758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96" name="Google Shape;596;p6"/>
            <p:cNvSpPr/>
            <p:nvPr/>
          </p:nvSpPr>
          <p:spPr>
            <a:xfrm>
              <a:off x="0" y="372550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97" name="Google Shape;597;p6"/>
            <p:cNvSpPr/>
            <p:nvPr/>
          </p:nvSpPr>
          <p:spPr>
            <a:xfrm>
              <a:off x="0" y="393343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98" name="Google Shape;598;p6"/>
            <p:cNvSpPr/>
            <p:nvPr/>
          </p:nvSpPr>
          <p:spPr>
            <a:xfrm>
              <a:off x="0" y="414054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99" name="Google Shape;599;p6"/>
            <p:cNvSpPr/>
            <p:nvPr/>
          </p:nvSpPr>
          <p:spPr>
            <a:xfrm>
              <a:off x="0" y="434847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00" name="Google Shape;600;p6"/>
            <p:cNvSpPr/>
            <p:nvPr/>
          </p:nvSpPr>
          <p:spPr>
            <a:xfrm>
              <a:off x="0" y="455640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01" name="Google Shape;601;p6"/>
            <p:cNvSpPr/>
            <p:nvPr/>
          </p:nvSpPr>
          <p:spPr>
            <a:xfrm>
              <a:off x="0" y="476432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02" name="Google Shape;602;p6"/>
            <p:cNvSpPr/>
            <p:nvPr/>
          </p:nvSpPr>
          <p:spPr>
            <a:xfrm>
              <a:off x="0" y="497225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03" name="Google Shape;603;p6"/>
            <p:cNvSpPr/>
            <p:nvPr/>
          </p:nvSpPr>
          <p:spPr>
            <a:xfrm>
              <a:off x="86768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04" name="Google Shape;604;p6"/>
            <p:cNvSpPr/>
            <p:nvPr/>
          </p:nvSpPr>
          <p:spPr>
            <a:xfrm>
              <a:off x="847046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05" name="Google Shape;605;p6"/>
            <p:cNvSpPr/>
            <p:nvPr/>
          </p:nvSpPr>
          <p:spPr>
            <a:xfrm>
              <a:off x="826327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06" name="Google Shape;606;p6"/>
            <p:cNvSpPr/>
            <p:nvPr/>
          </p:nvSpPr>
          <p:spPr>
            <a:xfrm>
              <a:off x="805608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07" name="Google Shape;607;p6"/>
            <p:cNvSpPr/>
            <p:nvPr/>
          </p:nvSpPr>
          <p:spPr>
            <a:xfrm>
              <a:off x="78488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08" name="Google Shape;608;p6"/>
            <p:cNvSpPr/>
            <p:nvPr/>
          </p:nvSpPr>
          <p:spPr>
            <a:xfrm>
              <a:off x="764169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09" name="Google Shape;609;p6"/>
            <p:cNvSpPr/>
            <p:nvPr/>
          </p:nvSpPr>
          <p:spPr>
            <a:xfrm>
              <a:off x="74345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10" name="Google Shape;610;p6"/>
            <p:cNvSpPr/>
            <p:nvPr/>
          </p:nvSpPr>
          <p:spPr>
            <a:xfrm>
              <a:off x="722730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11" name="Google Shape;611;p6"/>
            <p:cNvSpPr/>
            <p:nvPr/>
          </p:nvSpPr>
          <p:spPr>
            <a:xfrm>
              <a:off x="702093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12" name="Google Shape;612;p6"/>
            <p:cNvSpPr/>
            <p:nvPr/>
          </p:nvSpPr>
          <p:spPr>
            <a:xfrm>
              <a:off x="68137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13" name="Google Shape;613;p6"/>
            <p:cNvSpPr/>
            <p:nvPr/>
          </p:nvSpPr>
          <p:spPr>
            <a:xfrm>
              <a:off x="66065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14" name="Google Shape;614;p6"/>
            <p:cNvSpPr/>
            <p:nvPr/>
          </p:nvSpPr>
          <p:spPr>
            <a:xfrm>
              <a:off x="639934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15" name="Google Shape;615;p6"/>
            <p:cNvSpPr/>
            <p:nvPr/>
          </p:nvSpPr>
          <p:spPr>
            <a:xfrm>
              <a:off x="619297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16" name="Google Shape;616;p6"/>
            <p:cNvSpPr/>
            <p:nvPr/>
          </p:nvSpPr>
          <p:spPr>
            <a:xfrm>
              <a:off x="598577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17" name="Google Shape;617;p6"/>
            <p:cNvSpPr/>
            <p:nvPr/>
          </p:nvSpPr>
          <p:spPr>
            <a:xfrm>
              <a:off x="577858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18" name="Google Shape;618;p6"/>
            <p:cNvSpPr/>
            <p:nvPr/>
          </p:nvSpPr>
          <p:spPr>
            <a:xfrm>
              <a:off x="55713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19" name="Google Shape;619;p6"/>
            <p:cNvSpPr/>
            <p:nvPr/>
          </p:nvSpPr>
          <p:spPr>
            <a:xfrm>
              <a:off x="536501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20" name="Google Shape;620;p6"/>
            <p:cNvSpPr/>
            <p:nvPr/>
          </p:nvSpPr>
          <p:spPr>
            <a:xfrm>
              <a:off x="515863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21" name="Google Shape;621;p6"/>
            <p:cNvSpPr/>
            <p:nvPr/>
          </p:nvSpPr>
          <p:spPr>
            <a:xfrm>
              <a:off x="495144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22" name="Google Shape;622;p6"/>
            <p:cNvSpPr/>
            <p:nvPr/>
          </p:nvSpPr>
          <p:spPr>
            <a:xfrm>
              <a:off x="47442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23" name="Google Shape;623;p6"/>
            <p:cNvSpPr/>
            <p:nvPr/>
          </p:nvSpPr>
          <p:spPr>
            <a:xfrm>
              <a:off x="453705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24" name="Google Shape;624;p6"/>
            <p:cNvSpPr/>
            <p:nvPr/>
          </p:nvSpPr>
          <p:spPr>
            <a:xfrm>
              <a:off x="432986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25" name="Google Shape;625;p6"/>
            <p:cNvSpPr/>
            <p:nvPr/>
          </p:nvSpPr>
          <p:spPr>
            <a:xfrm>
              <a:off x="412266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26" name="Google Shape;626;p6"/>
            <p:cNvSpPr/>
            <p:nvPr/>
          </p:nvSpPr>
          <p:spPr>
            <a:xfrm>
              <a:off x="39162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27" name="Google Shape;627;p6"/>
            <p:cNvSpPr/>
            <p:nvPr/>
          </p:nvSpPr>
          <p:spPr>
            <a:xfrm>
              <a:off x="370909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28" name="Google Shape;628;p6"/>
            <p:cNvSpPr/>
            <p:nvPr/>
          </p:nvSpPr>
          <p:spPr>
            <a:xfrm>
              <a:off x="35019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29" name="Google Shape;629;p6"/>
            <p:cNvSpPr/>
            <p:nvPr/>
          </p:nvSpPr>
          <p:spPr>
            <a:xfrm>
              <a:off x="329470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30" name="Google Shape;630;p6"/>
            <p:cNvSpPr/>
            <p:nvPr/>
          </p:nvSpPr>
          <p:spPr>
            <a:xfrm>
              <a:off x="308751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31" name="Google Shape;631;p6"/>
            <p:cNvSpPr/>
            <p:nvPr/>
          </p:nvSpPr>
          <p:spPr>
            <a:xfrm>
              <a:off x="28811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32" name="Google Shape;632;p6"/>
            <p:cNvSpPr/>
            <p:nvPr/>
          </p:nvSpPr>
          <p:spPr>
            <a:xfrm>
              <a:off x="26739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33" name="Google Shape;633;p6"/>
            <p:cNvSpPr/>
            <p:nvPr/>
          </p:nvSpPr>
          <p:spPr>
            <a:xfrm>
              <a:off x="246674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34" name="Google Shape;634;p6"/>
            <p:cNvSpPr/>
            <p:nvPr/>
          </p:nvSpPr>
          <p:spPr>
            <a:xfrm>
              <a:off x="225955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35" name="Google Shape;635;p6"/>
            <p:cNvSpPr/>
            <p:nvPr/>
          </p:nvSpPr>
          <p:spPr>
            <a:xfrm>
              <a:off x="205236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36" name="Google Shape;636;p6"/>
            <p:cNvSpPr/>
            <p:nvPr/>
          </p:nvSpPr>
          <p:spPr>
            <a:xfrm>
              <a:off x="184598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37" name="Google Shape;637;p6"/>
            <p:cNvSpPr/>
            <p:nvPr/>
          </p:nvSpPr>
          <p:spPr>
            <a:xfrm>
              <a:off x="16387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38" name="Google Shape;638;p6"/>
            <p:cNvSpPr/>
            <p:nvPr/>
          </p:nvSpPr>
          <p:spPr>
            <a:xfrm>
              <a:off x="143159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39" name="Google Shape;639;p6"/>
            <p:cNvSpPr/>
            <p:nvPr/>
          </p:nvSpPr>
          <p:spPr>
            <a:xfrm>
              <a:off x="122440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40" name="Google Shape;640;p6"/>
            <p:cNvSpPr/>
            <p:nvPr/>
          </p:nvSpPr>
          <p:spPr>
            <a:xfrm>
              <a:off x="101720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41" name="Google Shape;641;p6"/>
            <p:cNvSpPr/>
            <p:nvPr/>
          </p:nvSpPr>
          <p:spPr>
            <a:xfrm>
              <a:off x="81001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42" name="Google Shape;642;p6"/>
            <p:cNvSpPr/>
            <p:nvPr/>
          </p:nvSpPr>
          <p:spPr>
            <a:xfrm>
              <a:off x="60363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43" name="Google Shape;643;p6"/>
            <p:cNvSpPr/>
            <p:nvPr/>
          </p:nvSpPr>
          <p:spPr>
            <a:xfrm>
              <a:off x="39644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44" name="Google Shape;644;p6"/>
            <p:cNvSpPr/>
            <p:nvPr/>
          </p:nvSpPr>
          <p:spPr>
            <a:xfrm>
              <a:off x="18925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45" name="Google Shape;645;p6"/>
            <p:cNvSpPr/>
            <p:nvPr/>
          </p:nvSpPr>
          <p:spPr>
            <a:xfrm>
              <a:off x="8716176" y="19320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46" name="Google Shape;646;p6"/>
            <p:cNvSpPr/>
            <p:nvPr/>
          </p:nvSpPr>
          <p:spPr>
            <a:xfrm>
              <a:off x="8716176" y="40112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47" name="Google Shape;647;p6"/>
            <p:cNvSpPr/>
            <p:nvPr/>
          </p:nvSpPr>
          <p:spPr>
            <a:xfrm>
              <a:off x="8716176" y="60905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48" name="Google Shape;648;p6"/>
            <p:cNvSpPr/>
            <p:nvPr/>
          </p:nvSpPr>
          <p:spPr>
            <a:xfrm>
              <a:off x="8716176" y="81698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49" name="Google Shape;649;p6"/>
            <p:cNvSpPr/>
            <p:nvPr/>
          </p:nvSpPr>
          <p:spPr>
            <a:xfrm>
              <a:off x="8716176" y="102409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50" name="Google Shape;650;p6"/>
            <p:cNvSpPr/>
            <p:nvPr/>
          </p:nvSpPr>
          <p:spPr>
            <a:xfrm>
              <a:off x="8716176" y="123201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51" name="Google Shape;651;p6"/>
            <p:cNvSpPr/>
            <p:nvPr/>
          </p:nvSpPr>
          <p:spPr>
            <a:xfrm>
              <a:off x="8716176" y="143994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52" name="Google Shape;652;p6"/>
            <p:cNvSpPr/>
            <p:nvPr/>
          </p:nvSpPr>
          <p:spPr>
            <a:xfrm>
              <a:off x="8716176" y="164787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53" name="Google Shape;653;p6"/>
            <p:cNvSpPr/>
            <p:nvPr/>
          </p:nvSpPr>
          <p:spPr>
            <a:xfrm>
              <a:off x="8716176" y="185498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54" name="Google Shape;654;p6"/>
            <p:cNvSpPr/>
            <p:nvPr/>
          </p:nvSpPr>
          <p:spPr>
            <a:xfrm>
              <a:off x="8716176" y="206290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55" name="Google Shape;655;p6"/>
            <p:cNvSpPr/>
            <p:nvPr/>
          </p:nvSpPr>
          <p:spPr>
            <a:xfrm>
              <a:off x="8716176" y="227083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56" name="Google Shape;656;p6"/>
            <p:cNvSpPr/>
            <p:nvPr/>
          </p:nvSpPr>
          <p:spPr>
            <a:xfrm>
              <a:off x="8716176" y="247876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57" name="Google Shape;657;p6"/>
            <p:cNvSpPr/>
            <p:nvPr/>
          </p:nvSpPr>
          <p:spPr>
            <a:xfrm>
              <a:off x="8716176" y="268668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58" name="Google Shape;658;p6"/>
            <p:cNvSpPr/>
            <p:nvPr/>
          </p:nvSpPr>
          <p:spPr>
            <a:xfrm>
              <a:off x="8716176" y="289461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59" name="Google Shape;659;p6"/>
            <p:cNvSpPr/>
            <p:nvPr/>
          </p:nvSpPr>
          <p:spPr>
            <a:xfrm>
              <a:off x="8716176" y="310254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60" name="Google Shape;660;p6"/>
            <p:cNvSpPr/>
            <p:nvPr/>
          </p:nvSpPr>
          <p:spPr>
            <a:xfrm>
              <a:off x="8716176" y="330965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61" name="Google Shape;661;p6"/>
            <p:cNvSpPr/>
            <p:nvPr/>
          </p:nvSpPr>
          <p:spPr>
            <a:xfrm>
              <a:off x="8716176" y="351757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62" name="Google Shape;662;p6"/>
            <p:cNvSpPr/>
            <p:nvPr/>
          </p:nvSpPr>
          <p:spPr>
            <a:xfrm>
              <a:off x="8716176" y="372550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63" name="Google Shape;663;p6"/>
            <p:cNvSpPr/>
            <p:nvPr/>
          </p:nvSpPr>
          <p:spPr>
            <a:xfrm>
              <a:off x="8716176" y="393343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64" name="Google Shape;664;p6"/>
            <p:cNvSpPr/>
            <p:nvPr/>
          </p:nvSpPr>
          <p:spPr>
            <a:xfrm>
              <a:off x="8716176" y="414054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65" name="Google Shape;665;p6"/>
            <p:cNvSpPr/>
            <p:nvPr/>
          </p:nvSpPr>
          <p:spPr>
            <a:xfrm>
              <a:off x="8716176" y="434846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66" name="Google Shape;666;p6"/>
            <p:cNvSpPr/>
            <p:nvPr/>
          </p:nvSpPr>
          <p:spPr>
            <a:xfrm>
              <a:off x="8716176" y="455639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67" name="Google Shape;667;p6"/>
            <p:cNvSpPr/>
            <p:nvPr/>
          </p:nvSpPr>
          <p:spPr>
            <a:xfrm>
              <a:off x="8716176" y="476432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68" name="Google Shape;668;p6"/>
            <p:cNvSpPr/>
            <p:nvPr/>
          </p:nvSpPr>
          <p:spPr>
            <a:xfrm>
              <a:off x="8716176" y="497225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69" name="Google Shape;669;p6"/>
            <p:cNvSpPr/>
            <p:nvPr/>
          </p:nvSpPr>
          <p:spPr>
            <a:xfrm>
              <a:off x="907150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70" name="Google Shape;670;p6"/>
            <p:cNvSpPr/>
            <p:nvPr/>
          </p:nvSpPr>
          <p:spPr>
            <a:xfrm>
              <a:off x="886430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grpSp>
        <p:nvGrpSpPr>
          <p:cNvPr id="671" name="Google Shape;671;p6"/>
          <p:cNvGrpSpPr/>
          <p:nvPr/>
        </p:nvGrpSpPr>
        <p:grpSpPr>
          <a:xfrm>
            <a:off x="167252" y="4500432"/>
            <a:ext cx="397957" cy="577662"/>
            <a:chOff x="6031440" y="1249200"/>
            <a:chExt cx="388440" cy="1649520"/>
          </a:xfrm>
        </p:grpSpPr>
        <p:sp>
          <p:nvSpPr>
            <p:cNvPr id="672" name="Google Shape;672;p6"/>
            <p:cNvSpPr/>
            <p:nvPr/>
          </p:nvSpPr>
          <p:spPr>
            <a:xfrm>
              <a:off x="6031440" y="1801800"/>
              <a:ext cx="90000" cy="1096920"/>
            </a:xfrm>
            <a:custGeom>
              <a:avLst/>
              <a:gdLst/>
              <a:ahLst/>
              <a:cxnLst/>
              <a:rect l="l" t="t" r="r" b="b"/>
              <a:pathLst>
                <a:path w="250" h="3047" extrusionOk="0">
                  <a:moveTo>
                    <a:pt x="0" y="0"/>
                  </a:moveTo>
                  <a:lnTo>
                    <a:pt x="250" y="0"/>
                  </a:lnTo>
                  <a:lnTo>
                    <a:pt x="250" y="3047"/>
                  </a:lnTo>
                  <a:lnTo>
                    <a:pt x="0" y="304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73" name="Google Shape;673;p6"/>
            <p:cNvSpPr/>
            <p:nvPr/>
          </p:nvSpPr>
          <p:spPr>
            <a:xfrm>
              <a:off x="6329880" y="1249200"/>
              <a:ext cx="90000" cy="443880"/>
            </a:xfrm>
            <a:custGeom>
              <a:avLst/>
              <a:gdLst/>
              <a:ahLst/>
              <a:cxnLst/>
              <a:rect l="l" t="t" r="r" b="b"/>
              <a:pathLst>
                <a:path w="250" h="1233" extrusionOk="0">
                  <a:moveTo>
                    <a:pt x="0" y="0"/>
                  </a:moveTo>
                  <a:lnTo>
                    <a:pt x="250" y="0"/>
                  </a:lnTo>
                  <a:lnTo>
                    <a:pt x="250" y="1233"/>
                  </a:lnTo>
                  <a:lnTo>
                    <a:pt x="0" y="123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74" name="Google Shape;674;p6"/>
            <p:cNvSpPr/>
            <p:nvPr/>
          </p:nvSpPr>
          <p:spPr>
            <a:xfrm>
              <a:off x="6180480" y="1693080"/>
              <a:ext cx="90360" cy="108720"/>
            </a:xfrm>
            <a:custGeom>
              <a:avLst/>
              <a:gdLst/>
              <a:ahLst/>
              <a:cxnLst/>
              <a:rect l="l" t="t" r="r" b="b"/>
              <a:pathLst>
                <a:path w="251" h="302" extrusionOk="0">
                  <a:moveTo>
                    <a:pt x="0" y="0"/>
                  </a:moveTo>
                  <a:lnTo>
                    <a:pt x="251" y="0"/>
                  </a:lnTo>
                  <a:lnTo>
                    <a:pt x="251"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675" name="Google Shape;675;p6"/>
          <p:cNvGrpSpPr/>
          <p:nvPr/>
        </p:nvGrpSpPr>
        <p:grpSpPr>
          <a:xfrm>
            <a:off x="8488800" y="227548"/>
            <a:ext cx="398326" cy="217474"/>
            <a:chOff x="6628680" y="910440"/>
            <a:chExt cx="388800" cy="621000"/>
          </a:xfrm>
        </p:grpSpPr>
        <p:sp>
          <p:nvSpPr>
            <p:cNvPr id="676" name="Google Shape;676;p6"/>
            <p:cNvSpPr/>
            <p:nvPr/>
          </p:nvSpPr>
          <p:spPr>
            <a:xfrm>
              <a:off x="6927480" y="910440"/>
              <a:ext cx="90000" cy="253080"/>
            </a:xfrm>
            <a:custGeom>
              <a:avLst/>
              <a:gdLst/>
              <a:ahLst/>
              <a:cxnLst/>
              <a:rect l="l" t="t" r="r" b="b"/>
              <a:pathLst>
                <a:path w="250" h="703" extrusionOk="0">
                  <a:moveTo>
                    <a:pt x="0" y="0"/>
                  </a:moveTo>
                  <a:lnTo>
                    <a:pt x="250" y="0"/>
                  </a:lnTo>
                  <a:lnTo>
                    <a:pt x="250" y="703"/>
                  </a:lnTo>
                  <a:lnTo>
                    <a:pt x="0" y="70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77" name="Google Shape;677;p6"/>
            <p:cNvSpPr/>
            <p:nvPr/>
          </p:nvSpPr>
          <p:spPr>
            <a:xfrm>
              <a:off x="6778080" y="910440"/>
              <a:ext cx="90000" cy="621000"/>
            </a:xfrm>
            <a:custGeom>
              <a:avLst/>
              <a:gdLst/>
              <a:ahLst/>
              <a:cxnLst/>
              <a:rect l="l" t="t" r="r" b="b"/>
              <a:pathLst>
                <a:path w="250" h="1725" extrusionOk="0">
                  <a:moveTo>
                    <a:pt x="0" y="0"/>
                  </a:moveTo>
                  <a:lnTo>
                    <a:pt x="250" y="0"/>
                  </a:lnTo>
                  <a:lnTo>
                    <a:pt x="250" y="1725"/>
                  </a:lnTo>
                  <a:lnTo>
                    <a:pt x="0" y="172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678" name="Google Shape;678;p6"/>
            <p:cNvSpPr/>
            <p:nvPr/>
          </p:nvSpPr>
          <p:spPr>
            <a:xfrm>
              <a:off x="6628680" y="1422720"/>
              <a:ext cx="90000" cy="108720"/>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679" name="Google Shape;679;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80"/>
        <p:cNvGrpSpPr/>
        <p:nvPr/>
      </p:nvGrpSpPr>
      <p:grpSpPr>
        <a:xfrm>
          <a:off x="0" y="0"/>
          <a:ext cx="0" cy="0"/>
          <a:chOff x="0" y="0"/>
          <a:chExt cx="0" cy="0"/>
        </a:xfrm>
      </p:grpSpPr>
      <p:sp>
        <p:nvSpPr>
          <p:cNvPr id="681" name="Google Shape;681;p7"/>
          <p:cNvSpPr>
            <a:spLocks noGrp="1"/>
          </p:cNvSpPr>
          <p:nvPr>
            <p:ph type="pic" idx="2"/>
          </p:nvPr>
        </p:nvSpPr>
        <p:spPr>
          <a:xfrm>
            <a:off x="5791200" y="0"/>
            <a:ext cx="3352800" cy="5143500"/>
          </a:xfrm>
          <a:prstGeom prst="rect">
            <a:avLst/>
          </a:prstGeom>
          <a:noFill/>
          <a:ln>
            <a:noFill/>
          </a:ln>
        </p:spPr>
      </p:sp>
      <p:grpSp>
        <p:nvGrpSpPr>
          <p:cNvPr id="682" name="Google Shape;682;p7"/>
          <p:cNvGrpSpPr/>
          <p:nvPr/>
        </p:nvGrpSpPr>
        <p:grpSpPr>
          <a:xfrm>
            <a:off x="0" y="0"/>
            <a:ext cx="9143995" cy="5143491"/>
            <a:chOff x="0" y="0"/>
            <a:chExt cx="9143995" cy="5143491"/>
          </a:xfrm>
        </p:grpSpPr>
        <p:sp>
          <p:nvSpPr>
            <p:cNvPr id="683" name="Google Shape;683;p7"/>
            <p:cNvSpPr/>
            <p:nvPr/>
          </p:nvSpPr>
          <p:spPr>
            <a:xfrm>
              <a:off x="0" y="19319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84" name="Google Shape;684;p7"/>
            <p:cNvSpPr/>
            <p:nvPr/>
          </p:nvSpPr>
          <p:spPr>
            <a:xfrm>
              <a:off x="0" y="401120"/>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85" name="Google Shape;685;p7"/>
            <p:cNvSpPr/>
            <p:nvPr/>
          </p:nvSpPr>
          <p:spPr>
            <a:xfrm>
              <a:off x="0" y="60904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86" name="Google Shape;686;p7"/>
            <p:cNvSpPr/>
            <p:nvPr/>
          </p:nvSpPr>
          <p:spPr>
            <a:xfrm>
              <a:off x="0" y="81697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87" name="Google Shape;687;p7"/>
            <p:cNvSpPr/>
            <p:nvPr/>
          </p:nvSpPr>
          <p:spPr>
            <a:xfrm>
              <a:off x="0" y="102408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88" name="Google Shape;688;p7"/>
            <p:cNvSpPr/>
            <p:nvPr/>
          </p:nvSpPr>
          <p:spPr>
            <a:xfrm>
              <a:off x="0" y="123201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89" name="Google Shape;689;p7"/>
            <p:cNvSpPr/>
            <p:nvPr/>
          </p:nvSpPr>
          <p:spPr>
            <a:xfrm>
              <a:off x="0" y="143994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90" name="Google Shape;690;p7"/>
            <p:cNvSpPr/>
            <p:nvPr/>
          </p:nvSpPr>
          <p:spPr>
            <a:xfrm>
              <a:off x="0" y="164786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91" name="Google Shape;691;p7"/>
            <p:cNvSpPr/>
            <p:nvPr/>
          </p:nvSpPr>
          <p:spPr>
            <a:xfrm>
              <a:off x="0" y="1854977"/>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92" name="Google Shape;692;p7"/>
            <p:cNvSpPr/>
            <p:nvPr/>
          </p:nvSpPr>
          <p:spPr>
            <a:xfrm>
              <a:off x="0" y="206290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93" name="Google Shape;693;p7"/>
            <p:cNvSpPr/>
            <p:nvPr/>
          </p:nvSpPr>
          <p:spPr>
            <a:xfrm>
              <a:off x="0" y="227083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94" name="Google Shape;694;p7"/>
            <p:cNvSpPr/>
            <p:nvPr/>
          </p:nvSpPr>
          <p:spPr>
            <a:xfrm>
              <a:off x="0" y="247876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95" name="Google Shape;695;p7"/>
            <p:cNvSpPr/>
            <p:nvPr/>
          </p:nvSpPr>
          <p:spPr>
            <a:xfrm>
              <a:off x="0" y="268668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96" name="Google Shape;696;p7"/>
            <p:cNvSpPr/>
            <p:nvPr/>
          </p:nvSpPr>
          <p:spPr>
            <a:xfrm>
              <a:off x="0" y="289461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97" name="Google Shape;697;p7"/>
            <p:cNvSpPr/>
            <p:nvPr/>
          </p:nvSpPr>
          <p:spPr>
            <a:xfrm>
              <a:off x="0" y="3102544"/>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98" name="Google Shape;698;p7"/>
            <p:cNvSpPr/>
            <p:nvPr/>
          </p:nvSpPr>
          <p:spPr>
            <a:xfrm>
              <a:off x="0" y="330965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99" name="Google Shape;699;p7"/>
            <p:cNvSpPr/>
            <p:nvPr/>
          </p:nvSpPr>
          <p:spPr>
            <a:xfrm>
              <a:off x="0" y="351758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00" name="Google Shape;700;p7"/>
            <p:cNvSpPr/>
            <p:nvPr/>
          </p:nvSpPr>
          <p:spPr>
            <a:xfrm>
              <a:off x="0" y="372550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01" name="Google Shape;701;p7"/>
            <p:cNvSpPr/>
            <p:nvPr/>
          </p:nvSpPr>
          <p:spPr>
            <a:xfrm>
              <a:off x="0" y="393343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02" name="Google Shape;702;p7"/>
            <p:cNvSpPr/>
            <p:nvPr/>
          </p:nvSpPr>
          <p:spPr>
            <a:xfrm>
              <a:off x="0" y="414054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03" name="Google Shape;703;p7"/>
            <p:cNvSpPr/>
            <p:nvPr/>
          </p:nvSpPr>
          <p:spPr>
            <a:xfrm>
              <a:off x="0" y="434847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04" name="Google Shape;704;p7"/>
            <p:cNvSpPr/>
            <p:nvPr/>
          </p:nvSpPr>
          <p:spPr>
            <a:xfrm>
              <a:off x="0" y="455640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05" name="Google Shape;705;p7"/>
            <p:cNvSpPr/>
            <p:nvPr/>
          </p:nvSpPr>
          <p:spPr>
            <a:xfrm>
              <a:off x="0" y="476432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06" name="Google Shape;706;p7"/>
            <p:cNvSpPr/>
            <p:nvPr/>
          </p:nvSpPr>
          <p:spPr>
            <a:xfrm>
              <a:off x="0" y="497225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07" name="Google Shape;707;p7"/>
            <p:cNvSpPr/>
            <p:nvPr/>
          </p:nvSpPr>
          <p:spPr>
            <a:xfrm>
              <a:off x="86768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08" name="Google Shape;708;p7"/>
            <p:cNvSpPr/>
            <p:nvPr/>
          </p:nvSpPr>
          <p:spPr>
            <a:xfrm>
              <a:off x="847046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09" name="Google Shape;709;p7"/>
            <p:cNvSpPr/>
            <p:nvPr/>
          </p:nvSpPr>
          <p:spPr>
            <a:xfrm>
              <a:off x="826327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10" name="Google Shape;710;p7"/>
            <p:cNvSpPr/>
            <p:nvPr/>
          </p:nvSpPr>
          <p:spPr>
            <a:xfrm>
              <a:off x="805608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11" name="Google Shape;711;p7"/>
            <p:cNvSpPr/>
            <p:nvPr/>
          </p:nvSpPr>
          <p:spPr>
            <a:xfrm>
              <a:off x="78488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12" name="Google Shape;712;p7"/>
            <p:cNvSpPr/>
            <p:nvPr/>
          </p:nvSpPr>
          <p:spPr>
            <a:xfrm>
              <a:off x="764169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13" name="Google Shape;713;p7"/>
            <p:cNvSpPr/>
            <p:nvPr/>
          </p:nvSpPr>
          <p:spPr>
            <a:xfrm>
              <a:off x="74345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14" name="Google Shape;714;p7"/>
            <p:cNvSpPr/>
            <p:nvPr/>
          </p:nvSpPr>
          <p:spPr>
            <a:xfrm>
              <a:off x="722730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15" name="Google Shape;715;p7"/>
            <p:cNvSpPr/>
            <p:nvPr/>
          </p:nvSpPr>
          <p:spPr>
            <a:xfrm>
              <a:off x="702093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16" name="Google Shape;716;p7"/>
            <p:cNvSpPr/>
            <p:nvPr/>
          </p:nvSpPr>
          <p:spPr>
            <a:xfrm>
              <a:off x="68137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17" name="Google Shape;717;p7"/>
            <p:cNvSpPr/>
            <p:nvPr/>
          </p:nvSpPr>
          <p:spPr>
            <a:xfrm>
              <a:off x="66065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18" name="Google Shape;718;p7"/>
            <p:cNvSpPr/>
            <p:nvPr/>
          </p:nvSpPr>
          <p:spPr>
            <a:xfrm>
              <a:off x="639934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19" name="Google Shape;719;p7"/>
            <p:cNvSpPr/>
            <p:nvPr/>
          </p:nvSpPr>
          <p:spPr>
            <a:xfrm>
              <a:off x="619297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20" name="Google Shape;720;p7"/>
            <p:cNvSpPr/>
            <p:nvPr/>
          </p:nvSpPr>
          <p:spPr>
            <a:xfrm>
              <a:off x="598577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21" name="Google Shape;721;p7"/>
            <p:cNvSpPr/>
            <p:nvPr/>
          </p:nvSpPr>
          <p:spPr>
            <a:xfrm>
              <a:off x="577858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22" name="Google Shape;722;p7"/>
            <p:cNvSpPr/>
            <p:nvPr/>
          </p:nvSpPr>
          <p:spPr>
            <a:xfrm>
              <a:off x="55713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23" name="Google Shape;723;p7"/>
            <p:cNvSpPr/>
            <p:nvPr/>
          </p:nvSpPr>
          <p:spPr>
            <a:xfrm>
              <a:off x="536501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24" name="Google Shape;724;p7"/>
            <p:cNvSpPr/>
            <p:nvPr/>
          </p:nvSpPr>
          <p:spPr>
            <a:xfrm>
              <a:off x="515863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25" name="Google Shape;725;p7"/>
            <p:cNvSpPr/>
            <p:nvPr/>
          </p:nvSpPr>
          <p:spPr>
            <a:xfrm>
              <a:off x="495144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26" name="Google Shape;726;p7"/>
            <p:cNvSpPr/>
            <p:nvPr/>
          </p:nvSpPr>
          <p:spPr>
            <a:xfrm>
              <a:off x="47442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27" name="Google Shape;727;p7"/>
            <p:cNvSpPr/>
            <p:nvPr/>
          </p:nvSpPr>
          <p:spPr>
            <a:xfrm>
              <a:off x="453705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28" name="Google Shape;728;p7"/>
            <p:cNvSpPr/>
            <p:nvPr/>
          </p:nvSpPr>
          <p:spPr>
            <a:xfrm>
              <a:off x="432986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29" name="Google Shape;729;p7"/>
            <p:cNvSpPr/>
            <p:nvPr/>
          </p:nvSpPr>
          <p:spPr>
            <a:xfrm>
              <a:off x="412266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30" name="Google Shape;730;p7"/>
            <p:cNvSpPr/>
            <p:nvPr/>
          </p:nvSpPr>
          <p:spPr>
            <a:xfrm>
              <a:off x="39162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31" name="Google Shape;731;p7"/>
            <p:cNvSpPr/>
            <p:nvPr/>
          </p:nvSpPr>
          <p:spPr>
            <a:xfrm>
              <a:off x="370909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32" name="Google Shape;732;p7"/>
            <p:cNvSpPr/>
            <p:nvPr/>
          </p:nvSpPr>
          <p:spPr>
            <a:xfrm>
              <a:off x="35019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33" name="Google Shape;733;p7"/>
            <p:cNvSpPr/>
            <p:nvPr/>
          </p:nvSpPr>
          <p:spPr>
            <a:xfrm>
              <a:off x="329470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34" name="Google Shape;734;p7"/>
            <p:cNvSpPr/>
            <p:nvPr/>
          </p:nvSpPr>
          <p:spPr>
            <a:xfrm>
              <a:off x="308751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35" name="Google Shape;735;p7"/>
            <p:cNvSpPr/>
            <p:nvPr/>
          </p:nvSpPr>
          <p:spPr>
            <a:xfrm>
              <a:off x="28811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36" name="Google Shape;736;p7"/>
            <p:cNvSpPr/>
            <p:nvPr/>
          </p:nvSpPr>
          <p:spPr>
            <a:xfrm>
              <a:off x="26739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37" name="Google Shape;737;p7"/>
            <p:cNvSpPr/>
            <p:nvPr/>
          </p:nvSpPr>
          <p:spPr>
            <a:xfrm>
              <a:off x="246674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38" name="Google Shape;738;p7"/>
            <p:cNvSpPr/>
            <p:nvPr/>
          </p:nvSpPr>
          <p:spPr>
            <a:xfrm>
              <a:off x="225955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39" name="Google Shape;739;p7"/>
            <p:cNvSpPr/>
            <p:nvPr/>
          </p:nvSpPr>
          <p:spPr>
            <a:xfrm>
              <a:off x="205236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40" name="Google Shape;740;p7"/>
            <p:cNvSpPr/>
            <p:nvPr/>
          </p:nvSpPr>
          <p:spPr>
            <a:xfrm>
              <a:off x="184598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41" name="Google Shape;741;p7"/>
            <p:cNvSpPr/>
            <p:nvPr/>
          </p:nvSpPr>
          <p:spPr>
            <a:xfrm>
              <a:off x="16387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42" name="Google Shape;742;p7"/>
            <p:cNvSpPr/>
            <p:nvPr/>
          </p:nvSpPr>
          <p:spPr>
            <a:xfrm>
              <a:off x="143159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43" name="Google Shape;743;p7"/>
            <p:cNvSpPr/>
            <p:nvPr/>
          </p:nvSpPr>
          <p:spPr>
            <a:xfrm>
              <a:off x="122440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44" name="Google Shape;744;p7"/>
            <p:cNvSpPr/>
            <p:nvPr/>
          </p:nvSpPr>
          <p:spPr>
            <a:xfrm>
              <a:off x="101720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45" name="Google Shape;745;p7"/>
            <p:cNvSpPr/>
            <p:nvPr/>
          </p:nvSpPr>
          <p:spPr>
            <a:xfrm>
              <a:off x="81001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46" name="Google Shape;746;p7"/>
            <p:cNvSpPr/>
            <p:nvPr/>
          </p:nvSpPr>
          <p:spPr>
            <a:xfrm>
              <a:off x="60363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47" name="Google Shape;747;p7"/>
            <p:cNvSpPr/>
            <p:nvPr/>
          </p:nvSpPr>
          <p:spPr>
            <a:xfrm>
              <a:off x="39644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48" name="Google Shape;748;p7"/>
            <p:cNvSpPr/>
            <p:nvPr/>
          </p:nvSpPr>
          <p:spPr>
            <a:xfrm>
              <a:off x="18925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49" name="Google Shape;749;p7"/>
            <p:cNvSpPr/>
            <p:nvPr/>
          </p:nvSpPr>
          <p:spPr>
            <a:xfrm>
              <a:off x="8716176" y="19320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50" name="Google Shape;750;p7"/>
            <p:cNvSpPr/>
            <p:nvPr/>
          </p:nvSpPr>
          <p:spPr>
            <a:xfrm>
              <a:off x="8716176" y="40112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51" name="Google Shape;751;p7"/>
            <p:cNvSpPr/>
            <p:nvPr/>
          </p:nvSpPr>
          <p:spPr>
            <a:xfrm>
              <a:off x="8716176" y="60905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52" name="Google Shape;752;p7"/>
            <p:cNvSpPr/>
            <p:nvPr/>
          </p:nvSpPr>
          <p:spPr>
            <a:xfrm>
              <a:off x="8716176" y="81698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53" name="Google Shape;753;p7"/>
            <p:cNvSpPr/>
            <p:nvPr/>
          </p:nvSpPr>
          <p:spPr>
            <a:xfrm>
              <a:off x="8716176" y="102409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54" name="Google Shape;754;p7"/>
            <p:cNvSpPr/>
            <p:nvPr/>
          </p:nvSpPr>
          <p:spPr>
            <a:xfrm>
              <a:off x="8716176" y="123201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55" name="Google Shape;755;p7"/>
            <p:cNvSpPr/>
            <p:nvPr/>
          </p:nvSpPr>
          <p:spPr>
            <a:xfrm>
              <a:off x="8716176" y="143994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56" name="Google Shape;756;p7"/>
            <p:cNvSpPr/>
            <p:nvPr/>
          </p:nvSpPr>
          <p:spPr>
            <a:xfrm>
              <a:off x="8716176" y="164787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57" name="Google Shape;757;p7"/>
            <p:cNvSpPr/>
            <p:nvPr/>
          </p:nvSpPr>
          <p:spPr>
            <a:xfrm>
              <a:off x="8716176" y="185498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58" name="Google Shape;758;p7"/>
            <p:cNvSpPr/>
            <p:nvPr/>
          </p:nvSpPr>
          <p:spPr>
            <a:xfrm>
              <a:off x="8716176" y="206290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59" name="Google Shape;759;p7"/>
            <p:cNvSpPr/>
            <p:nvPr/>
          </p:nvSpPr>
          <p:spPr>
            <a:xfrm>
              <a:off x="8716176" y="227083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60" name="Google Shape;760;p7"/>
            <p:cNvSpPr/>
            <p:nvPr/>
          </p:nvSpPr>
          <p:spPr>
            <a:xfrm>
              <a:off x="8716176" y="247876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61" name="Google Shape;761;p7"/>
            <p:cNvSpPr/>
            <p:nvPr/>
          </p:nvSpPr>
          <p:spPr>
            <a:xfrm>
              <a:off x="8716176" y="268668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62" name="Google Shape;762;p7"/>
            <p:cNvSpPr/>
            <p:nvPr/>
          </p:nvSpPr>
          <p:spPr>
            <a:xfrm>
              <a:off x="8716176" y="289461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63" name="Google Shape;763;p7"/>
            <p:cNvSpPr/>
            <p:nvPr/>
          </p:nvSpPr>
          <p:spPr>
            <a:xfrm>
              <a:off x="8716176" y="310254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64" name="Google Shape;764;p7"/>
            <p:cNvSpPr/>
            <p:nvPr/>
          </p:nvSpPr>
          <p:spPr>
            <a:xfrm>
              <a:off x="8716176" y="330965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65" name="Google Shape;765;p7"/>
            <p:cNvSpPr/>
            <p:nvPr/>
          </p:nvSpPr>
          <p:spPr>
            <a:xfrm>
              <a:off x="8716176" y="351757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66" name="Google Shape;766;p7"/>
            <p:cNvSpPr/>
            <p:nvPr/>
          </p:nvSpPr>
          <p:spPr>
            <a:xfrm>
              <a:off x="8716176" y="372550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67" name="Google Shape;767;p7"/>
            <p:cNvSpPr/>
            <p:nvPr/>
          </p:nvSpPr>
          <p:spPr>
            <a:xfrm>
              <a:off x="8716176" y="393343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68" name="Google Shape;768;p7"/>
            <p:cNvSpPr/>
            <p:nvPr/>
          </p:nvSpPr>
          <p:spPr>
            <a:xfrm>
              <a:off x="8716176" y="414054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69" name="Google Shape;769;p7"/>
            <p:cNvSpPr/>
            <p:nvPr/>
          </p:nvSpPr>
          <p:spPr>
            <a:xfrm>
              <a:off x="8716176" y="434846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70" name="Google Shape;770;p7"/>
            <p:cNvSpPr/>
            <p:nvPr/>
          </p:nvSpPr>
          <p:spPr>
            <a:xfrm>
              <a:off x="8716176" y="455639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71" name="Google Shape;771;p7"/>
            <p:cNvSpPr/>
            <p:nvPr/>
          </p:nvSpPr>
          <p:spPr>
            <a:xfrm>
              <a:off x="8716176" y="476432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72" name="Google Shape;772;p7"/>
            <p:cNvSpPr/>
            <p:nvPr/>
          </p:nvSpPr>
          <p:spPr>
            <a:xfrm>
              <a:off x="8716176" y="497225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73" name="Google Shape;773;p7"/>
            <p:cNvSpPr/>
            <p:nvPr/>
          </p:nvSpPr>
          <p:spPr>
            <a:xfrm>
              <a:off x="907150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74" name="Google Shape;774;p7"/>
            <p:cNvSpPr/>
            <p:nvPr/>
          </p:nvSpPr>
          <p:spPr>
            <a:xfrm>
              <a:off x="886430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grpSp>
        <p:nvGrpSpPr>
          <p:cNvPr id="775" name="Google Shape;775;p7"/>
          <p:cNvGrpSpPr/>
          <p:nvPr/>
        </p:nvGrpSpPr>
        <p:grpSpPr>
          <a:xfrm>
            <a:off x="171178" y="4694360"/>
            <a:ext cx="398326" cy="275215"/>
            <a:chOff x="4089960" y="2589480"/>
            <a:chExt cx="388800" cy="785880"/>
          </a:xfrm>
        </p:grpSpPr>
        <p:sp>
          <p:nvSpPr>
            <p:cNvPr id="776" name="Google Shape;776;p7"/>
            <p:cNvSpPr/>
            <p:nvPr/>
          </p:nvSpPr>
          <p:spPr>
            <a:xfrm>
              <a:off x="4089960" y="2835360"/>
              <a:ext cx="90360" cy="540000"/>
            </a:xfrm>
            <a:custGeom>
              <a:avLst/>
              <a:gdLst/>
              <a:ahLst/>
              <a:cxnLst/>
              <a:rect l="l" t="t" r="r" b="b"/>
              <a:pathLst>
                <a:path w="251" h="1500" extrusionOk="0">
                  <a:moveTo>
                    <a:pt x="0" y="0"/>
                  </a:moveTo>
                  <a:lnTo>
                    <a:pt x="251" y="0"/>
                  </a:lnTo>
                  <a:lnTo>
                    <a:pt x="251" y="1500"/>
                  </a:lnTo>
                  <a:lnTo>
                    <a:pt x="0" y="150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77" name="Google Shape;777;p7"/>
            <p:cNvSpPr/>
            <p:nvPr/>
          </p:nvSpPr>
          <p:spPr>
            <a:xfrm>
              <a:off x="4388760" y="2589480"/>
              <a:ext cx="90000" cy="420480"/>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78" name="Google Shape;778;p7"/>
            <p:cNvSpPr/>
            <p:nvPr/>
          </p:nvSpPr>
          <p:spPr>
            <a:xfrm>
              <a:off x="4239360" y="2835360"/>
              <a:ext cx="90360" cy="174600"/>
            </a:xfrm>
            <a:custGeom>
              <a:avLst/>
              <a:gdLst/>
              <a:ahLst/>
              <a:cxnLst/>
              <a:rect l="l" t="t" r="r" b="b"/>
              <a:pathLst>
                <a:path w="251" h="485" extrusionOk="0">
                  <a:moveTo>
                    <a:pt x="0" y="0"/>
                  </a:moveTo>
                  <a:lnTo>
                    <a:pt x="251" y="0"/>
                  </a:lnTo>
                  <a:lnTo>
                    <a:pt x="251"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779" name="Google Shape;779;p7"/>
          <p:cNvGrpSpPr/>
          <p:nvPr/>
        </p:nvGrpSpPr>
        <p:grpSpPr>
          <a:xfrm>
            <a:off x="171178" y="107035"/>
            <a:ext cx="398326" cy="337999"/>
            <a:chOff x="4538160" y="2589480"/>
            <a:chExt cx="388800" cy="965160"/>
          </a:xfrm>
        </p:grpSpPr>
        <p:sp>
          <p:nvSpPr>
            <p:cNvPr id="780" name="Google Shape;780;p7"/>
            <p:cNvSpPr/>
            <p:nvPr/>
          </p:nvSpPr>
          <p:spPr>
            <a:xfrm>
              <a:off x="4538160" y="2589480"/>
              <a:ext cx="90000" cy="965160"/>
            </a:xfrm>
            <a:custGeom>
              <a:avLst/>
              <a:gdLst/>
              <a:ahLst/>
              <a:cxnLst/>
              <a:rect l="l" t="t" r="r" b="b"/>
              <a:pathLst>
                <a:path w="250" h="2681" extrusionOk="0">
                  <a:moveTo>
                    <a:pt x="0" y="0"/>
                  </a:moveTo>
                  <a:lnTo>
                    <a:pt x="250" y="0"/>
                  </a:lnTo>
                  <a:lnTo>
                    <a:pt x="250" y="2681"/>
                  </a:lnTo>
                  <a:lnTo>
                    <a:pt x="0" y="268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81" name="Google Shape;781;p7"/>
            <p:cNvSpPr/>
            <p:nvPr/>
          </p:nvSpPr>
          <p:spPr>
            <a:xfrm>
              <a:off x="4687560" y="3133800"/>
              <a:ext cx="90000" cy="420840"/>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82" name="Google Shape;782;p7"/>
            <p:cNvSpPr/>
            <p:nvPr/>
          </p:nvSpPr>
          <p:spPr>
            <a:xfrm>
              <a:off x="4836960" y="2959200"/>
              <a:ext cx="90000" cy="174600"/>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783" name="Google Shape;783;p7"/>
          <p:cNvSpPr txBox="1">
            <a:spLocks noGrp="1"/>
          </p:cNvSpPr>
          <p:nvPr>
            <p:ph type="title"/>
          </p:nvPr>
        </p:nvSpPr>
        <p:spPr>
          <a:xfrm>
            <a:off x="720000" y="445025"/>
            <a:ext cx="4160700" cy="1013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84" name="Google Shape;784;p7"/>
          <p:cNvSpPr txBox="1">
            <a:spLocks noGrp="1"/>
          </p:cNvSpPr>
          <p:nvPr>
            <p:ph type="subTitle" idx="1"/>
          </p:nvPr>
        </p:nvSpPr>
        <p:spPr>
          <a:xfrm>
            <a:off x="720000" y="1407525"/>
            <a:ext cx="4160700" cy="31965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La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85"/>
        <p:cNvGrpSpPr/>
        <p:nvPr/>
      </p:nvGrpSpPr>
      <p:grpSpPr>
        <a:xfrm>
          <a:off x="0" y="0"/>
          <a:ext cx="0" cy="0"/>
          <a:chOff x="0" y="0"/>
          <a:chExt cx="0" cy="0"/>
        </a:xfrm>
      </p:grpSpPr>
      <p:grpSp>
        <p:nvGrpSpPr>
          <p:cNvPr id="786" name="Google Shape;786;p8"/>
          <p:cNvGrpSpPr/>
          <p:nvPr/>
        </p:nvGrpSpPr>
        <p:grpSpPr>
          <a:xfrm>
            <a:off x="0" y="0"/>
            <a:ext cx="9143995" cy="5143491"/>
            <a:chOff x="0" y="0"/>
            <a:chExt cx="9143995" cy="5143491"/>
          </a:xfrm>
        </p:grpSpPr>
        <p:sp>
          <p:nvSpPr>
            <p:cNvPr id="787" name="Google Shape;787;p8"/>
            <p:cNvSpPr/>
            <p:nvPr/>
          </p:nvSpPr>
          <p:spPr>
            <a:xfrm>
              <a:off x="0" y="19319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88" name="Google Shape;788;p8"/>
            <p:cNvSpPr/>
            <p:nvPr/>
          </p:nvSpPr>
          <p:spPr>
            <a:xfrm>
              <a:off x="0" y="401120"/>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89" name="Google Shape;789;p8"/>
            <p:cNvSpPr/>
            <p:nvPr/>
          </p:nvSpPr>
          <p:spPr>
            <a:xfrm>
              <a:off x="0" y="60904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90" name="Google Shape;790;p8"/>
            <p:cNvSpPr/>
            <p:nvPr/>
          </p:nvSpPr>
          <p:spPr>
            <a:xfrm>
              <a:off x="0" y="81697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91" name="Google Shape;791;p8"/>
            <p:cNvSpPr/>
            <p:nvPr/>
          </p:nvSpPr>
          <p:spPr>
            <a:xfrm>
              <a:off x="0" y="102408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92" name="Google Shape;792;p8"/>
            <p:cNvSpPr/>
            <p:nvPr/>
          </p:nvSpPr>
          <p:spPr>
            <a:xfrm>
              <a:off x="0" y="123201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93" name="Google Shape;793;p8"/>
            <p:cNvSpPr/>
            <p:nvPr/>
          </p:nvSpPr>
          <p:spPr>
            <a:xfrm>
              <a:off x="0" y="143994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94" name="Google Shape;794;p8"/>
            <p:cNvSpPr/>
            <p:nvPr/>
          </p:nvSpPr>
          <p:spPr>
            <a:xfrm>
              <a:off x="0" y="164786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95" name="Google Shape;795;p8"/>
            <p:cNvSpPr/>
            <p:nvPr/>
          </p:nvSpPr>
          <p:spPr>
            <a:xfrm>
              <a:off x="0" y="1854977"/>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96" name="Google Shape;796;p8"/>
            <p:cNvSpPr/>
            <p:nvPr/>
          </p:nvSpPr>
          <p:spPr>
            <a:xfrm>
              <a:off x="0" y="206290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97" name="Google Shape;797;p8"/>
            <p:cNvSpPr/>
            <p:nvPr/>
          </p:nvSpPr>
          <p:spPr>
            <a:xfrm>
              <a:off x="0" y="227083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98" name="Google Shape;798;p8"/>
            <p:cNvSpPr/>
            <p:nvPr/>
          </p:nvSpPr>
          <p:spPr>
            <a:xfrm>
              <a:off x="0" y="247876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99" name="Google Shape;799;p8"/>
            <p:cNvSpPr/>
            <p:nvPr/>
          </p:nvSpPr>
          <p:spPr>
            <a:xfrm>
              <a:off x="0" y="268668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00" name="Google Shape;800;p8"/>
            <p:cNvSpPr/>
            <p:nvPr/>
          </p:nvSpPr>
          <p:spPr>
            <a:xfrm>
              <a:off x="0" y="289461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01" name="Google Shape;801;p8"/>
            <p:cNvSpPr/>
            <p:nvPr/>
          </p:nvSpPr>
          <p:spPr>
            <a:xfrm>
              <a:off x="0" y="3102544"/>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02" name="Google Shape;802;p8"/>
            <p:cNvSpPr/>
            <p:nvPr/>
          </p:nvSpPr>
          <p:spPr>
            <a:xfrm>
              <a:off x="0" y="330965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03" name="Google Shape;803;p8"/>
            <p:cNvSpPr/>
            <p:nvPr/>
          </p:nvSpPr>
          <p:spPr>
            <a:xfrm>
              <a:off x="0" y="351758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04" name="Google Shape;804;p8"/>
            <p:cNvSpPr/>
            <p:nvPr/>
          </p:nvSpPr>
          <p:spPr>
            <a:xfrm>
              <a:off x="0" y="372550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05" name="Google Shape;805;p8"/>
            <p:cNvSpPr/>
            <p:nvPr/>
          </p:nvSpPr>
          <p:spPr>
            <a:xfrm>
              <a:off x="0" y="393343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06" name="Google Shape;806;p8"/>
            <p:cNvSpPr/>
            <p:nvPr/>
          </p:nvSpPr>
          <p:spPr>
            <a:xfrm>
              <a:off x="0" y="414054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07" name="Google Shape;807;p8"/>
            <p:cNvSpPr/>
            <p:nvPr/>
          </p:nvSpPr>
          <p:spPr>
            <a:xfrm>
              <a:off x="0" y="434847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08" name="Google Shape;808;p8"/>
            <p:cNvSpPr/>
            <p:nvPr/>
          </p:nvSpPr>
          <p:spPr>
            <a:xfrm>
              <a:off x="0" y="455640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09" name="Google Shape;809;p8"/>
            <p:cNvSpPr/>
            <p:nvPr/>
          </p:nvSpPr>
          <p:spPr>
            <a:xfrm>
              <a:off x="0" y="476432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10" name="Google Shape;810;p8"/>
            <p:cNvSpPr/>
            <p:nvPr/>
          </p:nvSpPr>
          <p:spPr>
            <a:xfrm>
              <a:off x="0" y="497225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11" name="Google Shape;811;p8"/>
            <p:cNvSpPr/>
            <p:nvPr/>
          </p:nvSpPr>
          <p:spPr>
            <a:xfrm>
              <a:off x="86768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12" name="Google Shape;812;p8"/>
            <p:cNvSpPr/>
            <p:nvPr/>
          </p:nvSpPr>
          <p:spPr>
            <a:xfrm>
              <a:off x="847046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13" name="Google Shape;813;p8"/>
            <p:cNvSpPr/>
            <p:nvPr/>
          </p:nvSpPr>
          <p:spPr>
            <a:xfrm>
              <a:off x="826327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14" name="Google Shape;814;p8"/>
            <p:cNvSpPr/>
            <p:nvPr/>
          </p:nvSpPr>
          <p:spPr>
            <a:xfrm>
              <a:off x="805608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15" name="Google Shape;815;p8"/>
            <p:cNvSpPr/>
            <p:nvPr/>
          </p:nvSpPr>
          <p:spPr>
            <a:xfrm>
              <a:off x="78488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16" name="Google Shape;816;p8"/>
            <p:cNvSpPr/>
            <p:nvPr/>
          </p:nvSpPr>
          <p:spPr>
            <a:xfrm>
              <a:off x="764169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17" name="Google Shape;817;p8"/>
            <p:cNvSpPr/>
            <p:nvPr/>
          </p:nvSpPr>
          <p:spPr>
            <a:xfrm>
              <a:off x="74345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18" name="Google Shape;818;p8"/>
            <p:cNvSpPr/>
            <p:nvPr/>
          </p:nvSpPr>
          <p:spPr>
            <a:xfrm>
              <a:off x="722730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19" name="Google Shape;819;p8"/>
            <p:cNvSpPr/>
            <p:nvPr/>
          </p:nvSpPr>
          <p:spPr>
            <a:xfrm>
              <a:off x="702093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20" name="Google Shape;820;p8"/>
            <p:cNvSpPr/>
            <p:nvPr/>
          </p:nvSpPr>
          <p:spPr>
            <a:xfrm>
              <a:off x="68137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21" name="Google Shape;821;p8"/>
            <p:cNvSpPr/>
            <p:nvPr/>
          </p:nvSpPr>
          <p:spPr>
            <a:xfrm>
              <a:off x="66065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22" name="Google Shape;822;p8"/>
            <p:cNvSpPr/>
            <p:nvPr/>
          </p:nvSpPr>
          <p:spPr>
            <a:xfrm>
              <a:off x="639934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23" name="Google Shape;823;p8"/>
            <p:cNvSpPr/>
            <p:nvPr/>
          </p:nvSpPr>
          <p:spPr>
            <a:xfrm>
              <a:off x="619297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24" name="Google Shape;824;p8"/>
            <p:cNvSpPr/>
            <p:nvPr/>
          </p:nvSpPr>
          <p:spPr>
            <a:xfrm>
              <a:off x="598577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25" name="Google Shape;825;p8"/>
            <p:cNvSpPr/>
            <p:nvPr/>
          </p:nvSpPr>
          <p:spPr>
            <a:xfrm>
              <a:off x="577858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26" name="Google Shape;826;p8"/>
            <p:cNvSpPr/>
            <p:nvPr/>
          </p:nvSpPr>
          <p:spPr>
            <a:xfrm>
              <a:off x="55713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27" name="Google Shape;827;p8"/>
            <p:cNvSpPr/>
            <p:nvPr/>
          </p:nvSpPr>
          <p:spPr>
            <a:xfrm>
              <a:off x="536501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28" name="Google Shape;828;p8"/>
            <p:cNvSpPr/>
            <p:nvPr/>
          </p:nvSpPr>
          <p:spPr>
            <a:xfrm>
              <a:off x="515863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29" name="Google Shape;829;p8"/>
            <p:cNvSpPr/>
            <p:nvPr/>
          </p:nvSpPr>
          <p:spPr>
            <a:xfrm>
              <a:off x="495144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30" name="Google Shape;830;p8"/>
            <p:cNvSpPr/>
            <p:nvPr/>
          </p:nvSpPr>
          <p:spPr>
            <a:xfrm>
              <a:off x="47442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31" name="Google Shape;831;p8"/>
            <p:cNvSpPr/>
            <p:nvPr/>
          </p:nvSpPr>
          <p:spPr>
            <a:xfrm>
              <a:off x="453705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32" name="Google Shape;832;p8"/>
            <p:cNvSpPr/>
            <p:nvPr/>
          </p:nvSpPr>
          <p:spPr>
            <a:xfrm>
              <a:off x="432986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33" name="Google Shape;833;p8"/>
            <p:cNvSpPr/>
            <p:nvPr/>
          </p:nvSpPr>
          <p:spPr>
            <a:xfrm>
              <a:off x="412266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34" name="Google Shape;834;p8"/>
            <p:cNvSpPr/>
            <p:nvPr/>
          </p:nvSpPr>
          <p:spPr>
            <a:xfrm>
              <a:off x="39162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35" name="Google Shape;835;p8"/>
            <p:cNvSpPr/>
            <p:nvPr/>
          </p:nvSpPr>
          <p:spPr>
            <a:xfrm>
              <a:off x="370909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36" name="Google Shape;836;p8"/>
            <p:cNvSpPr/>
            <p:nvPr/>
          </p:nvSpPr>
          <p:spPr>
            <a:xfrm>
              <a:off x="35019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37" name="Google Shape;837;p8"/>
            <p:cNvSpPr/>
            <p:nvPr/>
          </p:nvSpPr>
          <p:spPr>
            <a:xfrm>
              <a:off x="329470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38" name="Google Shape;838;p8"/>
            <p:cNvSpPr/>
            <p:nvPr/>
          </p:nvSpPr>
          <p:spPr>
            <a:xfrm>
              <a:off x="308751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39" name="Google Shape;839;p8"/>
            <p:cNvSpPr/>
            <p:nvPr/>
          </p:nvSpPr>
          <p:spPr>
            <a:xfrm>
              <a:off x="28811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40" name="Google Shape;840;p8"/>
            <p:cNvSpPr/>
            <p:nvPr/>
          </p:nvSpPr>
          <p:spPr>
            <a:xfrm>
              <a:off x="26739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41" name="Google Shape;841;p8"/>
            <p:cNvSpPr/>
            <p:nvPr/>
          </p:nvSpPr>
          <p:spPr>
            <a:xfrm>
              <a:off x="246674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42" name="Google Shape;842;p8"/>
            <p:cNvSpPr/>
            <p:nvPr/>
          </p:nvSpPr>
          <p:spPr>
            <a:xfrm>
              <a:off x="225955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43" name="Google Shape;843;p8"/>
            <p:cNvSpPr/>
            <p:nvPr/>
          </p:nvSpPr>
          <p:spPr>
            <a:xfrm>
              <a:off x="205236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44" name="Google Shape;844;p8"/>
            <p:cNvSpPr/>
            <p:nvPr/>
          </p:nvSpPr>
          <p:spPr>
            <a:xfrm>
              <a:off x="184598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45" name="Google Shape;845;p8"/>
            <p:cNvSpPr/>
            <p:nvPr/>
          </p:nvSpPr>
          <p:spPr>
            <a:xfrm>
              <a:off x="16387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46" name="Google Shape;846;p8"/>
            <p:cNvSpPr/>
            <p:nvPr/>
          </p:nvSpPr>
          <p:spPr>
            <a:xfrm>
              <a:off x="143159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47" name="Google Shape;847;p8"/>
            <p:cNvSpPr/>
            <p:nvPr/>
          </p:nvSpPr>
          <p:spPr>
            <a:xfrm>
              <a:off x="122440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48" name="Google Shape;848;p8"/>
            <p:cNvSpPr/>
            <p:nvPr/>
          </p:nvSpPr>
          <p:spPr>
            <a:xfrm>
              <a:off x="101720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49" name="Google Shape;849;p8"/>
            <p:cNvSpPr/>
            <p:nvPr/>
          </p:nvSpPr>
          <p:spPr>
            <a:xfrm>
              <a:off x="81001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50" name="Google Shape;850;p8"/>
            <p:cNvSpPr/>
            <p:nvPr/>
          </p:nvSpPr>
          <p:spPr>
            <a:xfrm>
              <a:off x="60363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51" name="Google Shape;851;p8"/>
            <p:cNvSpPr/>
            <p:nvPr/>
          </p:nvSpPr>
          <p:spPr>
            <a:xfrm>
              <a:off x="39644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52" name="Google Shape;852;p8"/>
            <p:cNvSpPr/>
            <p:nvPr/>
          </p:nvSpPr>
          <p:spPr>
            <a:xfrm>
              <a:off x="18925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53" name="Google Shape;853;p8"/>
            <p:cNvSpPr/>
            <p:nvPr/>
          </p:nvSpPr>
          <p:spPr>
            <a:xfrm>
              <a:off x="8716176" y="19320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54" name="Google Shape;854;p8"/>
            <p:cNvSpPr/>
            <p:nvPr/>
          </p:nvSpPr>
          <p:spPr>
            <a:xfrm>
              <a:off x="8716176" y="40112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55" name="Google Shape;855;p8"/>
            <p:cNvSpPr/>
            <p:nvPr/>
          </p:nvSpPr>
          <p:spPr>
            <a:xfrm>
              <a:off x="8716176" y="60905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56" name="Google Shape;856;p8"/>
            <p:cNvSpPr/>
            <p:nvPr/>
          </p:nvSpPr>
          <p:spPr>
            <a:xfrm>
              <a:off x="8716176" y="81698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57" name="Google Shape;857;p8"/>
            <p:cNvSpPr/>
            <p:nvPr/>
          </p:nvSpPr>
          <p:spPr>
            <a:xfrm>
              <a:off x="8716176" y="102409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58" name="Google Shape;858;p8"/>
            <p:cNvSpPr/>
            <p:nvPr/>
          </p:nvSpPr>
          <p:spPr>
            <a:xfrm>
              <a:off x="8716176" y="123201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59" name="Google Shape;859;p8"/>
            <p:cNvSpPr/>
            <p:nvPr/>
          </p:nvSpPr>
          <p:spPr>
            <a:xfrm>
              <a:off x="8716176" y="143994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60" name="Google Shape;860;p8"/>
            <p:cNvSpPr/>
            <p:nvPr/>
          </p:nvSpPr>
          <p:spPr>
            <a:xfrm>
              <a:off x="8716176" y="164787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61" name="Google Shape;861;p8"/>
            <p:cNvSpPr/>
            <p:nvPr/>
          </p:nvSpPr>
          <p:spPr>
            <a:xfrm>
              <a:off x="8716176" y="185498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62" name="Google Shape;862;p8"/>
            <p:cNvSpPr/>
            <p:nvPr/>
          </p:nvSpPr>
          <p:spPr>
            <a:xfrm>
              <a:off x="8716176" y="206290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63" name="Google Shape;863;p8"/>
            <p:cNvSpPr/>
            <p:nvPr/>
          </p:nvSpPr>
          <p:spPr>
            <a:xfrm>
              <a:off x="8716176" y="227083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64" name="Google Shape;864;p8"/>
            <p:cNvSpPr/>
            <p:nvPr/>
          </p:nvSpPr>
          <p:spPr>
            <a:xfrm>
              <a:off x="8716176" y="247876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65" name="Google Shape;865;p8"/>
            <p:cNvSpPr/>
            <p:nvPr/>
          </p:nvSpPr>
          <p:spPr>
            <a:xfrm>
              <a:off x="8716176" y="268668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66" name="Google Shape;866;p8"/>
            <p:cNvSpPr/>
            <p:nvPr/>
          </p:nvSpPr>
          <p:spPr>
            <a:xfrm>
              <a:off x="8716176" y="289461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67" name="Google Shape;867;p8"/>
            <p:cNvSpPr/>
            <p:nvPr/>
          </p:nvSpPr>
          <p:spPr>
            <a:xfrm>
              <a:off x="8716176" y="310254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68" name="Google Shape;868;p8"/>
            <p:cNvSpPr/>
            <p:nvPr/>
          </p:nvSpPr>
          <p:spPr>
            <a:xfrm>
              <a:off x="8716176" y="330965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69" name="Google Shape;869;p8"/>
            <p:cNvSpPr/>
            <p:nvPr/>
          </p:nvSpPr>
          <p:spPr>
            <a:xfrm>
              <a:off x="8716176" y="351757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70" name="Google Shape;870;p8"/>
            <p:cNvSpPr/>
            <p:nvPr/>
          </p:nvSpPr>
          <p:spPr>
            <a:xfrm>
              <a:off x="8716176" y="372550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71" name="Google Shape;871;p8"/>
            <p:cNvSpPr/>
            <p:nvPr/>
          </p:nvSpPr>
          <p:spPr>
            <a:xfrm>
              <a:off x="8716176" y="393343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72" name="Google Shape;872;p8"/>
            <p:cNvSpPr/>
            <p:nvPr/>
          </p:nvSpPr>
          <p:spPr>
            <a:xfrm>
              <a:off x="8716176" y="414054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73" name="Google Shape;873;p8"/>
            <p:cNvSpPr/>
            <p:nvPr/>
          </p:nvSpPr>
          <p:spPr>
            <a:xfrm>
              <a:off x="8716176" y="434846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74" name="Google Shape;874;p8"/>
            <p:cNvSpPr/>
            <p:nvPr/>
          </p:nvSpPr>
          <p:spPr>
            <a:xfrm>
              <a:off x="8716176" y="455639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75" name="Google Shape;875;p8"/>
            <p:cNvSpPr/>
            <p:nvPr/>
          </p:nvSpPr>
          <p:spPr>
            <a:xfrm>
              <a:off x="8716176" y="476432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76" name="Google Shape;876;p8"/>
            <p:cNvSpPr/>
            <p:nvPr/>
          </p:nvSpPr>
          <p:spPr>
            <a:xfrm>
              <a:off x="8716176" y="497225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77" name="Google Shape;877;p8"/>
            <p:cNvSpPr/>
            <p:nvPr/>
          </p:nvSpPr>
          <p:spPr>
            <a:xfrm>
              <a:off x="907150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78" name="Google Shape;878;p8"/>
            <p:cNvSpPr/>
            <p:nvPr/>
          </p:nvSpPr>
          <p:spPr>
            <a:xfrm>
              <a:off x="886430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sp>
        <p:nvSpPr>
          <p:cNvPr id="879" name="Google Shape;879;p8"/>
          <p:cNvSpPr txBox="1">
            <a:spLocks noGrp="1"/>
          </p:cNvSpPr>
          <p:nvPr>
            <p:ph type="title"/>
          </p:nvPr>
        </p:nvSpPr>
        <p:spPr>
          <a:xfrm>
            <a:off x="713250" y="1773450"/>
            <a:ext cx="7717500" cy="1596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3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80"/>
        <p:cNvGrpSpPr/>
        <p:nvPr/>
      </p:nvGrpSpPr>
      <p:grpSpPr>
        <a:xfrm>
          <a:off x="0" y="0"/>
          <a:ext cx="0" cy="0"/>
          <a:chOff x="0" y="0"/>
          <a:chExt cx="0" cy="0"/>
        </a:xfrm>
      </p:grpSpPr>
      <p:grpSp>
        <p:nvGrpSpPr>
          <p:cNvPr id="881" name="Google Shape;881;p9"/>
          <p:cNvGrpSpPr/>
          <p:nvPr/>
        </p:nvGrpSpPr>
        <p:grpSpPr>
          <a:xfrm>
            <a:off x="0" y="0"/>
            <a:ext cx="9143995" cy="5143491"/>
            <a:chOff x="0" y="0"/>
            <a:chExt cx="9143995" cy="5143491"/>
          </a:xfrm>
        </p:grpSpPr>
        <p:sp>
          <p:nvSpPr>
            <p:cNvPr id="882" name="Google Shape;882;p9"/>
            <p:cNvSpPr/>
            <p:nvPr/>
          </p:nvSpPr>
          <p:spPr>
            <a:xfrm>
              <a:off x="0" y="19319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83" name="Google Shape;883;p9"/>
            <p:cNvSpPr/>
            <p:nvPr/>
          </p:nvSpPr>
          <p:spPr>
            <a:xfrm>
              <a:off x="0" y="401120"/>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84" name="Google Shape;884;p9"/>
            <p:cNvSpPr/>
            <p:nvPr/>
          </p:nvSpPr>
          <p:spPr>
            <a:xfrm>
              <a:off x="0" y="60904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85" name="Google Shape;885;p9"/>
            <p:cNvSpPr/>
            <p:nvPr/>
          </p:nvSpPr>
          <p:spPr>
            <a:xfrm>
              <a:off x="0" y="81697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86" name="Google Shape;886;p9"/>
            <p:cNvSpPr/>
            <p:nvPr/>
          </p:nvSpPr>
          <p:spPr>
            <a:xfrm>
              <a:off x="0" y="102408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87" name="Google Shape;887;p9"/>
            <p:cNvSpPr/>
            <p:nvPr/>
          </p:nvSpPr>
          <p:spPr>
            <a:xfrm>
              <a:off x="0" y="123201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88" name="Google Shape;888;p9"/>
            <p:cNvSpPr/>
            <p:nvPr/>
          </p:nvSpPr>
          <p:spPr>
            <a:xfrm>
              <a:off x="0" y="143994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89" name="Google Shape;889;p9"/>
            <p:cNvSpPr/>
            <p:nvPr/>
          </p:nvSpPr>
          <p:spPr>
            <a:xfrm>
              <a:off x="0" y="164786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90" name="Google Shape;890;p9"/>
            <p:cNvSpPr/>
            <p:nvPr/>
          </p:nvSpPr>
          <p:spPr>
            <a:xfrm>
              <a:off x="0" y="1854977"/>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91" name="Google Shape;891;p9"/>
            <p:cNvSpPr/>
            <p:nvPr/>
          </p:nvSpPr>
          <p:spPr>
            <a:xfrm>
              <a:off x="0" y="206290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92" name="Google Shape;892;p9"/>
            <p:cNvSpPr/>
            <p:nvPr/>
          </p:nvSpPr>
          <p:spPr>
            <a:xfrm>
              <a:off x="0" y="227083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93" name="Google Shape;893;p9"/>
            <p:cNvSpPr/>
            <p:nvPr/>
          </p:nvSpPr>
          <p:spPr>
            <a:xfrm>
              <a:off x="0" y="247876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94" name="Google Shape;894;p9"/>
            <p:cNvSpPr/>
            <p:nvPr/>
          </p:nvSpPr>
          <p:spPr>
            <a:xfrm>
              <a:off x="0" y="268668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95" name="Google Shape;895;p9"/>
            <p:cNvSpPr/>
            <p:nvPr/>
          </p:nvSpPr>
          <p:spPr>
            <a:xfrm>
              <a:off x="0" y="289461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96" name="Google Shape;896;p9"/>
            <p:cNvSpPr/>
            <p:nvPr/>
          </p:nvSpPr>
          <p:spPr>
            <a:xfrm>
              <a:off x="0" y="3102544"/>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97" name="Google Shape;897;p9"/>
            <p:cNvSpPr/>
            <p:nvPr/>
          </p:nvSpPr>
          <p:spPr>
            <a:xfrm>
              <a:off x="0" y="330965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98" name="Google Shape;898;p9"/>
            <p:cNvSpPr/>
            <p:nvPr/>
          </p:nvSpPr>
          <p:spPr>
            <a:xfrm>
              <a:off x="0" y="351758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99" name="Google Shape;899;p9"/>
            <p:cNvSpPr/>
            <p:nvPr/>
          </p:nvSpPr>
          <p:spPr>
            <a:xfrm>
              <a:off x="0" y="372550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00" name="Google Shape;900;p9"/>
            <p:cNvSpPr/>
            <p:nvPr/>
          </p:nvSpPr>
          <p:spPr>
            <a:xfrm>
              <a:off x="0" y="393343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01" name="Google Shape;901;p9"/>
            <p:cNvSpPr/>
            <p:nvPr/>
          </p:nvSpPr>
          <p:spPr>
            <a:xfrm>
              <a:off x="0" y="414054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02" name="Google Shape;902;p9"/>
            <p:cNvSpPr/>
            <p:nvPr/>
          </p:nvSpPr>
          <p:spPr>
            <a:xfrm>
              <a:off x="0" y="434847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03" name="Google Shape;903;p9"/>
            <p:cNvSpPr/>
            <p:nvPr/>
          </p:nvSpPr>
          <p:spPr>
            <a:xfrm>
              <a:off x="0" y="455640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04" name="Google Shape;904;p9"/>
            <p:cNvSpPr/>
            <p:nvPr/>
          </p:nvSpPr>
          <p:spPr>
            <a:xfrm>
              <a:off x="0" y="476432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05" name="Google Shape;905;p9"/>
            <p:cNvSpPr/>
            <p:nvPr/>
          </p:nvSpPr>
          <p:spPr>
            <a:xfrm>
              <a:off x="0" y="497225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06" name="Google Shape;906;p9"/>
            <p:cNvSpPr/>
            <p:nvPr/>
          </p:nvSpPr>
          <p:spPr>
            <a:xfrm>
              <a:off x="86768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07" name="Google Shape;907;p9"/>
            <p:cNvSpPr/>
            <p:nvPr/>
          </p:nvSpPr>
          <p:spPr>
            <a:xfrm>
              <a:off x="847046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08" name="Google Shape;908;p9"/>
            <p:cNvSpPr/>
            <p:nvPr/>
          </p:nvSpPr>
          <p:spPr>
            <a:xfrm>
              <a:off x="826327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09" name="Google Shape;909;p9"/>
            <p:cNvSpPr/>
            <p:nvPr/>
          </p:nvSpPr>
          <p:spPr>
            <a:xfrm>
              <a:off x="805608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10" name="Google Shape;910;p9"/>
            <p:cNvSpPr/>
            <p:nvPr/>
          </p:nvSpPr>
          <p:spPr>
            <a:xfrm>
              <a:off x="78488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11" name="Google Shape;911;p9"/>
            <p:cNvSpPr/>
            <p:nvPr/>
          </p:nvSpPr>
          <p:spPr>
            <a:xfrm>
              <a:off x="764169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12" name="Google Shape;912;p9"/>
            <p:cNvSpPr/>
            <p:nvPr/>
          </p:nvSpPr>
          <p:spPr>
            <a:xfrm>
              <a:off x="74345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13" name="Google Shape;913;p9"/>
            <p:cNvSpPr/>
            <p:nvPr/>
          </p:nvSpPr>
          <p:spPr>
            <a:xfrm>
              <a:off x="722730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14" name="Google Shape;914;p9"/>
            <p:cNvSpPr/>
            <p:nvPr/>
          </p:nvSpPr>
          <p:spPr>
            <a:xfrm>
              <a:off x="702093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15" name="Google Shape;915;p9"/>
            <p:cNvSpPr/>
            <p:nvPr/>
          </p:nvSpPr>
          <p:spPr>
            <a:xfrm>
              <a:off x="68137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16" name="Google Shape;916;p9"/>
            <p:cNvSpPr/>
            <p:nvPr/>
          </p:nvSpPr>
          <p:spPr>
            <a:xfrm>
              <a:off x="66065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17" name="Google Shape;917;p9"/>
            <p:cNvSpPr/>
            <p:nvPr/>
          </p:nvSpPr>
          <p:spPr>
            <a:xfrm>
              <a:off x="639934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18" name="Google Shape;918;p9"/>
            <p:cNvSpPr/>
            <p:nvPr/>
          </p:nvSpPr>
          <p:spPr>
            <a:xfrm>
              <a:off x="619297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19" name="Google Shape;919;p9"/>
            <p:cNvSpPr/>
            <p:nvPr/>
          </p:nvSpPr>
          <p:spPr>
            <a:xfrm>
              <a:off x="598577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20" name="Google Shape;920;p9"/>
            <p:cNvSpPr/>
            <p:nvPr/>
          </p:nvSpPr>
          <p:spPr>
            <a:xfrm>
              <a:off x="577858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21" name="Google Shape;921;p9"/>
            <p:cNvSpPr/>
            <p:nvPr/>
          </p:nvSpPr>
          <p:spPr>
            <a:xfrm>
              <a:off x="55713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22" name="Google Shape;922;p9"/>
            <p:cNvSpPr/>
            <p:nvPr/>
          </p:nvSpPr>
          <p:spPr>
            <a:xfrm>
              <a:off x="536501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23" name="Google Shape;923;p9"/>
            <p:cNvSpPr/>
            <p:nvPr/>
          </p:nvSpPr>
          <p:spPr>
            <a:xfrm>
              <a:off x="515863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24" name="Google Shape;924;p9"/>
            <p:cNvSpPr/>
            <p:nvPr/>
          </p:nvSpPr>
          <p:spPr>
            <a:xfrm>
              <a:off x="495144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25" name="Google Shape;925;p9"/>
            <p:cNvSpPr/>
            <p:nvPr/>
          </p:nvSpPr>
          <p:spPr>
            <a:xfrm>
              <a:off x="47442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26" name="Google Shape;926;p9"/>
            <p:cNvSpPr/>
            <p:nvPr/>
          </p:nvSpPr>
          <p:spPr>
            <a:xfrm>
              <a:off x="453705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27" name="Google Shape;927;p9"/>
            <p:cNvSpPr/>
            <p:nvPr/>
          </p:nvSpPr>
          <p:spPr>
            <a:xfrm>
              <a:off x="432986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28" name="Google Shape;928;p9"/>
            <p:cNvSpPr/>
            <p:nvPr/>
          </p:nvSpPr>
          <p:spPr>
            <a:xfrm>
              <a:off x="412266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29" name="Google Shape;929;p9"/>
            <p:cNvSpPr/>
            <p:nvPr/>
          </p:nvSpPr>
          <p:spPr>
            <a:xfrm>
              <a:off x="39162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30" name="Google Shape;930;p9"/>
            <p:cNvSpPr/>
            <p:nvPr/>
          </p:nvSpPr>
          <p:spPr>
            <a:xfrm>
              <a:off x="370909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31" name="Google Shape;931;p9"/>
            <p:cNvSpPr/>
            <p:nvPr/>
          </p:nvSpPr>
          <p:spPr>
            <a:xfrm>
              <a:off x="35019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32" name="Google Shape;932;p9"/>
            <p:cNvSpPr/>
            <p:nvPr/>
          </p:nvSpPr>
          <p:spPr>
            <a:xfrm>
              <a:off x="329470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33" name="Google Shape;933;p9"/>
            <p:cNvSpPr/>
            <p:nvPr/>
          </p:nvSpPr>
          <p:spPr>
            <a:xfrm>
              <a:off x="308751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34" name="Google Shape;934;p9"/>
            <p:cNvSpPr/>
            <p:nvPr/>
          </p:nvSpPr>
          <p:spPr>
            <a:xfrm>
              <a:off x="28811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35" name="Google Shape;935;p9"/>
            <p:cNvSpPr/>
            <p:nvPr/>
          </p:nvSpPr>
          <p:spPr>
            <a:xfrm>
              <a:off x="26739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36" name="Google Shape;936;p9"/>
            <p:cNvSpPr/>
            <p:nvPr/>
          </p:nvSpPr>
          <p:spPr>
            <a:xfrm>
              <a:off x="246674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37" name="Google Shape;937;p9"/>
            <p:cNvSpPr/>
            <p:nvPr/>
          </p:nvSpPr>
          <p:spPr>
            <a:xfrm>
              <a:off x="225955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38" name="Google Shape;938;p9"/>
            <p:cNvSpPr/>
            <p:nvPr/>
          </p:nvSpPr>
          <p:spPr>
            <a:xfrm>
              <a:off x="205236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39" name="Google Shape;939;p9"/>
            <p:cNvSpPr/>
            <p:nvPr/>
          </p:nvSpPr>
          <p:spPr>
            <a:xfrm>
              <a:off x="184598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40" name="Google Shape;940;p9"/>
            <p:cNvSpPr/>
            <p:nvPr/>
          </p:nvSpPr>
          <p:spPr>
            <a:xfrm>
              <a:off x="16387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41" name="Google Shape;941;p9"/>
            <p:cNvSpPr/>
            <p:nvPr/>
          </p:nvSpPr>
          <p:spPr>
            <a:xfrm>
              <a:off x="143159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42" name="Google Shape;942;p9"/>
            <p:cNvSpPr/>
            <p:nvPr/>
          </p:nvSpPr>
          <p:spPr>
            <a:xfrm>
              <a:off x="122440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43" name="Google Shape;943;p9"/>
            <p:cNvSpPr/>
            <p:nvPr/>
          </p:nvSpPr>
          <p:spPr>
            <a:xfrm>
              <a:off x="101720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44" name="Google Shape;944;p9"/>
            <p:cNvSpPr/>
            <p:nvPr/>
          </p:nvSpPr>
          <p:spPr>
            <a:xfrm>
              <a:off x="81001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45" name="Google Shape;945;p9"/>
            <p:cNvSpPr/>
            <p:nvPr/>
          </p:nvSpPr>
          <p:spPr>
            <a:xfrm>
              <a:off x="60363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46" name="Google Shape;946;p9"/>
            <p:cNvSpPr/>
            <p:nvPr/>
          </p:nvSpPr>
          <p:spPr>
            <a:xfrm>
              <a:off x="39644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47" name="Google Shape;947;p9"/>
            <p:cNvSpPr/>
            <p:nvPr/>
          </p:nvSpPr>
          <p:spPr>
            <a:xfrm>
              <a:off x="18925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48" name="Google Shape;948;p9"/>
            <p:cNvSpPr/>
            <p:nvPr/>
          </p:nvSpPr>
          <p:spPr>
            <a:xfrm>
              <a:off x="8716176" y="19320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49" name="Google Shape;949;p9"/>
            <p:cNvSpPr/>
            <p:nvPr/>
          </p:nvSpPr>
          <p:spPr>
            <a:xfrm>
              <a:off x="8716176" y="40112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50" name="Google Shape;950;p9"/>
            <p:cNvSpPr/>
            <p:nvPr/>
          </p:nvSpPr>
          <p:spPr>
            <a:xfrm>
              <a:off x="8716176" y="60905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51" name="Google Shape;951;p9"/>
            <p:cNvSpPr/>
            <p:nvPr/>
          </p:nvSpPr>
          <p:spPr>
            <a:xfrm>
              <a:off x="8716176" y="81698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52" name="Google Shape;952;p9"/>
            <p:cNvSpPr/>
            <p:nvPr/>
          </p:nvSpPr>
          <p:spPr>
            <a:xfrm>
              <a:off x="8716176" y="102409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53" name="Google Shape;953;p9"/>
            <p:cNvSpPr/>
            <p:nvPr/>
          </p:nvSpPr>
          <p:spPr>
            <a:xfrm>
              <a:off x="8716176" y="123201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54" name="Google Shape;954;p9"/>
            <p:cNvSpPr/>
            <p:nvPr/>
          </p:nvSpPr>
          <p:spPr>
            <a:xfrm>
              <a:off x="8716176" y="143994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55" name="Google Shape;955;p9"/>
            <p:cNvSpPr/>
            <p:nvPr/>
          </p:nvSpPr>
          <p:spPr>
            <a:xfrm>
              <a:off x="8716176" y="164787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56" name="Google Shape;956;p9"/>
            <p:cNvSpPr/>
            <p:nvPr/>
          </p:nvSpPr>
          <p:spPr>
            <a:xfrm>
              <a:off x="8716176" y="185498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57" name="Google Shape;957;p9"/>
            <p:cNvSpPr/>
            <p:nvPr/>
          </p:nvSpPr>
          <p:spPr>
            <a:xfrm>
              <a:off x="8716176" y="206290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58" name="Google Shape;958;p9"/>
            <p:cNvSpPr/>
            <p:nvPr/>
          </p:nvSpPr>
          <p:spPr>
            <a:xfrm>
              <a:off x="8716176" y="227083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59" name="Google Shape;959;p9"/>
            <p:cNvSpPr/>
            <p:nvPr/>
          </p:nvSpPr>
          <p:spPr>
            <a:xfrm>
              <a:off x="8716176" y="247876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60" name="Google Shape;960;p9"/>
            <p:cNvSpPr/>
            <p:nvPr/>
          </p:nvSpPr>
          <p:spPr>
            <a:xfrm>
              <a:off x="8716176" y="268668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61" name="Google Shape;961;p9"/>
            <p:cNvSpPr/>
            <p:nvPr/>
          </p:nvSpPr>
          <p:spPr>
            <a:xfrm>
              <a:off x="8716176" y="289461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62" name="Google Shape;962;p9"/>
            <p:cNvSpPr/>
            <p:nvPr/>
          </p:nvSpPr>
          <p:spPr>
            <a:xfrm>
              <a:off x="8716176" y="310254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63" name="Google Shape;963;p9"/>
            <p:cNvSpPr/>
            <p:nvPr/>
          </p:nvSpPr>
          <p:spPr>
            <a:xfrm>
              <a:off x="8716176" y="330965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64" name="Google Shape;964;p9"/>
            <p:cNvSpPr/>
            <p:nvPr/>
          </p:nvSpPr>
          <p:spPr>
            <a:xfrm>
              <a:off x="8716176" y="351757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65" name="Google Shape;965;p9"/>
            <p:cNvSpPr/>
            <p:nvPr/>
          </p:nvSpPr>
          <p:spPr>
            <a:xfrm>
              <a:off x="8716176" y="372550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66" name="Google Shape;966;p9"/>
            <p:cNvSpPr/>
            <p:nvPr/>
          </p:nvSpPr>
          <p:spPr>
            <a:xfrm>
              <a:off x="8716176" y="393343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67" name="Google Shape;967;p9"/>
            <p:cNvSpPr/>
            <p:nvPr/>
          </p:nvSpPr>
          <p:spPr>
            <a:xfrm>
              <a:off x="8716176" y="414054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68" name="Google Shape;968;p9"/>
            <p:cNvSpPr/>
            <p:nvPr/>
          </p:nvSpPr>
          <p:spPr>
            <a:xfrm>
              <a:off x="8716176" y="434846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69" name="Google Shape;969;p9"/>
            <p:cNvSpPr/>
            <p:nvPr/>
          </p:nvSpPr>
          <p:spPr>
            <a:xfrm>
              <a:off x="8716176" y="455639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70" name="Google Shape;970;p9"/>
            <p:cNvSpPr/>
            <p:nvPr/>
          </p:nvSpPr>
          <p:spPr>
            <a:xfrm>
              <a:off x="8716176" y="476432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71" name="Google Shape;971;p9"/>
            <p:cNvSpPr/>
            <p:nvPr/>
          </p:nvSpPr>
          <p:spPr>
            <a:xfrm>
              <a:off x="8716176" y="497225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72" name="Google Shape;972;p9"/>
            <p:cNvSpPr/>
            <p:nvPr/>
          </p:nvSpPr>
          <p:spPr>
            <a:xfrm>
              <a:off x="907150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73" name="Google Shape;973;p9"/>
            <p:cNvSpPr/>
            <p:nvPr/>
          </p:nvSpPr>
          <p:spPr>
            <a:xfrm>
              <a:off x="886430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sp>
        <p:nvSpPr>
          <p:cNvPr id="974" name="Google Shape;974;p9"/>
          <p:cNvSpPr txBox="1">
            <a:spLocks noGrp="1"/>
          </p:cNvSpPr>
          <p:nvPr>
            <p:ph type="title"/>
          </p:nvPr>
        </p:nvSpPr>
        <p:spPr>
          <a:xfrm>
            <a:off x="2135550" y="1655488"/>
            <a:ext cx="4872900" cy="11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800"/>
              <a:buNone/>
              <a:defRPr sz="65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975" name="Google Shape;975;p9"/>
          <p:cNvSpPr txBox="1">
            <a:spLocks noGrp="1"/>
          </p:cNvSpPr>
          <p:nvPr>
            <p:ph type="subTitle" idx="1"/>
          </p:nvPr>
        </p:nvSpPr>
        <p:spPr>
          <a:xfrm>
            <a:off x="2135550" y="2816913"/>
            <a:ext cx="4872900" cy="67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76"/>
        <p:cNvGrpSpPr/>
        <p:nvPr/>
      </p:nvGrpSpPr>
      <p:grpSpPr>
        <a:xfrm>
          <a:off x="0" y="0"/>
          <a:ext cx="0" cy="0"/>
          <a:chOff x="0" y="0"/>
          <a:chExt cx="0" cy="0"/>
        </a:xfrm>
      </p:grpSpPr>
      <p:sp>
        <p:nvSpPr>
          <p:cNvPr id="977" name="Google Shape;977;p10"/>
          <p:cNvSpPr>
            <a:spLocks noGrp="1"/>
          </p:cNvSpPr>
          <p:nvPr>
            <p:ph type="pic" idx="2"/>
          </p:nvPr>
        </p:nvSpPr>
        <p:spPr>
          <a:xfrm>
            <a:off x="-25" y="-13725"/>
            <a:ext cx="9144000" cy="5157300"/>
          </a:xfrm>
          <a:prstGeom prst="rect">
            <a:avLst/>
          </a:prstGeom>
          <a:noFill/>
          <a:ln>
            <a:noFill/>
          </a:ln>
        </p:spPr>
      </p:sp>
      <p:sp>
        <p:nvSpPr>
          <p:cNvPr id="978" name="Google Shape;978;p10"/>
          <p:cNvSpPr txBox="1">
            <a:spLocks noGrp="1"/>
          </p:cNvSpPr>
          <p:nvPr>
            <p:ph type="title"/>
          </p:nvPr>
        </p:nvSpPr>
        <p:spPr>
          <a:xfrm>
            <a:off x="720000" y="3756800"/>
            <a:ext cx="7704000" cy="847200"/>
          </a:xfrm>
          <a:prstGeom prst="rect">
            <a:avLst/>
          </a:prstGeom>
          <a:solidFill>
            <a:schemeClr val="accent1"/>
          </a:solidFill>
        </p:spPr>
        <p:txBody>
          <a:bodyPr spcFirstLastPara="1" wrap="square" lIns="91425" tIns="91425" rIns="91425" bIns="91425" anchor="ctr" anchorCtr="0">
            <a:noAutofit/>
          </a:bodyPr>
          <a:lstStyle>
            <a:lvl1pPr lvl="0" algn="ctr" rtl="0">
              <a:spcBef>
                <a:spcPts val="0"/>
              </a:spcBef>
              <a:spcAft>
                <a:spcPts val="0"/>
              </a:spcAft>
              <a:buClr>
                <a:schemeClr val="accent2"/>
              </a:buClr>
              <a:buSzPts val="2800"/>
              <a:buNone/>
              <a:defRPr sz="1600">
                <a:solidFill>
                  <a:schemeClr val="accent2"/>
                </a:solidFill>
              </a:defRPr>
            </a:lvl1pPr>
            <a:lvl2pPr lvl="1" algn="ctr" rtl="0">
              <a:spcBef>
                <a:spcPts val="0"/>
              </a:spcBef>
              <a:spcAft>
                <a:spcPts val="0"/>
              </a:spcAft>
              <a:buClr>
                <a:schemeClr val="accent2"/>
              </a:buClr>
              <a:buSzPts val="2800"/>
              <a:buNone/>
              <a:defRPr>
                <a:solidFill>
                  <a:schemeClr val="accent2"/>
                </a:solidFill>
              </a:defRPr>
            </a:lvl2pPr>
            <a:lvl3pPr lvl="2" algn="ctr" rtl="0">
              <a:spcBef>
                <a:spcPts val="0"/>
              </a:spcBef>
              <a:spcAft>
                <a:spcPts val="0"/>
              </a:spcAft>
              <a:buClr>
                <a:schemeClr val="accent2"/>
              </a:buClr>
              <a:buSzPts val="2800"/>
              <a:buNone/>
              <a:defRPr>
                <a:solidFill>
                  <a:schemeClr val="accent2"/>
                </a:solidFill>
              </a:defRPr>
            </a:lvl3pPr>
            <a:lvl4pPr lvl="3" algn="ctr" rtl="0">
              <a:spcBef>
                <a:spcPts val="0"/>
              </a:spcBef>
              <a:spcAft>
                <a:spcPts val="0"/>
              </a:spcAft>
              <a:buClr>
                <a:schemeClr val="accent2"/>
              </a:buClr>
              <a:buSzPts val="2800"/>
              <a:buNone/>
              <a:defRPr>
                <a:solidFill>
                  <a:schemeClr val="accent2"/>
                </a:solidFill>
              </a:defRPr>
            </a:lvl4pPr>
            <a:lvl5pPr lvl="4" algn="ctr" rtl="0">
              <a:spcBef>
                <a:spcPts val="0"/>
              </a:spcBef>
              <a:spcAft>
                <a:spcPts val="0"/>
              </a:spcAft>
              <a:buClr>
                <a:schemeClr val="accent2"/>
              </a:buClr>
              <a:buSzPts val="2800"/>
              <a:buNone/>
              <a:defRPr>
                <a:solidFill>
                  <a:schemeClr val="accent2"/>
                </a:solidFill>
              </a:defRPr>
            </a:lvl5pPr>
            <a:lvl6pPr lvl="5" algn="ctr" rtl="0">
              <a:spcBef>
                <a:spcPts val="0"/>
              </a:spcBef>
              <a:spcAft>
                <a:spcPts val="0"/>
              </a:spcAft>
              <a:buClr>
                <a:schemeClr val="accent2"/>
              </a:buClr>
              <a:buSzPts val="2800"/>
              <a:buNone/>
              <a:defRPr>
                <a:solidFill>
                  <a:schemeClr val="accent2"/>
                </a:solidFill>
              </a:defRPr>
            </a:lvl6pPr>
            <a:lvl7pPr lvl="6" algn="ctr" rtl="0">
              <a:spcBef>
                <a:spcPts val="0"/>
              </a:spcBef>
              <a:spcAft>
                <a:spcPts val="0"/>
              </a:spcAft>
              <a:buClr>
                <a:schemeClr val="accent2"/>
              </a:buClr>
              <a:buSzPts val="2800"/>
              <a:buNone/>
              <a:defRPr>
                <a:solidFill>
                  <a:schemeClr val="accent2"/>
                </a:solidFill>
              </a:defRPr>
            </a:lvl7pPr>
            <a:lvl8pPr lvl="7" algn="ctr" rtl="0">
              <a:spcBef>
                <a:spcPts val="0"/>
              </a:spcBef>
              <a:spcAft>
                <a:spcPts val="0"/>
              </a:spcAft>
              <a:buClr>
                <a:schemeClr val="accent2"/>
              </a:buClr>
              <a:buSzPts val="2800"/>
              <a:buNone/>
              <a:defRPr>
                <a:solidFill>
                  <a:schemeClr val="accent2"/>
                </a:solidFill>
              </a:defRPr>
            </a:lvl8pPr>
            <a:lvl9pPr lvl="8" algn="ctr" rtl="0">
              <a:spcBef>
                <a:spcPts val="0"/>
              </a:spcBef>
              <a:spcAft>
                <a:spcPts val="0"/>
              </a:spcAft>
              <a:buClr>
                <a:schemeClr val="accent2"/>
              </a:buClr>
              <a:buSzPts val="2800"/>
              <a:buNone/>
              <a:defRPr>
                <a:solidFill>
                  <a:schemeClr val="accent2"/>
                </a:solidFil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79"/>
        <p:cNvGrpSpPr/>
        <p:nvPr/>
      </p:nvGrpSpPr>
      <p:grpSpPr>
        <a:xfrm>
          <a:off x="0" y="0"/>
          <a:ext cx="0" cy="0"/>
          <a:chOff x="0" y="0"/>
          <a:chExt cx="0" cy="0"/>
        </a:xfrm>
      </p:grpSpPr>
      <p:grpSp>
        <p:nvGrpSpPr>
          <p:cNvPr id="980" name="Google Shape;980;p11"/>
          <p:cNvGrpSpPr/>
          <p:nvPr/>
        </p:nvGrpSpPr>
        <p:grpSpPr>
          <a:xfrm>
            <a:off x="0" y="0"/>
            <a:ext cx="9143995" cy="5143491"/>
            <a:chOff x="0" y="0"/>
            <a:chExt cx="9143995" cy="5143491"/>
          </a:xfrm>
        </p:grpSpPr>
        <p:sp>
          <p:nvSpPr>
            <p:cNvPr id="981" name="Google Shape;981;p11"/>
            <p:cNvSpPr/>
            <p:nvPr/>
          </p:nvSpPr>
          <p:spPr>
            <a:xfrm>
              <a:off x="0" y="19319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82" name="Google Shape;982;p11"/>
            <p:cNvSpPr/>
            <p:nvPr/>
          </p:nvSpPr>
          <p:spPr>
            <a:xfrm>
              <a:off x="0" y="401120"/>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83" name="Google Shape;983;p11"/>
            <p:cNvSpPr/>
            <p:nvPr/>
          </p:nvSpPr>
          <p:spPr>
            <a:xfrm>
              <a:off x="0" y="60904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84" name="Google Shape;984;p11"/>
            <p:cNvSpPr/>
            <p:nvPr/>
          </p:nvSpPr>
          <p:spPr>
            <a:xfrm>
              <a:off x="0" y="81697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85" name="Google Shape;985;p11"/>
            <p:cNvSpPr/>
            <p:nvPr/>
          </p:nvSpPr>
          <p:spPr>
            <a:xfrm>
              <a:off x="0" y="102408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86" name="Google Shape;986;p11"/>
            <p:cNvSpPr/>
            <p:nvPr/>
          </p:nvSpPr>
          <p:spPr>
            <a:xfrm>
              <a:off x="0" y="123201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87" name="Google Shape;987;p11"/>
            <p:cNvSpPr/>
            <p:nvPr/>
          </p:nvSpPr>
          <p:spPr>
            <a:xfrm>
              <a:off x="0" y="143994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88" name="Google Shape;988;p11"/>
            <p:cNvSpPr/>
            <p:nvPr/>
          </p:nvSpPr>
          <p:spPr>
            <a:xfrm>
              <a:off x="0" y="164786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89" name="Google Shape;989;p11"/>
            <p:cNvSpPr/>
            <p:nvPr/>
          </p:nvSpPr>
          <p:spPr>
            <a:xfrm>
              <a:off x="0" y="1854977"/>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90" name="Google Shape;990;p11"/>
            <p:cNvSpPr/>
            <p:nvPr/>
          </p:nvSpPr>
          <p:spPr>
            <a:xfrm>
              <a:off x="0" y="206290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91" name="Google Shape;991;p11"/>
            <p:cNvSpPr/>
            <p:nvPr/>
          </p:nvSpPr>
          <p:spPr>
            <a:xfrm>
              <a:off x="0" y="227083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92" name="Google Shape;992;p11"/>
            <p:cNvSpPr/>
            <p:nvPr/>
          </p:nvSpPr>
          <p:spPr>
            <a:xfrm>
              <a:off x="0" y="247876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93" name="Google Shape;993;p11"/>
            <p:cNvSpPr/>
            <p:nvPr/>
          </p:nvSpPr>
          <p:spPr>
            <a:xfrm>
              <a:off x="0" y="268668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94" name="Google Shape;994;p11"/>
            <p:cNvSpPr/>
            <p:nvPr/>
          </p:nvSpPr>
          <p:spPr>
            <a:xfrm>
              <a:off x="0" y="289461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95" name="Google Shape;995;p11"/>
            <p:cNvSpPr/>
            <p:nvPr/>
          </p:nvSpPr>
          <p:spPr>
            <a:xfrm>
              <a:off x="0" y="3102544"/>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96" name="Google Shape;996;p11"/>
            <p:cNvSpPr/>
            <p:nvPr/>
          </p:nvSpPr>
          <p:spPr>
            <a:xfrm>
              <a:off x="0" y="330965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97" name="Google Shape;997;p11"/>
            <p:cNvSpPr/>
            <p:nvPr/>
          </p:nvSpPr>
          <p:spPr>
            <a:xfrm>
              <a:off x="0" y="351758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98" name="Google Shape;998;p11"/>
            <p:cNvSpPr/>
            <p:nvPr/>
          </p:nvSpPr>
          <p:spPr>
            <a:xfrm>
              <a:off x="0" y="372550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99" name="Google Shape;999;p11"/>
            <p:cNvSpPr/>
            <p:nvPr/>
          </p:nvSpPr>
          <p:spPr>
            <a:xfrm>
              <a:off x="0" y="393343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00" name="Google Shape;1000;p11"/>
            <p:cNvSpPr/>
            <p:nvPr/>
          </p:nvSpPr>
          <p:spPr>
            <a:xfrm>
              <a:off x="0" y="414054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01" name="Google Shape;1001;p11"/>
            <p:cNvSpPr/>
            <p:nvPr/>
          </p:nvSpPr>
          <p:spPr>
            <a:xfrm>
              <a:off x="0" y="434847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02" name="Google Shape;1002;p11"/>
            <p:cNvSpPr/>
            <p:nvPr/>
          </p:nvSpPr>
          <p:spPr>
            <a:xfrm>
              <a:off x="0" y="455640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03" name="Google Shape;1003;p11"/>
            <p:cNvSpPr/>
            <p:nvPr/>
          </p:nvSpPr>
          <p:spPr>
            <a:xfrm>
              <a:off x="0" y="476432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04" name="Google Shape;1004;p11"/>
            <p:cNvSpPr/>
            <p:nvPr/>
          </p:nvSpPr>
          <p:spPr>
            <a:xfrm>
              <a:off x="0" y="497225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05" name="Google Shape;1005;p11"/>
            <p:cNvSpPr/>
            <p:nvPr/>
          </p:nvSpPr>
          <p:spPr>
            <a:xfrm>
              <a:off x="86768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06" name="Google Shape;1006;p11"/>
            <p:cNvSpPr/>
            <p:nvPr/>
          </p:nvSpPr>
          <p:spPr>
            <a:xfrm>
              <a:off x="847046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07" name="Google Shape;1007;p11"/>
            <p:cNvSpPr/>
            <p:nvPr/>
          </p:nvSpPr>
          <p:spPr>
            <a:xfrm>
              <a:off x="826327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08" name="Google Shape;1008;p11"/>
            <p:cNvSpPr/>
            <p:nvPr/>
          </p:nvSpPr>
          <p:spPr>
            <a:xfrm>
              <a:off x="805608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09" name="Google Shape;1009;p11"/>
            <p:cNvSpPr/>
            <p:nvPr/>
          </p:nvSpPr>
          <p:spPr>
            <a:xfrm>
              <a:off x="78488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10" name="Google Shape;1010;p11"/>
            <p:cNvSpPr/>
            <p:nvPr/>
          </p:nvSpPr>
          <p:spPr>
            <a:xfrm>
              <a:off x="764169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11" name="Google Shape;1011;p11"/>
            <p:cNvSpPr/>
            <p:nvPr/>
          </p:nvSpPr>
          <p:spPr>
            <a:xfrm>
              <a:off x="74345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12" name="Google Shape;1012;p11"/>
            <p:cNvSpPr/>
            <p:nvPr/>
          </p:nvSpPr>
          <p:spPr>
            <a:xfrm>
              <a:off x="722730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13" name="Google Shape;1013;p11"/>
            <p:cNvSpPr/>
            <p:nvPr/>
          </p:nvSpPr>
          <p:spPr>
            <a:xfrm>
              <a:off x="702093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14" name="Google Shape;1014;p11"/>
            <p:cNvSpPr/>
            <p:nvPr/>
          </p:nvSpPr>
          <p:spPr>
            <a:xfrm>
              <a:off x="68137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15" name="Google Shape;1015;p11"/>
            <p:cNvSpPr/>
            <p:nvPr/>
          </p:nvSpPr>
          <p:spPr>
            <a:xfrm>
              <a:off x="66065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16" name="Google Shape;1016;p11"/>
            <p:cNvSpPr/>
            <p:nvPr/>
          </p:nvSpPr>
          <p:spPr>
            <a:xfrm>
              <a:off x="639934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17" name="Google Shape;1017;p11"/>
            <p:cNvSpPr/>
            <p:nvPr/>
          </p:nvSpPr>
          <p:spPr>
            <a:xfrm>
              <a:off x="619297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18" name="Google Shape;1018;p11"/>
            <p:cNvSpPr/>
            <p:nvPr/>
          </p:nvSpPr>
          <p:spPr>
            <a:xfrm>
              <a:off x="598577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19" name="Google Shape;1019;p11"/>
            <p:cNvSpPr/>
            <p:nvPr/>
          </p:nvSpPr>
          <p:spPr>
            <a:xfrm>
              <a:off x="577858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20" name="Google Shape;1020;p11"/>
            <p:cNvSpPr/>
            <p:nvPr/>
          </p:nvSpPr>
          <p:spPr>
            <a:xfrm>
              <a:off x="55713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21" name="Google Shape;1021;p11"/>
            <p:cNvSpPr/>
            <p:nvPr/>
          </p:nvSpPr>
          <p:spPr>
            <a:xfrm>
              <a:off x="536501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22" name="Google Shape;1022;p11"/>
            <p:cNvSpPr/>
            <p:nvPr/>
          </p:nvSpPr>
          <p:spPr>
            <a:xfrm>
              <a:off x="515863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23" name="Google Shape;1023;p11"/>
            <p:cNvSpPr/>
            <p:nvPr/>
          </p:nvSpPr>
          <p:spPr>
            <a:xfrm>
              <a:off x="495144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24" name="Google Shape;1024;p11"/>
            <p:cNvSpPr/>
            <p:nvPr/>
          </p:nvSpPr>
          <p:spPr>
            <a:xfrm>
              <a:off x="47442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25" name="Google Shape;1025;p11"/>
            <p:cNvSpPr/>
            <p:nvPr/>
          </p:nvSpPr>
          <p:spPr>
            <a:xfrm>
              <a:off x="453705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26" name="Google Shape;1026;p11"/>
            <p:cNvSpPr/>
            <p:nvPr/>
          </p:nvSpPr>
          <p:spPr>
            <a:xfrm>
              <a:off x="432986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27" name="Google Shape;1027;p11"/>
            <p:cNvSpPr/>
            <p:nvPr/>
          </p:nvSpPr>
          <p:spPr>
            <a:xfrm>
              <a:off x="412266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28" name="Google Shape;1028;p11"/>
            <p:cNvSpPr/>
            <p:nvPr/>
          </p:nvSpPr>
          <p:spPr>
            <a:xfrm>
              <a:off x="39162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29" name="Google Shape;1029;p11"/>
            <p:cNvSpPr/>
            <p:nvPr/>
          </p:nvSpPr>
          <p:spPr>
            <a:xfrm>
              <a:off x="370909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30" name="Google Shape;1030;p11"/>
            <p:cNvSpPr/>
            <p:nvPr/>
          </p:nvSpPr>
          <p:spPr>
            <a:xfrm>
              <a:off x="35019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31" name="Google Shape;1031;p11"/>
            <p:cNvSpPr/>
            <p:nvPr/>
          </p:nvSpPr>
          <p:spPr>
            <a:xfrm>
              <a:off x="329470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32" name="Google Shape;1032;p11"/>
            <p:cNvSpPr/>
            <p:nvPr/>
          </p:nvSpPr>
          <p:spPr>
            <a:xfrm>
              <a:off x="308751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33" name="Google Shape;1033;p11"/>
            <p:cNvSpPr/>
            <p:nvPr/>
          </p:nvSpPr>
          <p:spPr>
            <a:xfrm>
              <a:off x="28811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34" name="Google Shape;1034;p11"/>
            <p:cNvSpPr/>
            <p:nvPr/>
          </p:nvSpPr>
          <p:spPr>
            <a:xfrm>
              <a:off x="26739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35" name="Google Shape;1035;p11"/>
            <p:cNvSpPr/>
            <p:nvPr/>
          </p:nvSpPr>
          <p:spPr>
            <a:xfrm>
              <a:off x="246674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36" name="Google Shape;1036;p11"/>
            <p:cNvSpPr/>
            <p:nvPr/>
          </p:nvSpPr>
          <p:spPr>
            <a:xfrm>
              <a:off x="225955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37" name="Google Shape;1037;p11"/>
            <p:cNvSpPr/>
            <p:nvPr/>
          </p:nvSpPr>
          <p:spPr>
            <a:xfrm>
              <a:off x="205236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38" name="Google Shape;1038;p11"/>
            <p:cNvSpPr/>
            <p:nvPr/>
          </p:nvSpPr>
          <p:spPr>
            <a:xfrm>
              <a:off x="184598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39" name="Google Shape;1039;p11"/>
            <p:cNvSpPr/>
            <p:nvPr/>
          </p:nvSpPr>
          <p:spPr>
            <a:xfrm>
              <a:off x="16387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40" name="Google Shape;1040;p11"/>
            <p:cNvSpPr/>
            <p:nvPr/>
          </p:nvSpPr>
          <p:spPr>
            <a:xfrm>
              <a:off x="143159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41" name="Google Shape;1041;p11"/>
            <p:cNvSpPr/>
            <p:nvPr/>
          </p:nvSpPr>
          <p:spPr>
            <a:xfrm>
              <a:off x="122440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42" name="Google Shape;1042;p11"/>
            <p:cNvSpPr/>
            <p:nvPr/>
          </p:nvSpPr>
          <p:spPr>
            <a:xfrm>
              <a:off x="101720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43" name="Google Shape;1043;p11"/>
            <p:cNvSpPr/>
            <p:nvPr/>
          </p:nvSpPr>
          <p:spPr>
            <a:xfrm>
              <a:off x="81001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44" name="Google Shape;1044;p11"/>
            <p:cNvSpPr/>
            <p:nvPr/>
          </p:nvSpPr>
          <p:spPr>
            <a:xfrm>
              <a:off x="60363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45" name="Google Shape;1045;p11"/>
            <p:cNvSpPr/>
            <p:nvPr/>
          </p:nvSpPr>
          <p:spPr>
            <a:xfrm>
              <a:off x="39644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46" name="Google Shape;1046;p11"/>
            <p:cNvSpPr/>
            <p:nvPr/>
          </p:nvSpPr>
          <p:spPr>
            <a:xfrm>
              <a:off x="18925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47" name="Google Shape;1047;p11"/>
            <p:cNvSpPr/>
            <p:nvPr/>
          </p:nvSpPr>
          <p:spPr>
            <a:xfrm>
              <a:off x="8716176" y="19320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48" name="Google Shape;1048;p11"/>
            <p:cNvSpPr/>
            <p:nvPr/>
          </p:nvSpPr>
          <p:spPr>
            <a:xfrm>
              <a:off x="8716176" y="40112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49" name="Google Shape;1049;p11"/>
            <p:cNvSpPr/>
            <p:nvPr/>
          </p:nvSpPr>
          <p:spPr>
            <a:xfrm>
              <a:off x="8716176" y="60905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50" name="Google Shape;1050;p11"/>
            <p:cNvSpPr/>
            <p:nvPr/>
          </p:nvSpPr>
          <p:spPr>
            <a:xfrm>
              <a:off x="8716176" y="81698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51" name="Google Shape;1051;p11"/>
            <p:cNvSpPr/>
            <p:nvPr/>
          </p:nvSpPr>
          <p:spPr>
            <a:xfrm>
              <a:off x="8716176" y="102409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52" name="Google Shape;1052;p11"/>
            <p:cNvSpPr/>
            <p:nvPr/>
          </p:nvSpPr>
          <p:spPr>
            <a:xfrm>
              <a:off x="8716176" y="123201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53" name="Google Shape;1053;p11"/>
            <p:cNvSpPr/>
            <p:nvPr/>
          </p:nvSpPr>
          <p:spPr>
            <a:xfrm>
              <a:off x="8716176" y="143994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54" name="Google Shape;1054;p11"/>
            <p:cNvSpPr/>
            <p:nvPr/>
          </p:nvSpPr>
          <p:spPr>
            <a:xfrm>
              <a:off x="8716176" y="164787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55" name="Google Shape;1055;p11"/>
            <p:cNvSpPr/>
            <p:nvPr/>
          </p:nvSpPr>
          <p:spPr>
            <a:xfrm>
              <a:off x="8716176" y="185498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56" name="Google Shape;1056;p11"/>
            <p:cNvSpPr/>
            <p:nvPr/>
          </p:nvSpPr>
          <p:spPr>
            <a:xfrm>
              <a:off x="8716176" y="206290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57" name="Google Shape;1057;p11"/>
            <p:cNvSpPr/>
            <p:nvPr/>
          </p:nvSpPr>
          <p:spPr>
            <a:xfrm>
              <a:off x="8716176" y="227083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58" name="Google Shape;1058;p11"/>
            <p:cNvSpPr/>
            <p:nvPr/>
          </p:nvSpPr>
          <p:spPr>
            <a:xfrm>
              <a:off x="8716176" y="247876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59" name="Google Shape;1059;p11"/>
            <p:cNvSpPr/>
            <p:nvPr/>
          </p:nvSpPr>
          <p:spPr>
            <a:xfrm>
              <a:off x="8716176" y="268668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60" name="Google Shape;1060;p11"/>
            <p:cNvSpPr/>
            <p:nvPr/>
          </p:nvSpPr>
          <p:spPr>
            <a:xfrm>
              <a:off x="8716176" y="289461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61" name="Google Shape;1061;p11"/>
            <p:cNvSpPr/>
            <p:nvPr/>
          </p:nvSpPr>
          <p:spPr>
            <a:xfrm>
              <a:off x="8716176" y="310254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62" name="Google Shape;1062;p11"/>
            <p:cNvSpPr/>
            <p:nvPr/>
          </p:nvSpPr>
          <p:spPr>
            <a:xfrm>
              <a:off x="8716176" y="330965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63" name="Google Shape;1063;p11"/>
            <p:cNvSpPr/>
            <p:nvPr/>
          </p:nvSpPr>
          <p:spPr>
            <a:xfrm>
              <a:off x="8716176" y="351757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64" name="Google Shape;1064;p11"/>
            <p:cNvSpPr/>
            <p:nvPr/>
          </p:nvSpPr>
          <p:spPr>
            <a:xfrm>
              <a:off x="8716176" y="372550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65" name="Google Shape;1065;p11"/>
            <p:cNvSpPr/>
            <p:nvPr/>
          </p:nvSpPr>
          <p:spPr>
            <a:xfrm>
              <a:off x="8716176" y="393343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66" name="Google Shape;1066;p11"/>
            <p:cNvSpPr/>
            <p:nvPr/>
          </p:nvSpPr>
          <p:spPr>
            <a:xfrm>
              <a:off x="8716176" y="414054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67" name="Google Shape;1067;p11"/>
            <p:cNvSpPr/>
            <p:nvPr/>
          </p:nvSpPr>
          <p:spPr>
            <a:xfrm>
              <a:off x="8716176" y="434846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68" name="Google Shape;1068;p11"/>
            <p:cNvSpPr/>
            <p:nvPr/>
          </p:nvSpPr>
          <p:spPr>
            <a:xfrm>
              <a:off x="8716176" y="455639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69" name="Google Shape;1069;p11"/>
            <p:cNvSpPr/>
            <p:nvPr/>
          </p:nvSpPr>
          <p:spPr>
            <a:xfrm>
              <a:off x="8716176" y="476432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70" name="Google Shape;1070;p11"/>
            <p:cNvSpPr/>
            <p:nvPr/>
          </p:nvSpPr>
          <p:spPr>
            <a:xfrm>
              <a:off x="8716176" y="497225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71" name="Google Shape;1071;p11"/>
            <p:cNvSpPr/>
            <p:nvPr/>
          </p:nvSpPr>
          <p:spPr>
            <a:xfrm>
              <a:off x="907150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72" name="Google Shape;1072;p11"/>
            <p:cNvSpPr/>
            <p:nvPr/>
          </p:nvSpPr>
          <p:spPr>
            <a:xfrm>
              <a:off x="886430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sp>
        <p:nvSpPr>
          <p:cNvPr id="1073" name="Google Shape;1073;p11"/>
          <p:cNvSpPr txBox="1">
            <a:spLocks noGrp="1"/>
          </p:cNvSpPr>
          <p:nvPr>
            <p:ph type="title" hasCustomPrompt="1"/>
          </p:nvPr>
        </p:nvSpPr>
        <p:spPr>
          <a:xfrm>
            <a:off x="1284000" y="1057549"/>
            <a:ext cx="6576000" cy="1716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Font typeface="Outfit ExtraBold"/>
              <a:buNone/>
              <a:defRPr sz="6000" b="0">
                <a:solidFill>
                  <a:schemeClr val="accent1"/>
                </a:solidFill>
                <a:latin typeface="Outfit ExtraBold"/>
                <a:ea typeface="Outfit ExtraBold"/>
                <a:cs typeface="Outfit ExtraBold"/>
                <a:sym typeface="Outfit ExtraBold"/>
              </a:defRPr>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1074" name="Google Shape;1074;p11"/>
          <p:cNvSpPr txBox="1">
            <a:spLocks noGrp="1"/>
          </p:cNvSpPr>
          <p:nvPr>
            <p:ph type="subTitle" idx="1"/>
          </p:nvPr>
        </p:nvSpPr>
        <p:spPr>
          <a:xfrm>
            <a:off x="1284000" y="2774099"/>
            <a:ext cx="6576000" cy="497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2"/>
        </a:solidFill>
        <a:effectLst/>
      </p:bgPr>
    </p:bg>
    <p:spTree>
      <p:nvGrpSpPr>
        <p:cNvPr id="1" name="Shape 107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076"/>
        <p:cNvGrpSpPr/>
        <p:nvPr/>
      </p:nvGrpSpPr>
      <p:grpSpPr>
        <a:xfrm>
          <a:off x="0" y="0"/>
          <a:ext cx="0" cy="0"/>
          <a:chOff x="0" y="0"/>
          <a:chExt cx="0" cy="0"/>
        </a:xfrm>
      </p:grpSpPr>
      <p:grpSp>
        <p:nvGrpSpPr>
          <p:cNvPr id="1077" name="Google Shape;1077;p13"/>
          <p:cNvGrpSpPr/>
          <p:nvPr/>
        </p:nvGrpSpPr>
        <p:grpSpPr>
          <a:xfrm>
            <a:off x="0" y="0"/>
            <a:ext cx="9143995" cy="5143491"/>
            <a:chOff x="0" y="0"/>
            <a:chExt cx="9143995" cy="5143491"/>
          </a:xfrm>
        </p:grpSpPr>
        <p:sp>
          <p:nvSpPr>
            <p:cNvPr id="1078" name="Google Shape;1078;p13"/>
            <p:cNvSpPr/>
            <p:nvPr/>
          </p:nvSpPr>
          <p:spPr>
            <a:xfrm>
              <a:off x="0" y="19319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79" name="Google Shape;1079;p13"/>
            <p:cNvSpPr/>
            <p:nvPr/>
          </p:nvSpPr>
          <p:spPr>
            <a:xfrm>
              <a:off x="0" y="401120"/>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80" name="Google Shape;1080;p13"/>
            <p:cNvSpPr/>
            <p:nvPr/>
          </p:nvSpPr>
          <p:spPr>
            <a:xfrm>
              <a:off x="0" y="60904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81" name="Google Shape;1081;p13"/>
            <p:cNvSpPr/>
            <p:nvPr/>
          </p:nvSpPr>
          <p:spPr>
            <a:xfrm>
              <a:off x="0" y="81697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82" name="Google Shape;1082;p13"/>
            <p:cNvSpPr/>
            <p:nvPr/>
          </p:nvSpPr>
          <p:spPr>
            <a:xfrm>
              <a:off x="0" y="102408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83" name="Google Shape;1083;p13"/>
            <p:cNvSpPr/>
            <p:nvPr/>
          </p:nvSpPr>
          <p:spPr>
            <a:xfrm>
              <a:off x="0" y="123201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84" name="Google Shape;1084;p13"/>
            <p:cNvSpPr/>
            <p:nvPr/>
          </p:nvSpPr>
          <p:spPr>
            <a:xfrm>
              <a:off x="0" y="143994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85" name="Google Shape;1085;p13"/>
            <p:cNvSpPr/>
            <p:nvPr/>
          </p:nvSpPr>
          <p:spPr>
            <a:xfrm>
              <a:off x="0" y="164786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86" name="Google Shape;1086;p13"/>
            <p:cNvSpPr/>
            <p:nvPr/>
          </p:nvSpPr>
          <p:spPr>
            <a:xfrm>
              <a:off x="0" y="1854977"/>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87" name="Google Shape;1087;p13"/>
            <p:cNvSpPr/>
            <p:nvPr/>
          </p:nvSpPr>
          <p:spPr>
            <a:xfrm>
              <a:off x="0" y="206290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88" name="Google Shape;1088;p13"/>
            <p:cNvSpPr/>
            <p:nvPr/>
          </p:nvSpPr>
          <p:spPr>
            <a:xfrm>
              <a:off x="0" y="227083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89" name="Google Shape;1089;p13"/>
            <p:cNvSpPr/>
            <p:nvPr/>
          </p:nvSpPr>
          <p:spPr>
            <a:xfrm>
              <a:off x="0" y="247876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90" name="Google Shape;1090;p13"/>
            <p:cNvSpPr/>
            <p:nvPr/>
          </p:nvSpPr>
          <p:spPr>
            <a:xfrm>
              <a:off x="0" y="268668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91" name="Google Shape;1091;p13"/>
            <p:cNvSpPr/>
            <p:nvPr/>
          </p:nvSpPr>
          <p:spPr>
            <a:xfrm>
              <a:off x="0" y="289461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92" name="Google Shape;1092;p13"/>
            <p:cNvSpPr/>
            <p:nvPr/>
          </p:nvSpPr>
          <p:spPr>
            <a:xfrm>
              <a:off x="0" y="3102544"/>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93" name="Google Shape;1093;p13"/>
            <p:cNvSpPr/>
            <p:nvPr/>
          </p:nvSpPr>
          <p:spPr>
            <a:xfrm>
              <a:off x="0" y="330965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94" name="Google Shape;1094;p13"/>
            <p:cNvSpPr/>
            <p:nvPr/>
          </p:nvSpPr>
          <p:spPr>
            <a:xfrm>
              <a:off x="0" y="351758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95" name="Google Shape;1095;p13"/>
            <p:cNvSpPr/>
            <p:nvPr/>
          </p:nvSpPr>
          <p:spPr>
            <a:xfrm>
              <a:off x="0" y="372550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96" name="Google Shape;1096;p13"/>
            <p:cNvSpPr/>
            <p:nvPr/>
          </p:nvSpPr>
          <p:spPr>
            <a:xfrm>
              <a:off x="0" y="393343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97" name="Google Shape;1097;p13"/>
            <p:cNvSpPr/>
            <p:nvPr/>
          </p:nvSpPr>
          <p:spPr>
            <a:xfrm>
              <a:off x="0" y="414054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98" name="Google Shape;1098;p13"/>
            <p:cNvSpPr/>
            <p:nvPr/>
          </p:nvSpPr>
          <p:spPr>
            <a:xfrm>
              <a:off x="0" y="434847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99" name="Google Shape;1099;p13"/>
            <p:cNvSpPr/>
            <p:nvPr/>
          </p:nvSpPr>
          <p:spPr>
            <a:xfrm>
              <a:off x="0" y="455640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00" name="Google Shape;1100;p13"/>
            <p:cNvSpPr/>
            <p:nvPr/>
          </p:nvSpPr>
          <p:spPr>
            <a:xfrm>
              <a:off x="0" y="476432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01" name="Google Shape;1101;p13"/>
            <p:cNvSpPr/>
            <p:nvPr/>
          </p:nvSpPr>
          <p:spPr>
            <a:xfrm>
              <a:off x="0" y="497225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02" name="Google Shape;1102;p13"/>
            <p:cNvSpPr/>
            <p:nvPr/>
          </p:nvSpPr>
          <p:spPr>
            <a:xfrm>
              <a:off x="86768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03" name="Google Shape;1103;p13"/>
            <p:cNvSpPr/>
            <p:nvPr/>
          </p:nvSpPr>
          <p:spPr>
            <a:xfrm>
              <a:off x="847046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04" name="Google Shape;1104;p13"/>
            <p:cNvSpPr/>
            <p:nvPr/>
          </p:nvSpPr>
          <p:spPr>
            <a:xfrm>
              <a:off x="826327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05" name="Google Shape;1105;p13"/>
            <p:cNvSpPr/>
            <p:nvPr/>
          </p:nvSpPr>
          <p:spPr>
            <a:xfrm>
              <a:off x="805608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06" name="Google Shape;1106;p13"/>
            <p:cNvSpPr/>
            <p:nvPr/>
          </p:nvSpPr>
          <p:spPr>
            <a:xfrm>
              <a:off x="78488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07" name="Google Shape;1107;p13"/>
            <p:cNvSpPr/>
            <p:nvPr/>
          </p:nvSpPr>
          <p:spPr>
            <a:xfrm>
              <a:off x="764169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08" name="Google Shape;1108;p13"/>
            <p:cNvSpPr/>
            <p:nvPr/>
          </p:nvSpPr>
          <p:spPr>
            <a:xfrm>
              <a:off x="74345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09" name="Google Shape;1109;p13"/>
            <p:cNvSpPr/>
            <p:nvPr/>
          </p:nvSpPr>
          <p:spPr>
            <a:xfrm>
              <a:off x="722730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10" name="Google Shape;1110;p13"/>
            <p:cNvSpPr/>
            <p:nvPr/>
          </p:nvSpPr>
          <p:spPr>
            <a:xfrm>
              <a:off x="702093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11" name="Google Shape;1111;p13"/>
            <p:cNvSpPr/>
            <p:nvPr/>
          </p:nvSpPr>
          <p:spPr>
            <a:xfrm>
              <a:off x="68137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12" name="Google Shape;1112;p13"/>
            <p:cNvSpPr/>
            <p:nvPr/>
          </p:nvSpPr>
          <p:spPr>
            <a:xfrm>
              <a:off x="66065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13" name="Google Shape;1113;p13"/>
            <p:cNvSpPr/>
            <p:nvPr/>
          </p:nvSpPr>
          <p:spPr>
            <a:xfrm>
              <a:off x="639934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14" name="Google Shape;1114;p13"/>
            <p:cNvSpPr/>
            <p:nvPr/>
          </p:nvSpPr>
          <p:spPr>
            <a:xfrm>
              <a:off x="619297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15" name="Google Shape;1115;p13"/>
            <p:cNvSpPr/>
            <p:nvPr/>
          </p:nvSpPr>
          <p:spPr>
            <a:xfrm>
              <a:off x="598577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16" name="Google Shape;1116;p13"/>
            <p:cNvSpPr/>
            <p:nvPr/>
          </p:nvSpPr>
          <p:spPr>
            <a:xfrm>
              <a:off x="577858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17" name="Google Shape;1117;p13"/>
            <p:cNvSpPr/>
            <p:nvPr/>
          </p:nvSpPr>
          <p:spPr>
            <a:xfrm>
              <a:off x="55713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18" name="Google Shape;1118;p13"/>
            <p:cNvSpPr/>
            <p:nvPr/>
          </p:nvSpPr>
          <p:spPr>
            <a:xfrm>
              <a:off x="536501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19" name="Google Shape;1119;p13"/>
            <p:cNvSpPr/>
            <p:nvPr/>
          </p:nvSpPr>
          <p:spPr>
            <a:xfrm>
              <a:off x="515863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20" name="Google Shape;1120;p13"/>
            <p:cNvSpPr/>
            <p:nvPr/>
          </p:nvSpPr>
          <p:spPr>
            <a:xfrm>
              <a:off x="495144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21" name="Google Shape;1121;p13"/>
            <p:cNvSpPr/>
            <p:nvPr/>
          </p:nvSpPr>
          <p:spPr>
            <a:xfrm>
              <a:off x="47442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22" name="Google Shape;1122;p13"/>
            <p:cNvSpPr/>
            <p:nvPr/>
          </p:nvSpPr>
          <p:spPr>
            <a:xfrm>
              <a:off x="453705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23" name="Google Shape;1123;p13"/>
            <p:cNvSpPr/>
            <p:nvPr/>
          </p:nvSpPr>
          <p:spPr>
            <a:xfrm>
              <a:off x="432986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24" name="Google Shape;1124;p13"/>
            <p:cNvSpPr/>
            <p:nvPr/>
          </p:nvSpPr>
          <p:spPr>
            <a:xfrm>
              <a:off x="412266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25" name="Google Shape;1125;p13"/>
            <p:cNvSpPr/>
            <p:nvPr/>
          </p:nvSpPr>
          <p:spPr>
            <a:xfrm>
              <a:off x="39162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26" name="Google Shape;1126;p13"/>
            <p:cNvSpPr/>
            <p:nvPr/>
          </p:nvSpPr>
          <p:spPr>
            <a:xfrm>
              <a:off x="370909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27" name="Google Shape;1127;p13"/>
            <p:cNvSpPr/>
            <p:nvPr/>
          </p:nvSpPr>
          <p:spPr>
            <a:xfrm>
              <a:off x="35019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28" name="Google Shape;1128;p13"/>
            <p:cNvSpPr/>
            <p:nvPr/>
          </p:nvSpPr>
          <p:spPr>
            <a:xfrm>
              <a:off x="329470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29" name="Google Shape;1129;p13"/>
            <p:cNvSpPr/>
            <p:nvPr/>
          </p:nvSpPr>
          <p:spPr>
            <a:xfrm>
              <a:off x="308751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30" name="Google Shape;1130;p13"/>
            <p:cNvSpPr/>
            <p:nvPr/>
          </p:nvSpPr>
          <p:spPr>
            <a:xfrm>
              <a:off x="28811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31" name="Google Shape;1131;p13"/>
            <p:cNvSpPr/>
            <p:nvPr/>
          </p:nvSpPr>
          <p:spPr>
            <a:xfrm>
              <a:off x="26739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32" name="Google Shape;1132;p13"/>
            <p:cNvSpPr/>
            <p:nvPr/>
          </p:nvSpPr>
          <p:spPr>
            <a:xfrm>
              <a:off x="246674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33" name="Google Shape;1133;p13"/>
            <p:cNvSpPr/>
            <p:nvPr/>
          </p:nvSpPr>
          <p:spPr>
            <a:xfrm>
              <a:off x="225955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34" name="Google Shape;1134;p13"/>
            <p:cNvSpPr/>
            <p:nvPr/>
          </p:nvSpPr>
          <p:spPr>
            <a:xfrm>
              <a:off x="205236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35" name="Google Shape;1135;p13"/>
            <p:cNvSpPr/>
            <p:nvPr/>
          </p:nvSpPr>
          <p:spPr>
            <a:xfrm>
              <a:off x="184598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36" name="Google Shape;1136;p13"/>
            <p:cNvSpPr/>
            <p:nvPr/>
          </p:nvSpPr>
          <p:spPr>
            <a:xfrm>
              <a:off x="16387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37" name="Google Shape;1137;p13"/>
            <p:cNvSpPr/>
            <p:nvPr/>
          </p:nvSpPr>
          <p:spPr>
            <a:xfrm>
              <a:off x="143159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38" name="Google Shape;1138;p13"/>
            <p:cNvSpPr/>
            <p:nvPr/>
          </p:nvSpPr>
          <p:spPr>
            <a:xfrm>
              <a:off x="122440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39" name="Google Shape;1139;p13"/>
            <p:cNvSpPr/>
            <p:nvPr/>
          </p:nvSpPr>
          <p:spPr>
            <a:xfrm>
              <a:off x="101720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40" name="Google Shape;1140;p13"/>
            <p:cNvSpPr/>
            <p:nvPr/>
          </p:nvSpPr>
          <p:spPr>
            <a:xfrm>
              <a:off x="81001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41" name="Google Shape;1141;p13"/>
            <p:cNvSpPr/>
            <p:nvPr/>
          </p:nvSpPr>
          <p:spPr>
            <a:xfrm>
              <a:off x="60363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42" name="Google Shape;1142;p13"/>
            <p:cNvSpPr/>
            <p:nvPr/>
          </p:nvSpPr>
          <p:spPr>
            <a:xfrm>
              <a:off x="39644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43" name="Google Shape;1143;p13"/>
            <p:cNvSpPr/>
            <p:nvPr/>
          </p:nvSpPr>
          <p:spPr>
            <a:xfrm>
              <a:off x="18925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44" name="Google Shape;1144;p13"/>
            <p:cNvSpPr/>
            <p:nvPr/>
          </p:nvSpPr>
          <p:spPr>
            <a:xfrm>
              <a:off x="8716176" y="19320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45" name="Google Shape;1145;p13"/>
            <p:cNvSpPr/>
            <p:nvPr/>
          </p:nvSpPr>
          <p:spPr>
            <a:xfrm>
              <a:off x="8716176" y="40112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46" name="Google Shape;1146;p13"/>
            <p:cNvSpPr/>
            <p:nvPr/>
          </p:nvSpPr>
          <p:spPr>
            <a:xfrm>
              <a:off x="8716176" y="60905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47" name="Google Shape;1147;p13"/>
            <p:cNvSpPr/>
            <p:nvPr/>
          </p:nvSpPr>
          <p:spPr>
            <a:xfrm>
              <a:off x="8716176" y="81698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48" name="Google Shape;1148;p13"/>
            <p:cNvSpPr/>
            <p:nvPr/>
          </p:nvSpPr>
          <p:spPr>
            <a:xfrm>
              <a:off x="8716176" y="102409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49" name="Google Shape;1149;p13"/>
            <p:cNvSpPr/>
            <p:nvPr/>
          </p:nvSpPr>
          <p:spPr>
            <a:xfrm>
              <a:off x="8716176" y="123201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50" name="Google Shape;1150;p13"/>
            <p:cNvSpPr/>
            <p:nvPr/>
          </p:nvSpPr>
          <p:spPr>
            <a:xfrm>
              <a:off x="8716176" y="143994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51" name="Google Shape;1151;p13"/>
            <p:cNvSpPr/>
            <p:nvPr/>
          </p:nvSpPr>
          <p:spPr>
            <a:xfrm>
              <a:off x="8716176" y="164787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52" name="Google Shape;1152;p13"/>
            <p:cNvSpPr/>
            <p:nvPr/>
          </p:nvSpPr>
          <p:spPr>
            <a:xfrm>
              <a:off x="8716176" y="185498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53" name="Google Shape;1153;p13"/>
            <p:cNvSpPr/>
            <p:nvPr/>
          </p:nvSpPr>
          <p:spPr>
            <a:xfrm>
              <a:off x="8716176" y="206290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54" name="Google Shape;1154;p13"/>
            <p:cNvSpPr/>
            <p:nvPr/>
          </p:nvSpPr>
          <p:spPr>
            <a:xfrm>
              <a:off x="8716176" y="227083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55" name="Google Shape;1155;p13"/>
            <p:cNvSpPr/>
            <p:nvPr/>
          </p:nvSpPr>
          <p:spPr>
            <a:xfrm>
              <a:off x="8716176" y="247876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56" name="Google Shape;1156;p13"/>
            <p:cNvSpPr/>
            <p:nvPr/>
          </p:nvSpPr>
          <p:spPr>
            <a:xfrm>
              <a:off x="8716176" y="268668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57" name="Google Shape;1157;p13"/>
            <p:cNvSpPr/>
            <p:nvPr/>
          </p:nvSpPr>
          <p:spPr>
            <a:xfrm>
              <a:off x="8716176" y="289461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58" name="Google Shape;1158;p13"/>
            <p:cNvSpPr/>
            <p:nvPr/>
          </p:nvSpPr>
          <p:spPr>
            <a:xfrm>
              <a:off x="8716176" y="310254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59" name="Google Shape;1159;p13"/>
            <p:cNvSpPr/>
            <p:nvPr/>
          </p:nvSpPr>
          <p:spPr>
            <a:xfrm>
              <a:off x="8716176" y="330965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60" name="Google Shape;1160;p13"/>
            <p:cNvSpPr/>
            <p:nvPr/>
          </p:nvSpPr>
          <p:spPr>
            <a:xfrm>
              <a:off x="8716176" y="351757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61" name="Google Shape;1161;p13"/>
            <p:cNvSpPr/>
            <p:nvPr/>
          </p:nvSpPr>
          <p:spPr>
            <a:xfrm>
              <a:off x="8716176" y="372550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62" name="Google Shape;1162;p13"/>
            <p:cNvSpPr/>
            <p:nvPr/>
          </p:nvSpPr>
          <p:spPr>
            <a:xfrm>
              <a:off x="8716176" y="393343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63" name="Google Shape;1163;p13"/>
            <p:cNvSpPr/>
            <p:nvPr/>
          </p:nvSpPr>
          <p:spPr>
            <a:xfrm>
              <a:off x="8716176" y="414054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64" name="Google Shape;1164;p13"/>
            <p:cNvSpPr/>
            <p:nvPr/>
          </p:nvSpPr>
          <p:spPr>
            <a:xfrm>
              <a:off x="8716176" y="434846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65" name="Google Shape;1165;p13"/>
            <p:cNvSpPr/>
            <p:nvPr/>
          </p:nvSpPr>
          <p:spPr>
            <a:xfrm>
              <a:off x="8716176" y="455639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66" name="Google Shape;1166;p13"/>
            <p:cNvSpPr/>
            <p:nvPr/>
          </p:nvSpPr>
          <p:spPr>
            <a:xfrm>
              <a:off x="8716176" y="476432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67" name="Google Shape;1167;p13"/>
            <p:cNvSpPr/>
            <p:nvPr/>
          </p:nvSpPr>
          <p:spPr>
            <a:xfrm>
              <a:off x="8716176" y="497225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68" name="Google Shape;1168;p13"/>
            <p:cNvSpPr/>
            <p:nvPr/>
          </p:nvSpPr>
          <p:spPr>
            <a:xfrm>
              <a:off x="907150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69" name="Google Shape;1169;p13"/>
            <p:cNvSpPr/>
            <p:nvPr/>
          </p:nvSpPr>
          <p:spPr>
            <a:xfrm>
              <a:off x="886430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sp>
        <p:nvSpPr>
          <p:cNvPr id="1170" name="Google Shape;1170;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1171" name="Google Shape;1171;p13"/>
          <p:cNvGrpSpPr/>
          <p:nvPr/>
        </p:nvGrpSpPr>
        <p:grpSpPr>
          <a:xfrm rot="10800000">
            <a:off x="8690758" y="539499"/>
            <a:ext cx="453231" cy="4057299"/>
            <a:chOff x="-17" y="539499"/>
            <a:chExt cx="453231" cy="4057299"/>
          </a:xfrm>
        </p:grpSpPr>
        <p:sp>
          <p:nvSpPr>
            <p:cNvPr id="1172" name="Google Shape;1172;p13"/>
            <p:cNvSpPr/>
            <p:nvPr/>
          </p:nvSpPr>
          <p:spPr>
            <a:xfrm rot="5400000">
              <a:off x="53069" y="1582766"/>
              <a:ext cx="82937" cy="189109"/>
            </a:xfrm>
            <a:custGeom>
              <a:avLst/>
              <a:gdLst/>
              <a:ahLst/>
              <a:cxnLst/>
              <a:rect l="l" t="t" r="r" b="b"/>
              <a:pathLst>
                <a:path w="251" h="1500" extrusionOk="0">
                  <a:moveTo>
                    <a:pt x="0" y="0"/>
                  </a:moveTo>
                  <a:lnTo>
                    <a:pt x="251" y="0"/>
                  </a:lnTo>
                  <a:lnTo>
                    <a:pt x="251" y="1500"/>
                  </a:lnTo>
                  <a:lnTo>
                    <a:pt x="0" y="150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73" name="Google Shape;1173;p13"/>
            <p:cNvSpPr/>
            <p:nvPr/>
          </p:nvSpPr>
          <p:spPr>
            <a:xfrm rot="5400000">
              <a:off x="127680" y="1919535"/>
              <a:ext cx="82606" cy="338000"/>
            </a:xfrm>
            <a:custGeom>
              <a:avLst/>
              <a:gdLst/>
              <a:ahLst/>
              <a:cxnLst/>
              <a:rect l="l" t="t" r="r" b="b"/>
              <a:pathLst>
                <a:path w="250" h="2681" extrusionOk="0">
                  <a:moveTo>
                    <a:pt x="0" y="0"/>
                  </a:moveTo>
                  <a:lnTo>
                    <a:pt x="250" y="0"/>
                  </a:lnTo>
                  <a:lnTo>
                    <a:pt x="250" y="2681"/>
                  </a:lnTo>
                  <a:lnTo>
                    <a:pt x="0" y="268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74" name="Google Shape;1174;p13"/>
            <p:cNvSpPr/>
            <p:nvPr/>
          </p:nvSpPr>
          <p:spPr>
            <a:xfrm rot="5400000">
              <a:off x="185130" y="2409932"/>
              <a:ext cx="82937" cy="453231"/>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75" name="Google Shape;1175;p13"/>
            <p:cNvSpPr/>
            <p:nvPr/>
          </p:nvSpPr>
          <p:spPr>
            <a:xfrm rot="5400000">
              <a:off x="150752" y="3267071"/>
              <a:ext cx="82606" cy="384143"/>
            </a:xfrm>
            <a:custGeom>
              <a:avLst/>
              <a:gdLst/>
              <a:ahLst/>
              <a:cxnLst/>
              <a:rect l="l" t="t" r="r" b="b"/>
              <a:pathLst>
                <a:path w="250" h="3047" extrusionOk="0">
                  <a:moveTo>
                    <a:pt x="0" y="0"/>
                  </a:moveTo>
                  <a:lnTo>
                    <a:pt x="250" y="0"/>
                  </a:lnTo>
                  <a:lnTo>
                    <a:pt x="250" y="3047"/>
                  </a:lnTo>
                  <a:lnTo>
                    <a:pt x="0" y="304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76" name="Google Shape;1176;p13"/>
            <p:cNvSpPr/>
            <p:nvPr/>
          </p:nvSpPr>
          <p:spPr>
            <a:xfrm rot="5400000">
              <a:off x="90741" y="2778574"/>
              <a:ext cx="82606" cy="264122"/>
            </a:xfrm>
            <a:custGeom>
              <a:avLst/>
              <a:gdLst/>
              <a:ahLst/>
              <a:cxnLst/>
              <a:rect l="l" t="t" r="r" b="b"/>
              <a:pathLst>
                <a:path w="250" h="2095" extrusionOk="0">
                  <a:moveTo>
                    <a:pt x="0" y="0"/>
                  </a:moveTo>
                  <a:lnTo>
                    <a:pt x="250" y="0"/>
                  </a:lnTo>
                  <a:lnTo>
                    <a:pt x="250" y="2095"/>
                  </a:lnTo>
                  <a:lnTo>
                    <a:pt x="0" y="209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77" name="Google Shape;1177;p13"/>
            <p:cNvSpPr/>
            <p:nvPr/>
          </p:nvSpPr>
          <p:spPr>
            <a:xfrm rot="5400000">
              <a:off x="32370" y="1466670"/>
              <a:ext cx="82606"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78" name="Google Shape;1178;p13"/>
            <p:cNvSpPr/>
            <p:nvPr/>
          </p:nvSpPr>
          <p:spPr>
            <a:xfrm rot="5400000">
              <a:off x="32306" y="1877783"/>
              <a:ext cx="82606"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79" name="Google Shape;1179;p13"/>
            <p:cNvSpPr/>
            <p:nvPr/>
          </p:nvSpPr>
          <p:spPr>
            <a:xfrm rot="5400000">
              <a:off x="97321" y="2360945"/>
              <a:ext cx="82937" cy="277612"/>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80" name="Google Shape;1180;p13"/>
            <p:cNvSpPr/>
            <p:nvPr/>
          </p:nvSpPr>
          <p:spPr>
            <a:xfrm rot="5400000">
              <a:off x="19447" y="3124122"/>
              <a:ext cx="82606" cy="121534"/>
            </a:xfrm>
            <a:custGeom>
              <a:avLst/>
              <a:gdLst/>
              <a:ahLst/>
              <a:cxnLst/>
              <a:rect l="l" t="t" r="r" b="b"/>
              <a:pathLst>
                <a:path w="250" h="964" extrusionOk="0">
                  <a:moveTo>
                    <a:pt x="0" y="0"/>
                  </a:moveTo>
                  <a:lnTo>
                    <a:pt x="250" y="0"/>
                  </a:lnTo>
                  <a:lnTo>
                    <a:pt x="250" y="964"/>
                  </a:lnTo>
                  <a:lnTo>
                    <a:pt x="0" y="96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81" name="Google Shape;1181;p13"/>
            <p:cNvSpPr/>
            <p:nvPr/>
          </p:nvSpPr>
          <p:spPr>
            <a:xfrm rot="5400000">
              <a:off x="-10936" y="3839808"/>
              <a:ext cx="82606" cy="60767"/>
            </a:xfrm>
            <a:custGeom>
              <a:avLst/>
              <a:gdLst/>
              <a:ahLst/>
              <a:cxnLst/>
              <a:rect l="l" t="t" r="r" b="b"/>
              <a:pathLst>
                <a:path w="250" h="482" extrusionOk="0">
                  <a:moveTo>
                    <a:pt x="0" y="0"/>
                  </a:moveTo>
                  <a:lnTo>
                    <a:pt x="250" y="0"/>
                  </a:lnTo>
                  <a:lnTo>
                    <a:pt x="250" y="482"/>
                  </a:lnTo>
                  <a:lnTo>
                    <a:pt x="0" y="48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82" name="Google Shape;1182;p13"/>
            <p:cNvSpPr/>
            <p:nvPr/>
          </p:nvSpPr>
          <p:spPr>
            <a:xfrm rot="5400000">
              <a:off x="36404" y="3655341"/>
              <a:ext cx="82606" cy="155447"/>
            </a:xfrm>
            <a:custGeom>
              <a:avLst/>
              <a:gdLst/>
              <a:ahLst/>
              <a:cxnLst/>
              <a:rect l="l" t="t" r="r" b="b"/>
              <a:pathLst>
                <a:path w="250" h="1233" extrusionOk="0">
                  <a:moveTo>
                    <a:pt x="0" y="0"/>
                  </a:moveTo>
                  <a:lnTo>
                    <a:pt x="250" y="0"/>
                  </a:lnTo>
                  <a:lnTo>
                    <a:pt x="250" y="1233"/>
                  </a:lnTo>
                  <a:lnTo>
                    <a:pt x="0" y="123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83" name="Google Shape;1183;p13"/>
            <p:cNvSpPr/>
            <p:nvPr/>
          </p:nvSpPr>
          <p:spPr>
            <a:xfrm rot="5400000">
              <a:off x="23001" y="4354047"/>
              <a:ext cx="82937" cy="128972"/>
            </a:xfrm>
            <a:custGeom>
              <a:avLst/>
              <a:gdLst/>
              <a:ahLst/>
              <a:cxnLst/>
              <a:rect l="l" t="t" r="r" b="b"/>
              <a:pathLst>
                <a:path w="251" h="1023" extrusionOk="0">
                  <a:moveTo>
                    <a:pt x="0" y="0"/>
                  </a:moveTo>
                  <a:lnTo>
                    <a:pt x="251" y="0"/>
                  </a:lnTo>
                  <a:lnTo>
                    <a:pt x="251" y="1023"/>
                  </a:lnTo>
                  <a:lnTo>
                    <a:pt x="0" y="102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84" name="Google Shape;1184;p13"/>
            <p:cNvSpPr/>
            <p:nvPr/>
          </p:nvSpPr>
          <p:spPr>
            <a:xfrm rot="5400000">
              <a:off x="2995" y="4237257"/>
              <a:ext cx="82606" cy="88629"/>
            </a:xfrm>
            <a:custGeom>
              <a:avLst/>
              <a:gdLst/>
              <a:ahLst/>
              <a:cxnLst/>
              <a:rect l="l" t="t" r="r" b="b"/>
              <a:pathLst>
                <a:path w="250" h="703" extrusionOk="0">
                  <a:moveTo>
                    <a:pt x="0" y="0"/>
                  </a:moveTo>
                  <a:lnTo>
                    <a:pt x="250" y="0"/>
                  </a:lnTo>
                  <a:lnTo>
                    <a:pt x="250" y="703"/>
                  </a:lnTo>
                  <a:lnTo>
                    <a:pt x="0" y="70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85" name="Google Shape;1185;p13"/>
            <p:cNvSpPr/>
            <p:nvPr/>
          </p:nvSpPr>
          <p:spPr>
            <a:xfrm rot="5400000">
              <a:off x="12324" y="4501851"/>
              <a:ext cx="82606" cy="107288"/>
            </a:xfrm>
            <a:custGeom>
              <a:avLst/>
              <a:gdLst/>
              <a:ahLst/>
              <a:cxnLst/>
              <a:rect l="l" t="t" r="r" b="b"/>
              <a:pathLst>
                <a:path w="250" h="851" extrusionOk="0">
                  <a:moveTo>
                    <a:pt x="0" y="0"/>
                  </a:moveTo>
                  <a:lnTo>
                    <a:pt x="250" y="0"/>
                  </a:lnTo>
                  <a:lnTo>
                    <a:pt x="250" y="851"/>
                  </a:lnTo>
                  <a:lnTo>
                    <a:pt x="0" y="85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86" name="Google Shape;1186;p13"/>
            <p:cNvSpPr/>
            <p:nvPr/>
          </p:nvSpPr>
          <p:spPr>
            <a:xfrm rot="5400000">
              <a:off x="67418" y="4035708"/>
              <a:ext cx="82606" cy="217475"/>
            </a:xfrm>
            <a:custGeom>
              <a:avLst/>
              <a:gdLst/>
              <a:ahLst/>
              <a:cxnLst/>
              <a:rect l="l" t="t" r="r" b="b"/>
              <a:pathLst>
                <a:path w="250" h="1725" extrusionOk="0">
                  <a:moveTo>
                    <a:pt x="0" y="0"/>
                  </a:moveTo>
                  <a:lnTo>
                    <a:pt x="250" y="0"/>
                  </a:lnTo>
                  <a:lnTo>
                    <a:pt x="250" y="1725"/>
                  </a:lnTo>
                  <a:lnTo>
                    <a:pt x="0" y="172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87" name="Google Shape;1187;p13"/>
            <p:cNvSpPr/>
            <p:nvPr/>
          </p:nvSpPr>
          <p:spPr>
            <a:xfrm rot="5400000">
              <a:off x="46427" y="3234269"/>
              <a:ext cx="82606" cy="175493"/>
            </a:xfrm>
            <a:custGeom>
              <a:avLst/>
              <a:gdLst/>
              <a:ahLst/>
              <a:cxnLst/>
              <a:rect l="l" t="t" r="r" b="b"/>
              <a:pathLst>
                <a:path w="250" h="1392" extrusionOk="0">
                  <a:moveTo>
                    <a:pt x="0" y="0"/>
                  </a:moveTo>
                  <a:lnTo>
                    <a:pt x="250" y="0"/>
                  </a:lnTo>
                  <a:lnTo>
                    <a:pt x="250" y="1392"/>
                  </a:lnTo>
                  <a:lnTo>
                    <a:pt x="0" y="139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88" name="Google Shape;1188;p13"/>
            <p:cNvSpPr/>
            <p:nvPr/>
          </p:nvSpPr>
          <p:spPr>
            <a:xfrm rot="5400000">
              <a:off x="32370" y="2151973"/>
              <a:ext cx="82606"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89" name="Google Shape;1189;p13"/>
            <p:cNvSpPr/>
            <p:nvPr/>
          </p:nvSpPr>
          <p:spPr>
            <a:xfrm rot="5400000">
              <a:off x="32306" y="1192479"/>
              <a:ext cx="82606"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90" name="Google Shape;1190;p13"/>
            <p:cNvSpPr/>
            <p:nvPr/>
          </p:nvSpPr>
          <p:spPr>
            <a:xfrm rot="5400000">
              <a:off x="6777" y="943756"/>
              <a:ext cx="82606" cy="96193"/>
            </a:xfrm>
            <a:custGeom>
              <a:avLst/>
              <a:gdLst/>
              <a:ahLst/>
              <a:cxnLst/>
              <a:rect l="l" t="t" r="r" b="b"/>
              <a:pathLst>
                <a:path w="250" h="763" extrusionOk="0">
                  <a:moveTo>
                    <a:pt x="0" y="0"/>
                  </a:moveTo>
                  <a:lnTo>
                    <a:pt x="250" y="0"/>
                  </a:lnTo>
                  <a:lnTo>
                    <a:pt x="250" y="763"/>
                  </a:lnTo>
                  <a:lnTo>
                    <a:pt x="0" y="76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91" name="Google Shape;1191;p13"/>
            <p:cNvSpPr/>
            <p:nvPr/>
          </p:nvSpPr>
          <p:spPr>
            <a:xfrm rot="5400000">
              <a:off x="6549" y="669730"/>
              <a:ext cx="82937" cy="96067"/>
            </a:xfrm>
            <a:custGeom>
              <a:avLst/>
              <a:gdLst/>
              <a:ahLst/>
              <a:cxnLst/>
              <a:rect l="l" t="t" r="r" b="b"/>
              <a:pathLst>
                <a:path w="251" h="762" extrusionOk="0">
                  <a:moveTo>
                    <a:pt x="0" y="0"/>
                  </a:moveTo>
                  <a:lnTo>
                    <a:pt x="251" y="0"/>
                  </a:lnTo>
                  <a:lnTo>
                    <a:pt x="251" y="762"/>
                  </a:lnTo>
                  <a:lnTo>
                    <a:pt x="0" y="76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92" name="Google Shape;1192;p13"/>
            <p:cNvSpPr/>
            <p:nvPr/>
          </p:nvSpPr>
          <p:spPr>
            <a:xfrm rot="5400000">
              <a:off x="38988" y="774417"/>
              <a:ext cx="82606" cy="160616"/>
            </a:xfrm>
            <a:custGeom>
              <a:avLst/>
              <a:gdLst/>
              <a:ahLst/>
              <a:cxnLst/>
              <a:rect l="l" t="t" r="r" b="b"/>
              <a:pathLst>
                <a:path w="250" h="1274" extrusionOk="0">
                  <a:moveTo>
                    <a:pt x="0" y="0"/>
                  </a:moveTo>
                  <a:lnTo>
                    <a:pt x="250" y="0"/>
                  </a:lnTo>
                  <a:lnTo>
                    <a:pt x="250" y="1274"/>
                  </a:lnTo>
                  <a:lnTo>
                    <a:pt x="0" y="127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93" name="Google Shape;1193;p13"/>
            <p:cNvSpPr/>
            <p:nvPr/>
          </p:nvSpPr>
          <p:spPr>
            <a:xfrm rot="5400000">
              <a:off x="-10747" y="1372660"/>
              <a:ext cx="82606"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94" name="Google Shape;1194;p13"/>
            <p:cNvSpPr/>
            <p:nvPr/>
          </p:nvSpPr>
          <p:spPr>
            <a:xfrm rot="5400000">
              <a:off x="-10912" y="1783875"/>
              <a:ext cx="82937" cy="61145"/>
            </a:xfrm>
            <a:custGeom>
              <a:avLst/>
              <a:gdLst/>
              <a:ahLst/>
              <a:cxnLst/>
              <a:rect l="l" t="t" r="r" b="b"/>
              <a:pathLst>
                <a:path w="251" h="485" extrusionOk="0">
                  <a:moveTo>
                    <a:pt x="0" y="0"/>
                  </a:moveTo>
                  <a:lnTo>
                    <a:pt x="251" y="0"/>
                  </a:lnTo>
                  <a:lnTo>
                    <a:pt x="251" y="485"/>
                  </a:lnTo>
                  <a:lnTo>
                    <a:pt x="0" y="48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95" name="Google Shape;1195;p13"/>
            <p:cNvSpPr/>
            <p:nvPr/>
          </p:nvSpPr>
          <p:spPr>
            <a:xfrm rot="5400000">
              <a:off x="-10747" y="2332216"/>
              <a:ext cx="82606"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96" name="Google Shape;1196;p13"/>
            <p:cNvSpPr/>
            <p:nvPr/>
          </p:nvSpPr>
          <p:spPr>
            <a:xfrm rot="5400000">
              <a:off x="73532" y="2932910"/>
              <a:ext cx="82606" cy="229704"/>
            </a:xfrm>
            <a:custGeom>
              <a:avLst/>
              <a:gdLst/>
              <a:ahLst/>
              <a:cxnLst/>
              <a:rect l="l" t="t" r="r" b="b"/>
              <a:pathLst>
                <a:path w="250" h="1822" extrusionOk="0">
                  <a:moveTo>
                    <a:pt x="0" y="0"/>
                  </a:moveTo>
                  <a:lnTo>
                    <a:pt x="250" y="0"/>
                  </a:lnTo>
                  <a:lnTo>
                    <a:pt x="250" y="1822"/>
                  </a:lnTo>
                  <a:lnTo>
                    <a:pt x="0" y="182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97" name="Google Shape;1197;p13"/>
            <p:cNvSpPr/>
            <p:nvPr/>
          </p:nvSpPr>
          <p:spPr>
            <a:xfrm rot="5400000">
              <a:off x="-22283" y="2754471"/>
              <a:ext cx="82606"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98" name="Google Shape;1198;p13"/>
            <p:cNvSpPr/>
            <p:nvPr/>
          </p:nvSpPr>
          <p:spPr>
            <a:xfrm rot="5400000">
              <a:off x="-22448" y="3577067"/>
              <a:ext cx="82937" cy="38074"/>
            </a:xfrm>
            <a:custGeom>
              <a:avLst/>
              <a:gdLst/>
              <a:ahLst/>
              <a:cxnLst/>
              <a:rect l="l" t="t" r="r" b="b"/>
              <a:pathLst>
                <a:path w="251" h="302" extrusionOk="0">
                  <a:moveTo>
                    <a:pt x="0" y="0"/>
                  </a:moveTo>
                  <a:lnTo>
                    <a:pt x="251" y="0"/>
                  </a:lnTo>
                  <a:lnTo>
                    <a:pt x="251" y="302"/>
                  </a:lnTo>
                  <a:lnTo>
                    <a:pt x="0" y="3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99" name="Google Shape;1199;p13"/>
            <p:cNvSpPr/>
            <p:nvPr/>
          </p:nvSpPr>
          <p:spPr>
            <a:xfrm rot="5400000">
              <a:off x="-22283" y="3988282"/>
              <a:ext cx="82606"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00" name="Google Shape;1200;p13"/>
            <p:cNvSpPr/>
            <p:nvPr/>
          </p:nvSpPr>
          <p:spPr>
            <a:xfrm rot="5400000">
              <a:off x="-26065" y="1113724"/>
              <a:ext cx="82606" cy="30510"/>
            </a:xfrm>
            <a:custGeom>
              <a:avLst/>
              <a:gdLst/>
              <a:ahLst/>
              <a:cxnLst/>
              <a:rect l="l" t="t" r="r" b="b"/>
              <a:pathLst>
                <a:path w="250" h="242" extrusionOk="0">
                  <a:moveTo>
                    <a:pt x="0" y="0"/>
                  </a:moveTo>
                  <a:lnTo>
                    <a:pt x="250" y="0"/>
                  </a:lnTo>
                  <a:lnTo>
                    <a:pt x="250" y="242"/>
                  </a:lnTo>
                  <a:lnTo>
                    <a:pt x="0" y="242"/>
                  </a:lnTo>
                  <a:lnTo>
                    <a:pt x="0" y="0"/>
                  </a:lnTo>
                  <a:close/>
                </a:path>
              </a:pathLst>
            </a:custGeom>
            <a:solidFill>
              <a:schemeClr val="lt2"/>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01" name="Google Shape;1201;p13"/>
            <p:cNvSpPr/>
            <p:nvPr/>
          </p:nvSpPr>
          <p:spPr>
            <a:xfrm rot="5400000">
              <a:off x="78071" y="461412"/>
              <a:ext cx="82606" cy="238781"/>
            </a:xfrm>
            <a:custGeom>
              <a:avLst/>
              <a:gdLst/>
              <a:ahLst/>
              <a:cxnLst/>
              <a:rect l="l" t="t" r="r" b="b"/>
              <a:pathLst>
                <a:path w="250" h="1894" extrusionOk="0">
                  <a:moveTo>
                    <a:pt x="0" y="0"/>
                  </a:moveTo>
                  <a:lnTo>
                    <a:pt x="250" y="0"/>
                  </a:lnTo>
                  <a:lnTo>
                    <a:pt x="250" y="1894"/>
                  </a:lnTo>
                  <a:lnTo>
                    <a:pt x="0" y="189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1202"/>
        <p:cNvGrpSpPr/>
        <p:nvPr/>
      </p:nvGrpSpPr>
      <p:grpSpPr>
        <a:xfrm>
          <a:off x="0" y="0"/>
          <a:ext cx="0" cy="0"/>
          <a:chOff x="0" y="0"/>
          <a:chExt cx="0" cy="0"/>
        </a:xfrm>
      </p:grpSpPr>
      <p:grpSp>
        <p:nvGrpSpPr>
          <p:cNvPr id="1203" name="Google Shape;1203;p14"/>
          <p:cNvGrpSpPr/>
          <p:nvPr/>
        </p:nvGrpSpPr>
        <p:grpSpPr>
          <a:xfrm>
            <a:off x="0" y="0"/>
            <a:ext cx="9143995" cy="5143491"/>
            <a:chOff x="0" y="0"/>
            <a:chExt cx="9143995" cy="5143491"/>
          </a:xfrm>
        </p:grpSpPr>
        <p:sp>
          <p:nvSpPr>
            <p:cNvPr id="1204" name="Google Shape;1204;p14"/>
            <p:cNvSpPr/>
            <p:nvPr/>
          </p:nvSpPr>
          <p:spPr>
            <a:xfrm>
              <a:off x="0" y="19319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05" name="Google Shape;1205;p14"/>
            <p:cNvSpPr/>
            <p:nvPr/>
          </p:nvSpPr>
          <p:spPr>
            <a:xfrm>
              <a:off x="0" y="401120"/>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06" name="Google Shape;1206;p14"/>
            <p:cNvSpPr/>
            <p:nvPr/>
          </p:nvSpPr>
          <p:spPr>
            <a:xfrm>
              <a:off x="0" y="60904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07" name="Google Shape;1207;p14"/>
            <p:cNvSpPr/>
            <p:nvPr/>
          </p:nvSpPr>
          <p:spPr>
            <a:xfrm>
              <a:off x="0" y="81697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08" name="Google Shape;1208;p14"/>
            <p:cNvSpPr/>
            <p:nvPr/>
          </p:nvSpPr>
          <p:spPr>
            <a:xfrm>
              <a:off x="0" y="102408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09" name="Google Shape;1209;p14"/>
            <p:cNvSpPr/>
            <p:nvPr/>
          </p:nvSpPr>
          <p:spPr>
            <a:xfrm>
              <a:off x="0" y="123201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10" name="Google Shape;1210;p14"/>
            <p:cNvSpPr/>
            <p:nvPr/>
          </p:nvSpPr>
          <p:spPr>
            <a:xfrm>
              <a:off x="0" y="143994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11" name="Google Shape;1211;p14"/>
            <p:cNvSpPr/>
            <p:nvPr/>
          </p:nvSpPr>
          <p:spPr>
            <a:xfrm>
              <a:off x="0" y="164786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12" name="Google Shape;1212;p14"/>
            <p:cNvSpPr/>
            <p:nvPr/>
          </p:nvSpPr>
          <p:spPr>
            <a:xfrm>
              <a:off x="0" y="1854977"/>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13" name="Google Shape;1213;p14"/>
            <p:cNvSpPr/>
            <p:nvPr/>
          </p:nvSpPr>
          <p:spPr>
            <a:xfrm>
              <a:off x="0" y="206290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14" name="Google Shape;1214;p14"/>
            <p:cNvSpPr/>
            <p:nvPr/>
          </p:nvSpPr>
          <p:spPr>
            <a:xfrm>
              <a:off x="0" y="227083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15" name="Google Shape;1215;p14"/>
            <p:cNvSpPr/>
            <p:nvPr/>
          </p:nvSpPr>
          <p:spPr>
            <a:xfrm>
              <a:off x="0" y="247876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16" name="Google Shape;1216;p14"/>
            <p:cNvSpPr/>
            <p:nvPr/>
          </p:nvSpPr>
          <p:spPr>
            <a:xfrm>
              <a:off x="0" y="268668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17" name="Google Shape;1217;p14"/>
            <p:cNvSpPr/>
            <p:nvPr/>
          </p:nvSpPr>
          <p:spPr>
            <a:xfrm>
              <a:off x="0" y="289461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18" name="Google Shape;1218;p14"/>
            <p:cNvSpPr/>
            <p:nvPr/>
          </p:nvSpPr>
          <p:spPr>
            <a:xfrm>
              <a:off x="0" y="3102544"/>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19" name="Google Shape;1219;p14"/>
            <p:cNvSpPr/>
            <p:nvPr/>
          </p:nvSpPr>
          <p:spPr>
            <a:xfrm>
              <a:off x="0" y="330965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20" name="Google Shape;1220;p14"/>
            <p:cNvSpPr/>
            <p:nvPr/>
          </p:nvSpPr>
          <p:spPr>
            <a:xfrm>
              <a:off x="0" y="351758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21" name="Google Shape;1221;p14"/>
            <p:cNvSpPr/>
            <p:nvPr/>
          </p:nvSpPr>
          <p:spPr>
            <a:xfrm>
              <a:off x="0" y="372550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22" name="Google Shape;1222;p14"/>
            <p:cNvSpPr/>
            <p:nvPr/>
          </p:nvSpPr>
          <p:spPr>
            <a:xfrm>
              <a:off x="0" y="393343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23" name="Google Shape;1223;p14"/>
            <p:cNvSpPr/>
            <p:nvPr/>
          </p:nvSpPr>
          <p:spPr>
            <a:xfrm>
              <a:off x="0" y="414054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24" name="Google Shape;1224;p14"/>
            <p:cNvSpPr/>
            <p:nvPr/>
          </p:nvSpPr>
          <p:spPr>
            <a:xfrm>
              <a:off x="0" y="434847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25" name="Google Shape;1225;p14"/>
            <p:cNvSpPr/>
            <p:nvPr/>
          </p:nvSpPr>
          <p:spPr>
            <a:xfrm>
              <a:off x="0" y="455640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26" name="Google Shape;1226;p14"/>
            <p:cNvSpPr/>
            <p:nvPr/>
          </p:nvSpPr>
          <p:spPr>
            <a:xfrm>
              <a:off x="0" y="476432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27" name="Google Shape;1227;p14"/>
            <p:cNvSpPr/>
            <p:nvPr/>
          </p:nvSpPr>
          <p:spPr>
            <a:xfrm>
              <a:off x="0" y="497225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28" name="Google Shape;1228;p14"/>
            <p:cNvSpPr/>
            <p:nvPr/>
          </p:nvSpPr>
          <p:spPr>
            <a:xfrm>
              <a:off x="86768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29" name="Google Shape;1229;p14"/>
            <p:cNvSpPr/>
            <p:nvPr/>
          </p:nvSpPr>
          <p:spPr>
            <a:xfrm>
              <a:off x="847046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30" name="Google Shape;1230;p14"/>
            <p:cNvSpPr/>
            <p:nvPr/>
          </p:nvSpPr>
          <p:spPr>
            <a:xfrm>
              <a:off x="826327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31" name="Google Shape;1231;p14"/>
            <p:cNvSpPr/>
            <p:nvPr/>
          </p:nvSpPr>
          <p:spPr>
            <a:xfrm>
              <a:off x="805608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32" name="Google Shape;1232;p14"/>
            <p:cNvSpPr/>
            <p:nvPr/>
          </p:nvSpPr>
          <p:spPr>
            <a:xfrm>
              <a:off x="78488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33" name="Google Shape;1233;p14"/>
            <p:cNvSpPr/>
            <p:nvPr/>
          </p:nvSpPr>
          <p:spPr>
            <a:xfrm>
              <a:off x="764169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34" name="Google Shape;1234;p14"/>
            <p:cNvSpPr/>
            <p:nvPr/>
          </p:nvSpPr>
          <p:spPr>
            <a:xfrm>
              <a:off x="74345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35" name="Google Shape;1235;p14"/>
            <p:cNvSpPr/>
            <p:nvPr/>
          </p:nvSpPr>
          <p:spPr>
            <a:xfrm>
              <a:off x="722730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36" name="Google Shape;1236;p14"/>
            <p:cNvSpPr/>
            <p:nvPr/>
          </p:nvSpPr>
          <p:spPr>
            <a:xfrm>
              <a:off x="702093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37" name="Google Shape;1237;p14"/>
            <p:cNvSpPr/>
            <p:nvPr/>
          </p:nvSpPr>
          <p:spPr>
            <a:xfrm>
              <a:off x="68137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38" name="Google Shape;1238;p14"/>
            <p:cNvSpPr/>
            <p:nvPr/>
          </p:nvSpPr>
          <p:spPr>
            <a:xfrm>
              <a:off x="66065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39" name="Google Shape;1239;p14"/>
            <p:cNvSpPr/>
            <p:nvPr/>
          </p:nvSpPr>
          <p:spPr>
            <a:xfrm>
              <a:off x="639934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40" name="Google Shape;1240;p14"/>
            <p:cNvSpPr/>
            <p:nvPr/>
          </p:nvSpPr>
          <p:spPr>
            <a:xfrm>
              <a:off x="619297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41" name="Google Shape;1241;p14"/>
            <p:cNvSpPr/>
            <p:nvPr/>
          </p:nvSpPr>
          <p:spPr>
            <a:xfrm>
              <a:off x="598577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42" name="Google Shape;1242;p14"/>
            <p:cNvSpPr/>
            <p:nvPr/>
          </p:nvSpPr>
          <p:spPr>
            <a:xfrm>
              <a:off x="577858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43" name="Google Shape;1243;p14"/>
            <p:cNvSpPr/>
            <p:nvPr/>
          </p:nvSpPr>
          <p:spPr>
            <a:xfrm>
              <a:off x="55713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44" name="Google Shape;1244;p14"/>
            <p:cNvSpPr/>
            <p:nvPr/>
          </p:nvSpPr>
          <p:spPr>
            <a:xfrm>
              <a:off x="536501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45" name="Google Shape;1245;p14"/>
            <p:cNvSpPr/>
            <p:nvPr/>
          </p:nvSpPr>
          <p:spPr>
            <a:xfrm>
              <a:off x="515863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46" name="Google Shape;1246;p14"/>
            <p:cNvSpPr/>
            <p:nvPr/>
          </p:nvSpPr>
          <p:spPr>
            <a:xfrm>
              <a:off x="495144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47" name="Google Shape;1247;p14"/>
            <p:cNvSpPr/>
            <p:nvPr/>
          </p:nvSpPr>
          <p:spPr>
            <a:xfrm>
              <a:off x="47442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48" name="Google Shape;1248;p14"/>
            <p:cNvSpPr/>
            <p:nvPr/>
          </p:nvSpPr>
          <p:spPr>
            <a:xfrm>
              <a:off x="453705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49" name="Google Shape;1249;p14"/>
            <p:cNvSpPr/>
            <p:nvPr/>
          </p:nvSpPr>
          <p:spPr>
            <a:xfrm>
              <a:off x="432986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50" name="Google Shape;1250;p14"/>
            <p:cNvSpPr/>
            <p:nvPr/>
          </p:nvSpPr>
          <p:spPr>
            <a:xfrm>
              <a:off x="412266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51" name="Google Shape;1251;p14"/>
            <p:cNvSpPr/>
            <p:nvPr/>
          </p:nvSpPr>
          <p:spPr>
            <a:xfrm>
              <a:off x="39162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52" name="Google Shape;1252;p14"/>
            <p:cNvSpPr/>
            <p:nvPr/>
          </p:nvSpPr>
          <p:spPr>
            <a:xfrm>
              <a:off x="370909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53" name="Google Shape;1253;p14"/>
            <p:cNvSpPr/>
            <p:nvPr/>
          </p:nvSpPr>
          <p:spPr>
            <a:xfrm>
              <a:off x="35019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54" name="Google Shape;1254;p14"/>
            <p:cNvSpPr/>
            <p:nvPr/>
          </p:nvSpPr>
          <p:spPr>
            <a:xfrm>
              <a:off x="329470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55" name="Google Shape;1255;p14"/>
            <p:cNvSpPr/>
            <p:nvPr/>
          </p:nvSpPr>
          <p:spPr>
            <a:xfrm>
              <a:off x="308751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56" name="Google Shape;1256;p14"/>
            <p:cNvSpPr/>
            <p:nvPr/>
          </p:nvSpPr>
          <p:spPr>
            <a:xfrm>
              <a:off x="28811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57" name="Google Shape;1257;p14"/>
            <p:cNvSpPr/>
            <p:nvPr/>
          </p:nvSpPr>
          <p:spPr>
            <a:xfrm>
              <a:off x="26739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58" name="Google Shape;1258;p14"/>
            <p:cNvSpPr/>
            <p:nvPr/>
          </p:nvSpPr>
          <p:spPr>
            <a:xfrm>
              <a:off x="246674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59" name="Google Shape;1259;p14"/>
            <p:cNvSpPr/>
            <p:nvPr/>
          </p:nvSpPr>
          <p:spPr>
            <a:xfrm>
              <a:off x="225955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60" name="Google Shape;1260;p14"/>
            <p:cNvSpPr/>
            <p:nvPr/>
          </p:nvSpPr>
          <p:spPr>
            <a:xfrm>
              <a:off x="205236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61" name="Google Shape;1261;p14"/>
            <p:cNvSpPr/>
            <p:nvPr/>
          </p:nvSpPr>
          <p:spPr>
            <a:xfrm>
              <a:off x="184598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62" name="Google Shape;1262;p14"/>
            <p:cNvSpPr/>
            <p:nvPr/>
          </p:nvSpPr>
          <p:spPr>
            <a:xfrm>
              <a:off x="16387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63" name="Google Shape;1263;p14"/>
            <p:cNvSpPr/>
            <p:nvPr/>
          </p:nvSpPr>
          <p:spPr>
            <a:xfrm>
              <a:off x="143159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64" name="Google Shape;1264;p14"/>
            <p:cNvSpPr/>
            <p:nvPr/>
          </p:nvSpPr>
          <p:spPr>
            <a:xfrm>
              <a:off x="122440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65" name="Google Shape;1265;p14"/>
            <p:cNvSpPr/>
            <p:nvPr/>
          </p:nvSpPr>
          <p:spPr>
            <a:xfrm>
              <a:off x="101720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66" name="Google Shape;1266;p14"/>
            <p:cNvSpPr/>
            <p:nvPr/>
          </p:nvSpPr>
          <p:spPr>
            <a:xfrm>
              <a:off x="81001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67" name="Google Shape;1267;p14"/>
            <p:cNvSpPr/>
            <p:nvPr/>
          </p:nvSpPr>
          <p:spPr>
            <a:xfrm>
              <a:off x="60363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68" name="Google Shape;1268;p14"/>
            <p:cNvSpPr/>
            <p:nvPr/>
          </p:nvSpPr>
          <p:spPr>
            <a:xfrm>
              <a:off x="39644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69" name="Google Shape;1269;p14"/>
            <p:cNvSpPr/>
            <p:nvPr/>
          </p:nvSpPr>
          <p:spPr>
            <a:xfrm>
              <a:off x="18925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70" name="Google Shape;1270;p14"/>
            <p:cNvSpPr/>
            <p:nvPr/>
          </p:nvSpPr>
          <p:spPr>
            <a:xfrm>
              <a:off x="8716176" y="19320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71" name="Google Shape;1271;p14"/>
            <p:cNvSpPr/>
            <p:nvPr/>
          </p:nvSpPr>
          <p:spPr>
            <a:xfrm>
              <a:off x="8716176" y="40112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72" name="Google Shape;1272;p14"/>
            <p:cNvSpPr/>
            <p:nvPr/>
          </p:nvSpPr>
          <p:spPr>
            <a:xfrm>
              <a:off x="8716176" y="60905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73" name="Google Shape;1273;p14"/>
            <p:cNvSpPr/>
            <p:nvPr/>
          </p:nvSpPr>
          <p:spPr>
            <a:xfrm>
              <a:off x="8716176" y="81698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74" name="Google Shape;1274;p14"/>
            <p:cNvSpPr/>
            <p:nvPr/>
          </p:nvSpPr>
          <p:spPr>
            <a:xfrm>
              <a:off x="8716176" y="102409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75" name="Google Shape;1275;p14"/>
            <p:cNvSpPr/>
            <p:nvPr/>
          </p:nvSpPr>
          <p:spPr>
            <a:xfrm>
              <a:off x="8716176" y="123201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76" name="Google Shape;1276;p14"/>
            <p:cNvSpPr/>
            <p:nvPr/>
          </p:nvSpPr>
          <p:spPr>
            <a:xfrm>
              <a:off x="8716176" y="143994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77" name="Google Shape;1277;p14"/>
            <p:cNvSpPr/>
            <p:nvPr/>
          </p:nvSpPr>
          <p:spPr>
            <a:xfrm>
              <a:off x="8716176" y="164787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78" name="Google Shape;1278;p14"/>
            <p:cNvSpPr/>
            <p:nvPr/>
          </p:nvSpPr>
          <p:spPr>
            <a:xfrm>
              <a:off x="8716176" y="185498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79" name="Google Shape;1279;p14"/>
            <p:cNvSpPr/>
            <p:nvPr/>
          </p:nvSpPr>
          <p:spPr>
            <a:xfrm>
              <a:off x="8716176" y="206290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80" name="Google Shape;1280;p14"/>
            <p:cNvSpPr/>
            <p:nvPr/>
          </p:nvSpPr>
          <p:spPr>
            <a:xfrm>
              <a:off x="8716176" y="227083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81" name="Google Shape;1281;p14"/>
            <p:cNvSpPr/>
            <p:nvPr/>
          </p:nvSpPr>
          <p:spPr>
            <a:xfrm>
              <a:off x="8716176" y="247876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82" name="Google Shape;1282;p14"/>
            <p:cNvSpPr/>
            <p:nvPr/>
          </p:nvSpPr>
          <p:spPr>
            <a:xfrm>
              <a:off x="8716176" y="268668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83" name="Google Shape;1283;p14"/>
            <p:cNvSpPr/>
            <p:nvPr/>
          </p:nvSpPr>
          <p:spPr>
            <a:xfrm>
              <a:off x="8716176" y="289461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84" name="Google Shape;1284;p14"/>
            <p:cNvSpPr/>
            <p:nvPr/>
          </p:nvSpPr>
          <p:spPr>
            <a:xfrm>
              <a:off x="8716176" y="310254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85" name="Google Shape;1285;p14"/>
            <p:cNvSpPr/>
            <p:nvPr/>
          </p:nvSpPr>
          <p:spPr>
            <a:xfrm>
              <a:off x="8716176" y="330965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86" name="Google Shape;1286;p14"/>
            <p:cNvSpPr/>
            <p:nvPr/>
          </p:nvSpPr>
          <p:spPr>
            <a:xfrm>
              <a:off x="8716176" y="351757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87" name="Google Shape;1287;p14"/>
            <p:cNvSpPr/>
            <p:nvPr/>
          </p:nvSpPr>
          <p:spPr>
            <a:xfrm>
              <a:off x="8716176" y="372550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88" name="Google Shape;1288;p14"/>
            <p:cNvSpPr/>
            <p:nvPr/>
          </p:nvSpPr>
          <p:spPr>
            <a:xfrm>
              <a:off x="8716176" y="393343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89" name="Google Shape;1289;p14"/>
            <p:cNvSpPr/>
            <p:nvPr/>
          </p:nvSpPr>
          <p:spPr>
            <a:xfrm>
              <a:off x="8716176" y="414054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90" name="Google Shape;1290;p14"/>
            <p:cNvSpPr/>
            <p:nvPr/>
          </p:nvSpPr>
          <p:spPr>
            <a:xfrm>
              <a:off x="8716176" y="434846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91" name="Google Shape;1291;p14"/>
            <p:cNvSpPr/>
            <p:nvPr/>
          </p:nvSpPr>
          <p:spPr>
            <a:xfrm>
              <a:off x="8716176" y="455639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92" name="Google Shape;1292;p14"/>
            <p:cNvSpPr/>
            <p:nvPr/>
          </p:nvSpPr>
          <p:spPr>
            <a:xfrm>
              <a:off x="8716176" y="476432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93" name="Google Shape;1293;p14"/>
            <p:cNvSpPr/>
            <p:nvPr/>
          </p:nvSpPr>
          <p:spPr>
            <a:xfrm>
              <a:off x="8716176" y="497225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94" name="Google Shape;1294;p14"/>
            <p:cNvSpPr/>
            <p:nvPr/>
          </p:nvSpPr>
          <p:spPr>
            <a:xfrm>
              <a:off x="907150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95" name="Google Shape;1295;p14"/>
            <p:cNvSpPr/>
            <p:nvPr/>
          </p:nvSpPr>
          <p:spPr>
            <a:xfrm>
              <a:off x="886430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sp>
        <p:nvSpPr>
          <p:cNvPr id="1296" name="Google Shape;1296;p1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97" name="Google Shape;1297;p14"/>
          <p:cNvSpPr/>
          <p:nvPr/>
        </p:nvSpPr>
        <p:spPr>
          <a:xfrm>
            <a:off x="8563634" y="710541"/>
            <a:ext cx="63179" cy="41638"/>
          </a:xfrm>
          <a:custGeom>
            <a:avLst/>
            <a:gdLst/>
            <a:ahLst/>
            <a:cxnLst/>
            <a:rect l="l" t="t" r="r" b="b"/>
            <a:pathLst>
              <a:path w="250" h="482" extrusionOk="0">
                <a:moveTo>
                  <a:pt x="0" y="0"/>
                </a:moveTo>
                <a:lnTo>
                  <a:pt x="250" y="0"/>
                </a:lnTo>
                <a:lnTo>
                  <a:pt x="250" y="482"/>
                </a:lnTo>
                <a:lnTo>
                  <a:pt x="0" y="48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98" name="Google Shape;1298;p14"/>
          <p:cNvSpPr/>
          <p:nvPr/>
        </p:nvSpPr>
        <p:spPr>
          <a:xfrm>
            <a:off x="8975951" y="687186"/>
            <a:ext cx="63431" cy="88372"/>
          </a:xfrm>
          <a:custGeom>
            <a:avLst/>
            <a:gdLst/>
            <a:ahLst/>
            <a:cxnLst/>
            <a:rect l="l" t="t" r="r" b="b"/>
            <a:pathLst>
              <a:path w="251" h="1023" extrusionOk="0">
                <a:moveTo>
                  <a:pt x="0" y="0"/>
                </a:moveTo>
                <a:lnTo>
                  <a:pt x="251" y="0"/>
                </a:lnTo>
                <a:lnTo>
                  <a:pt x="251" y="1023"/>
                </a:lnTo>
                <a:lnTo>
                  <a:pt x="0" y="10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99" name="Google Shape;1299;p14"/>
          <p:cNvSpPr/>
          <p:nvPr/>
        </p:nvSpPr>
        <p:spPr>
          <a:xfrm>
            <a:off x="8871327" y="701008"/>
            <a:ext cx="63179" cy="60729"/>
          </a:xfrm>
          <a:custGeom>
            <a:avLst/>
            <a:gdLst/>
            <a:ahLst/>
            <a:cxnLst/>
            <a:rect l="l" t="t" r="r" b="b"/>
            <a:pathLst>
              <a:path w="250" h="703" extrusionOk="0">
                <a:moveTo>
                  <a:pt x="0" y="0"/>
                </a:moveTo>
                <a:lnTo>
                  <a:pt x="250" y="0"/>
                </a:lnTo>
                <a:lnTo>
                  <a:pt x="250" y="703"/>
                </a:lnTo>
                <a:lnTo>
                  <a:pt x="0" y="70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0" name="Google Shape;1300;p14"/>
          <p:cNvSpPr/>
          <p:nvPr/>
        </p:nvSpPr>
        <p:spPr>
          <a:xfrm>
            <a:off x="9080828" y="694615"/>
            <a:ext cx="63179" cy="73514"/>
          </a:xfrm>
          <a:custGeom>
            <a:avLst/>
            <a:gdLst/>
            <a:ahLst/>
            <a:cxnLst/>
            <a:rect l="l" t="t" r="r" b="b"/>
            <a:pathLst>
              <a:path w="250" h="851" extrusionOk="0">
                <a:moveTo>
                  <a:pt x="0" y="0"/>
                </a:moveTo>
                <a:lnTo>
                  <a:pt x="250" y="0"/>
                </a:lnTo>
                <a:lnTo>
                  <a:pt x="250" y="851"/>
                </a:lnTo>
                <a:lnTo>
                  <a:pt x="0" y="85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1" name="Google Shape;1301;p14"/>
          <p:cNvSpPr/>
          <p:nvPr/>
        </p:nvSpPr>
        <p:spPr>
          <a:xfrm>
            <a:off x="8766450" y="656865"/>
            <a:ext cx="63179" cy="149014"/>
          </a:xfrm>
          <a:custGeom>
            <a:avLst/>
            <a:gdLst/>
            <a:ahLst/>
            <a:cxnLst/>
            <a:rect l="l" t="t" r="r" b="b"/>
            <a:pathLst>
              <a:path w="250" h="1725" extrusionOk="0">
                <a:moveTo>
                  <a:pt x="0" y="0"/>
                </a:moveTo>
                <a:lnTo>
                  <a:pt x="250" y="0"/>
                </a:lnTo>
                <a:lnTo>
                  <a:pt x="250" y="1725"/>
                </a:lnTo>
                <a:lnTo>
                  <a:pt x="0" y="172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2" name="Google Shape;1302;p14"/>
          <p:cNvSpPr/>
          <p:nvPr/>
        </p:nvSpPr>
        <p:spPr>
          <a:xfrm>
            <a:off x="524121" y="680926"/>
            <a:ext cx="63179" cy="100898"/>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3" name="Google Shape;1303;p14"/>
          <p:cNvSpPr/>
          <p:nvPr/>
        </p:nvSpPr>
        <p:spPr>
          <a:xfrm>
            <a:off x="314367" y="698419"/>
            <a:ext cx="63179" cy="65912"/>
          </a:xfrm>
          <a:custGeom>
            <a:avLst/>
            <a:gdLst/>
            <a:ahLst/>
            <a:cxnLst/>
            <a:rect l="l" t="t" r="r" b="b"/>
            <a:pathLst>
              <a:path w="250" h="763" extrusionOk="0">
                <a:moveTo>
                  <a:pt x="0" y="0"/>
                </a:moveTo>
                <a:lnTo>
                  <a:pt x="250" y="0"/>
                </a:lnTo>
                <a:lnTo>
                  <a:pt x="250" y="763"/>
                </a:lnTo>
                <a:lnTo>
                  <a:pt x="0" y="76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4" name="Google Shape;1304;p14"/>
          <p:cNvSpPr/>
          <p:nvPr/>
        </p:nvSpPr>
        <p:spPr>
          <a:xfrm>
            <a:off x="104613" y="698462"/>
            <a:ext cx="63431" cy="65825"/>
          </a:xfrm>
          <a:custGeom>
            <a:avLst/>
            <a:gdLst/>
            <a:ahLst/>
            <a:cxnLst/>
            <a:rect l="l" t="t" r="r" b="b"/>
            <a:pathLst>
              <a:path w="251" h="762" extrusionOk="0">
                <a:moveTo>
                  <a:pt x="0" y="0"/>
                </a:moveTo>
                <a:lnTo>
                  <a:pt x="251" y="0"/>
                </a:lnTo>
                <a:lnTo>
                  <a:pt x="251" y="762"/>
                </a:lnTo>
                <a:lnTo>
                  <a:pt x="0" y="76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5" name="Google Shape;1305;p14"/>
          <p:cNvSpPr/>
          <p:nvPr/>
        </p:nvSpPr>
        <p:spPr>
          <a:xfrm>
            <a:off x="209490" y="676348"/>
            <a:ext cx="63179" cy="110054"/>
          </a:xfrm>
          <a:custGeom>
            <a:avLst/>
            <a:gdLst/>
            <a:ahLst/>
            <a:cxnLst/>
            <a:rect l="l" t="t" r="r" b="b"/>
            <a:pathLst>
              <a:path w="250" h="1274" extrusionOk="0">
                <a:moveTo>
                  <a:pt x="0" y="0"/>
                </a:moveTo>
                <a:lnTo>
                  <a:pt x="250" y="0"/>
                </a:lnTo>
                <a:lnTo>
                  <a:pt x="250" y="1274"/>
                </a:lnTo>
                <a:lnTo>
                  <a:pt x="0" y="127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6" name="Google Shape;1306;p14"/>
          <p:cNvSpPr/>
          <p:nvPr/>
        </p:nvSpPr>
        <p:spPr>
          <a:xfrm>
            <a:off x="8661573" y="718328"/>
            <a:ext cx="63179" cy="26088"/>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7" name="Google Shape;1307;p14"/>
          <p:cNvSpPr/>
          <p:nvPr/>
        </p:nvSpPr>
        <p:spPr>
          <a:xfrm>
            <a:off x="419244" y="720922"/>
            <a:ext cx="63179" cy="20905"/>
          </a:xfrm>
          <a:custGeom>
            <a:avLst/>
            <a:gdLst/>
            <a:ahLst/>
            <a:cxnLst/>
            <a:rect l="l" t="t" r="r" b="b"/>
            <a:pathLst>
              <a:path w="250" h="242" extrusionOk="0">
                <a:moveTo>
                  <a:pt x="0" y="0"/>
                </a:moveTo>
                <a:lnTo>
                  <a:pt x="250" y="0"/>
                </a:lnTo>
                <a:lnTo>
                  <a:pt x="250" y="242"/>
                </a:lnTo>
                <a:lnTo>
                  <a:pt x="0" y="242"/>
                </a:lnTo>
                <a:lnTo>
                  <a:pt x="0" y="0"/>
                </a:lnTo>
                <a:close/>
              </a:path>
            </a:pathLst>
          </a:custGeom>
          <a:solidFill>
            <a:schemeClr val="accent1"/>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8" name="Google Shape;1308;p14"/>
          <p:cNvSpPr/>
          <p:nvPr/>
        </p:nvSpPr>
        <p:spPr>
          <a:xfrm>
            <a:off x="-11" y="649568"/>
            <a:ext cx="63179" cy="163613"/>
          </a:xfrm>
          <a:custGeom>
            <a:avLst/>
            <a:gdLst/>
            <a:ahLst/>
            <a:cxnLst/>
            <a:rect l="l" t="t" r="r" b="b"/>
            <a:pathLst>
              <a:path w="250" h="1894" extrusionOk="0">
                <a:moveTo>
                  <a:pt x="0" y="0"/>
                </a:moveTo>
                <a:lnTo>
                  <a:pt x="250" y="0"/>
                </a:lnTo>
                <a:lnTo>
                  <a:pt x="250" y="1894"/>
                </a:lnTo>
                <a:lnTo>
                  <a:pt x="0" y="189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3">
  <p:cSld name="TITLE_ONLY_3">
    <p:spTree>
      <p:nvGrpSpPr>
        <p:cNvPr id="1" name="Shape 1309"/>
        <p:cNvGrpSpPr/>
        <p:nvPr/>
      </p:nvGrpSpPr>
      <p:grpSpPr>
        <a:xfrm>
          <a:off x="0" y="0"/>
          <a:ext cx="0" cy="0"/>
          <a:chOff x="0" y="0"/>
          <a:chExt cx="0" cy="0"/>
        </a:xfrm>
      </p:grpSpPr>
      <p:grpSp>
        <p:nvGrpSpPr>
          <p:cNvPr id="1310" name="Google Shape;1310;p15"/>
          <p:cNvGrpSpPr/>
          <p:nvPr/>
        </p:nvGrpSpPr>
        <p:grpSpPr>
          <a:xfrm>
            <a:off x="0" y="0"/>
            <a:ext cx="9143995" cy="5143491"/>
            <a:chOff x="0" y="0"/>
            <a:chExt cx="9143995" cy="5143491"/>
          </a:xfrm>
        </p:grpSpPr>
        <p:sp>
          <p:nvSpPr>
            <p:cNvPr id="1311" name="Google Shape;1311;p15"/>
            <p:cNvSpPr/>
            <p:nvPr/>
          </p:nvSpPr>
          <p:spPr>
            <a:xfrm>
              <a:off x="0" y="19319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12" name="Google Shape;1312;p15"/>
            <p:cNvSpPr/>
            <p:nvPr/>
          </p:nvSpPr>
          <p:spPr>
            <a:xfrm>
              <a:off x="0" y="401120"/>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13" name="Google Shape;1313;p15"/>
            <p:cNvSpPr/>
            <p:nvPr/>
          </p:nvSpPr>
          <p:spPr>
            <a:xfrm>
              <a:off x="0" y="60904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14" name="Google Shape;1314;p15"/>
            <p:cNvSpPr/>
            <p:nvPr/>
          </p:nvSpPr>
          <p:spPr>
            <a:xfrm>
              <a:off x="0" y="81697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15" name="Google Shape;1315;p15"/>
            <p:cNvSpPr/>
            <p:nvPr/>
          </p:nvSpPr>
          <p:spPr>
            <a:xfrm>
              <a:off x="0" y="102408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16" name="Google Shape;1316;p15"/>
            <p:cNvSpPr/>
            <p:nvPr/>
          </p:nvSpPr>
          <p:spPr>
            <a:xfrm>
              <a:off x="0" y="123201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17" name="Google Shape;1317;p15"/>
            <p:cNvSpPr/>
            <p:nvPr/>
          </p:nvSpPr>
          <p:spPr>
            <a:xfrm>
              <a:off x="0" y="143994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18" name="Google Shape;1318;p15"/>
            <p:cNvSpPr/>
            <p:nvPr/>
          </p:nvSpPr>
          <p:spPr>
            <a:xfrm>
              <a:off x="0" y="164786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19" name="Google Shape;1319;p15"/>
            <p:cNvSpPr/>
            <p:nvPr/>
          </p:nvSpPr>
          <p:spPr>
            <a:xfrm>
              <a:off x="0" y="1854977"/>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20" name="Google Shape;1320;p15"/>
            <p:cNvSpPr/>
            <p:nvPr/>
          </p:nvSpPr>
          <p:spPr>
            <a:xfrm>
              <a:off x="0" y="206290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21" name="Google Shape;1321;p15"/>
            <p:cNvSpPr/>
            <p:nvPr/>
          </p:nvSpPr>
          <p:spPr>
            <a:xfrm>
              <a:off x="0" y="227083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22" name="Google Shape;1322;p15"/>
            <p:cNvSpPr/>
            <p:nvPr/>
          </p:nvSpPr>
          <p:spPr>
            <a:xfrm>
              <a:off x="0" y="247876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23" name="Google Shape;1323;p15"/>
            <p:cNvSpPr/>
            <p:nvPr/>
          </p:nvSpPr>
          <p:spPr>
            <a:xfrm>
              <a:off x="0" y="268668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24" name="Google Shape;1324;p15"/>
            <p:cNvSpPr/>
            <p:nvPr/>
          </p:nvSpPr>
          <p:spPr>
            <a:xfrm>
              <a:off x="0" y="289461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25" name="Google Shape;1325;p15"/>
            <p:cNvSpPr/>
            <p:nvPr/>
          </p:nvSpPr>
          <p:spPr>
            <a:xfrm>
              <a:off x="0" y="3102544"/>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26" name="Google Shape;1326;p15"/>
            <p:cNvSpPr/>
            <p:nvPr/>
          </p:nvSpPr>
          <p:spPr>
            <a:xfrm>
              <a:off x="0" y="330965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27" name="Google Shape;1327;p15"/>
            <p:cNvSpPr/>
            <p:nvPr/>
          </p:nvSpPr>
          <p:spPr>
            <a:xfrm>
              <a:off x="0" y="351758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28" name="Google Shape;1328;p15"/>
            <p:cNvSpPr/>
            <p:nvPr/>
          </p:nvSpPr>
          <p:spPr>
            <a:xfrm>
              <a:off x="0" y="372550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29" name="Google Shape;1329;p15"/>
            <p:cNvSpPr/>
            <p:nvPr/>
          </p:nvSpPr>
          <p:spPr>
            <a:xfrm>
              <a:off x="0" y="393343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30" name="Google Shape;1330;p15"/>
            <p:cNvSpPr/>
            <p:nvPr/>
          </p:nvSpPr>
          <p:spPr>
            <a:xfrm>
              <a:off x="0" y="414054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31" name="Google Shape;1331;p15"/>
            <p:cNvSpPr/>
            <p:nvPr/>
          </p:nvSpPr>
          <p:spPr>
            <a:xfrm>
              <a:off x="0" y="434847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32" name="Google Shape;1332;p15"/>
            <p:cNvSpPr/>
            <p:nvPr/>
          </p:nvSpPr>
          <p:spPr>
            <a:xfrm>
              <a:off x="0" y="455640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33" name="Google Shape;1333;p15"/>
            <p:cNvSpPr/>
            <p:nvPr/>
          </p:nvSpPr>
          <p:spPr>
            <a:xfrm>
              <a:off x="0" y="476432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34" name="Google Shape;1334;p15"/>
            <p:cNvSpPr/>
            <p:nvPr/>
          </p:nvSpPr>
          <p:spPr>
            <a:xfrm>
              <a:off x="0" y="497225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35" name="Google Shape;1335;p15"/>
            <p:cNvSpPr/>
            <p:nvPr/>
          </p:nvSpPr>
          <p:spPr>
            <a:xfrm>
              <a:off x="86768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36" name="Google Shape;1336;p15"/>
            <p:cNvSpPr/>
            <p:nvPr/>
          </p:nvSpPr>
          <p:spPr>
            <a:xfrm>
              <a:off x="847046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37" name="Google Shape;1337;p15"/>
            <p:cNvSpPr/>
            <p:nvPr/>
          </p:nvSpPr>
          <p:spPr>
            <a:xfrm>
              <a:off x="826327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38" name="Google Shape;1338;p15"/>
            <p:cNvSpPr/>
            <p:nvPr/>
          </p:nvSpPr>
          <p:spPr>
            <a:xfrm>
              <a:off x="805608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39" name="Google Shape;1339;p15"/>
            <p:cNvSpPr/>
            <p:nvPr/>
          </p:nvSpPr>
          <p:spPr>
            <a:xfrm>
              <a:off x="78488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40" name="Google Shape;1340;p15"/>
            <p:cNvSpPr/>
            <p:nvPr/>
          </p:nvSpPr>
          <p:spPr>
            <a:xfrm>
              <a:off x="764169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41" name="Google Shape;1341;p15"/>
            <p:cNvSpPr/>
            <p:nvPr/>
          </p:nvSpPr>
          <p:spPr>
            <a:xfrm>
              <a:off x="74345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42" name="Google Shape;1342;p15"/>
            <p:cNvSpPr/>
            <p:nvPr/>
          </p:nvSpPr>
          <p:spPr>
            <a:xfrm>
              <a:off x="722730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43" name="Google Shape;1343;p15"/>
            <p:cNvSpPr/>
            <p:nvPr/>
          </p:nvSpPr>
          <p:spPr>
            <a:xfrm>
              <a:off x="702093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44" name="Google Shape;1344;p15"/>
            <p:cNvSpPr/>
            <p:nvPr/>
          </p:nvSpPr>
          <p:spPr>
            <a:xfrm>
              <a:off x="68137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45" name="Google Shape;1345;p15"/>
            <p:cNvSpPr/>
            <p:nvPr/>
          </p:nvSpPr>
          <p:spPr>
            <a:xfrm>
              <a:off x="66065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46" name="Google Shape;1346;p15"/>
            <p:cNvSpPr/>
            <p:nvPr/>
          </p:nvSpPr>
          <p:spPr>
            <a:xfrm>
              <a:off x="639934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47" name="Google Shape;1347;p15"/>
            <p:cNvSpPr/>
            <p:nvPr/>
          </p:nvSpPr>
          <p:spPr>
            <a:xfrm>
              <a:off x="619297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48" name="Google Shape;1348;p15"/>
            <p:cNvSpPr/>
            <p:nvPr/>
          </p:nvSpPr>
          <p:spPr>
            <a:xfrm>
              <a:off x="598577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49" name="Google Shape;1349;p15"/>
            <p:cNvSpPr/>
            <p:nvPr/>
          </p:nvSpPr>
          <p:spPr>
            <a:xfrm>
              <a:off x="577858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50" name="Google Shape;1350;p15"/>
            <p:cNvSpPr/>
            <p:nvPr/>
          </p:nvSpPr>
          <p:spPr>
            <a:xfrm>
              <a:off x="55713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51" name="Google Shape;1351;p15"/>
            <p:cNvSpPr/>
            <p:nvPr/>
          </p:nvSpPr>
          <p:spPr>
            <a:xfrm>
              <a:off x="536501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52" name="Google Shape;1352;p15"/>
            <p:cNvSpPr/>
            <p:nvPr/>
          </p:nvSpPr>
          <p:spPr>
            <a:xfrm>
              <a:off x="515863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53" name="Google Shape;1353;p15"/>
            <p:cNvSpPr/>
            <p:nvPr/>
          </p:nvSpPr>
          <p:spPr>
            <a:xfrm>
              <a:off x="495144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54" name="Google Shape;1354;p15"/>
            <p:cNvSpPr/>
            <p:nvPr/>
          </p:nvSpPr>
          <p:spPr>
            <a:xfrm>
              <a:off x="47442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55" name="Google Shape;1355;p15"/>
            <p:cNvSpPr/>
            <p:nvPr/>
          </p:nvSpPr>
          <p:spPr>
            <a:xfrm>
              <a:off x="453705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56" name="Google Shape;1356;p15"/>
            <p:cNvSpPr/>
            <p:nvPr/>
          </p:nvSpPr>
          <p:spPr>
            <a:xfrm>
              <a:off x="432986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57" name="Google Shape;1357;p15"/>
            <p:cNvSpPr/>
            <p:nvPr/>
          </p:nvSpPr>
          <p:spPr>
            <a:xfrm>
              <a:off x="412266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58" name="Google Shape;1358;p15"/>
            <p:cNvSpPr/>
            <p:nvPr/>
          </p:nvSpPr>
          <p:spPr>
            <a:xfrm>
              <a:off x="39162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59" name="Google Shape;1359;p15"/>
            <p:cNvSpPr/>
            <p:nvPr/>
          </p:nvSpPr>
          <p:spPr>
            <a:xfrm>
              <a:off x="370909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60" name="Google Shape;1360;p15"/>
            <p:cNvSpPr/>
            <p:nvPr/>
          </p:nvSpPr>
          <p:spPr>
            <a:xfrm>
              <a:off x="35019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61" name="Google Shape;1361;p15"/>
            <p:cNvSpPr/>
            <p:nvPr/>
          </p:nvSpPr>
          <p:spPr>
            <a:xfrm>
              <a:off x="329470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62" name="Google Shape;1362;p15"/>
            <p:cNvSpPr/>
            <p:nvPr/>
          </p:nvSpPr>
          <p:spPr>
            <a:xfrm>
              <a:off x="308751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63" name="Google Shape;1363;p15"/>
            <p:cNvSpPr/>
            <p:nvPr/>
          </p:nvSpPr>
          <p:spPr>
            <a:xfrm>
              <a:off x="28811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64" name="Google Shape;1364;p15"/>
            <p:cNvSpPr/>
            <p:nvPr/>
          </p:nvSpPr>
          <p:spPr>
            <a:xfrm>
              <a:off x="26739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65" name="Google Shape;1365;p15"/>
            <p:cNvSpPr/>
            <p:nvPr/>
          </p:nvSpPr>
          <p:spPr>
            <a:xfrm>
              <a:off x="246674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66" name="Google Shape;1366;p15"/>
            <p:cNvSpPr/>
            <p:nvPr/>
          </p:nvSpPr>
          <p:spPr>
            <a:xfrm>
              <a:off x="225955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67" name="Google Shape;1367;p15"/>
            <p:cNvSpPr/>
            <p:nvPr/>
          </p:nvSpPr>
          <p:spPr>
            <a:xfrm>
              <a:off x="205236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68" name="Google Shape;1368;p15"/>
            <p:cNvSpPr/>
            <p:nvPr/>
          </p:nvSpPr>
          <p:spPr>
            <a:xfrm>
              <a:off x="184598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69" name="Google Shape;1369;p15"/>
            <p:cNvSpPr/>
            <p:nvPr/>
          </p:nvSpPr>
          <p:spPr>
            <a:xfrm>
              <a:off x="16387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70" name="Google Shape;1370;p15"/>
            <p:cNvSpPr/>
            <p:nvPr/>
          </p:nvSpPr>
          <p:spPr>
            <a:xfrm>
              <a:off x="143159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71" name="Google Shape;1371;p15"/>
            <p:cNvSpPr/>
            <p:nvPr/>
          </p:nvSpPr>
          <p:spPr>
            <a:xfrm>
              <a:off x="122440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72" name="Google Shape;1372;p15"/>
            <p:cNvSpPr/>
            <p:nvPr/>
          </p:nvSpPr>
          <p:spPr>
            <a:xfrm>
              <a:off x="101720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73" name="Google Shape;1373;p15"/>
            <p:cNvSpPr/>
            <p:nvPr/>
          </p:nvSpPr>
          <p:spPr>
            <a:xfrm>
              <a:off x="81001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74" name="Google Shape;1374;p15"/>
            <p:cNvSpPr/>
            <p:nvPr/>
          </p:nvSpPr>
          <p:spPr>
            <a:xfrm>
              <a:off x="60363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75" name="Google Shape;1375;p15"/>
            <p:cNvSpPr/>
            <p:nvPr/>
          </p:nvSpPr>
          <p:spPr>
            <a:xfrm>
              <a:off x="39644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76" name="Google Shape;1376;p15"/>
            <p:cNvSpPr/>
            <p:nvPr/>
          </p:nvSpPr>
          <p:spPr>
            <a:xfrm>
              <a:off x="18925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77" name="Google Shape;1377;p15"/>
            <p:cNvSpPr/>
            <p:nvPr/>
          </p:nvSpPr>
          <p:spPr>
            <a:xfrm>
              <a:off x="8716176" y="19320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78" name="Google Shape;1378;p15"/>
            <p:cNvSpPr/>
            <p:nvPr/>
          </p:nvSpPr>
          <p:spPr>
            <a:xfrm>
              <a:off x="8716176" y="40112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79" name="Google Shape;1379;p15"/>
            <p:cNvSpPr/>
            <p:nvPr/>
          </p:nvSpPr>
          <p:spPr>
            <a:xfrm>
              <a:off x="8716176" y="60905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80" name="Google Shape;1380;p15"/>
            <p:cNvSpPr/>
            <p:nvPr/>
          </p:nvSpPr>
          <p:spPr>
            <a:xfrm>
              <a:off x="8716176" y="81698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81" name="Google Shape;1381;p15"/>
            <p:cNvSpPr/>
            <p:nvPr/>
          </p:nvSpPr>
          <p:spPr>
            <a:xfrm>
              <a:off x="8716176" y="102409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82" name="Google Shape;1382;p15"/>
            <p:cNvSpPr/>
            <p:nvPr/>
          </p:nvSpPr>
          <p:spPr>
            <a:xfrm>
              <a:off x="8716176" y="123201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83" name="Google Shape;1383;p15"/>
            <p:cNvSpPr/>
            <p:nvPr/>
          </p:nvSpPr>
          <p:spPr>
            <a:xfrm>
              <a:off x="8716176" y="143994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84" name="Google Shape;1384;p15"/>
            <p:cNvSpPr/>
            <p:nvPr/>
          </p:nvSpPr>
          <p:spPr>
            <a:xfrm>
              <a:off x="8716176" y="164787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85" name="Google Shape;1385;p15"/>
            <p:cNvSpPr/>
            <p:nvPr/>
          </p:nvSpPr>
          <p:spPr>
            <a:xfrm>
              <a:off x="8716176" y="185498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86" name="Google Shape;1386;p15"/>
            <p:cNvSpPr/>
            <p:nvPr/>
          </p:nvSpPr>
          <p:spPr>
            <a:xfrm>
              <a:off x="8716176" y="206290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87" name="Google Shape;1387;p15"/>
            <p:cNvSpPr/>
            <p:nvPr/>
          </p:nvSpPr>
          <p:spPr>
            <a:xfrm>
              <a:off x="8716176" y="227083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88" name="Google Shape;1388;p15"/>
            <p:cNvSpPr/>
            <p:nvPr/>
          </p:nvSpPr>
          <p:spPr>
            <a:xfrm>
              <a:off x="8716176" y="247876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89" name="Google Shape;1389;p15"/>
            <p:cNvSpPr/>
            <p:nvPr/>
          </p:nvSpPr>
          <p:spPr>
            <a:xfrm>
              <a:off x="8716176" y="268668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90" name="Google Shape;1390;p15"/>
            <p:cNvSpPr/>
            <p:nvPr/>
          </p:nvSpPr>
          <p:spPr>
            <a:xfrm>
              <a:off x="8716176" y="289461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91" name="Google Shape;1391;p15"/>
            <p:cNvSpPr/>
            <p:nvPr/>
          </p:nvSpPr>
          <p:spPr>
            <a:xfrm>
              <a:off x="8716176" y="310254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92" name="Google Shape;1392;p15"/>
            <p:cNvSpPr/>
            <p:nvPr/>
          </p:nvSpPr>
          <p:spPr>
            <a:xfrm>
              <a:off x="8716176" y="330965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93" name="Google Shape;1393;p15"/>
            <p:cNvSpPr/>
            <p:nvPr/>
          </p:nvSpPr>
          <p:spPr>
            <a:xfrm>
              <a:off x="8716176" y="351757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94" name="Google Shape;1394;p15"/>
            <p:cNvSpPr/>
            <p:nvPr/>
          </p:nvSpPr>
          <p:spPr>
            <a:xfrm>
              <a:off x="8716176" y="372550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95" name="Google Shape;1395;p15"/>
            <p:cNvSpPr/>
            <p:nvPr/>
          </p:nvSpPr>
          <p:spPr>
            <a:xfrm>
              <a:off x="8716176" y="393343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96" name="Google Shape;1396;p15"/>
            <p:cNvSpPr/>
            <p:nvPr/>
          </p:nvSpPr>
          <p:spPr>
            <a:xfrm>
              <a:off x="8716176" y="414054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97" name="Google Shape;1397;p15"/>
            <p:cNvSpPr/>
            <p:nvPr/>
          </p:nvSpPr>
          <p:spPr>
            <a:xfrm>
              <a:off x="8716176" y="434846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98" name="Google Shape;1398;p15"/>
            <p:cNvSpPr/>
            <p:nvPr/>
          </p:nvSpPr>
          <p:spPr>
            <a:xfrm>
              <a:off x="8716176" y="455639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99" name="Google Shape;1399;p15"/>
            <p:cNvSpPr/>
            <p:nvPr/>
          </p:nvSpPr>
          <p:spPr>
            <a:xfrm>
              <a:off x="8716176" y="476432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00" name="Google Shape;1400;p15"/>
            <p:cNvSpPr/>
            <p:nvPr/>
          </p:nvSpPr>
          <p:spPr>
            <a:xfrm>
              <a:off x="8716176" y="497225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01" name="Google Shape;1401;p15"/>
            <p:cNvSpPr/>
            <p:nvPr/>
          </p:nvSpPr>
          <p:spPr>
            <a:xfrm>
              <a:off x="907150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02" name="Google Shape;1402;p15"/>
            <p:cNvSpPr/>
            <p:nvPr/>
          </p:nvSpPr>
          <p:spPr>
            <a:xfrm>
              <a:off x="886430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sp>
        <p:nvSpPr>
          <p:cNvPr id="1403" name="Google Shape;1403;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1404" name="Google Shape;1404;p15"/>
          <p:cNvGrpSpPr/>
          <p:nvPr/>
        </p:nvGrpSpPr>
        <p:grpSpPr>
          <a:xfrm>
            <a:off x="2298156" y="4651367"/>
            <a:ext cx="4547874" cy="491789"/>
            <a:chOff x="122000" y="4884626"/>
            <a:chExt cx="8899950" cy="258877"/>
          </a:xfrm>
        </p:grpSpPr>
        <p:sp>
          <p:nvSpPr>
            <p:cNvPr id="1405" name="Google Shape;1405;p15"/>
            <p:cNvSpPr/>
            <p:nvPr/>
          </p:nvSpPr>
          <p:spPr>
            <a:xfrm>
              <a:off x="12200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06" name="Google Shape;1406;p15"/>
            <p:cNvSpPr/>
            <p:nvPr/>
          </p:nvSpPr>
          <p:spPr>
            <a:xfrm>
              <a:off x="420441"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07" name="Google Shape;1407;p15"/>
            <p:cNvSpPr/>
            <p:nvPr/>
          </p:nvSpPr>
          <p:spPr>
            <a:xfrm>
              <a:off x="719241"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08" name="Google Shape;1408;p15"/>
            <p:cNvSpPr/>
            <p:nvPr/>
          </p:nvSpPr>
          <p:spPr>
            <a:xfrm>
              <a:off x="1018042"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09" name="Google Shape;1409;p15"/>
            <p:cNvSpPr/>
            <p:nvPr/>
          </p:nvSpPr>
          <p:spPr>
            <a:xfrm>
              <a:off x="1316483"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10" name="Google Shape;1410;p15"/>
            <p:cNvSpPr/>
            <p:nvPr/>
          </p:nvSpPr>
          <p:spPr>
            <a:xfrm>
              <a:off x="1615283"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11" name="Google Shape;1411;p15"/>
            <p:cNvSpPr/>
            <p:nvPr/>
          </p:nvSpPr>
          <p:spPr>
            <a:xfrm>
              <a:off x="22125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12" name="Google Shape;1412;p15"/>
            <p:cNvSpPr/>
            <p:nvPr/>
          </p:nvSpPr>
          <p:spPr>
            <a:xfrm>
              <a:off x="2809766"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13" name="Google Shape;1413;p15"/>
            <p:cNvSpPr/>
            <p:nvPr/>
          </p:nvSpPr>
          <p:spPr>
            <a:xfrm>
              <a:off x="3108567"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14" name="Google Shape;1414;p15"/>
            <p:cNvSpPr/>
            <p:nvPr/>
          </p:nvSpPr>
          <p:spPr>
            <a:xfrm>
              <a:off x="3407008"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15" name="Google Shape;1415;p15"/>
            <p:cNvSpPr/>
            <p:nvPr/>
          </p:nvSpPr>
          <p:spPr>
            <a:xfrm>
              <a:off x="3705808"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16" name="Google Shape;1416;p15"/>
            <p:cNvSpPr/>
            <p:nvPr/>
          </p:nvSpPr>
          <p:spPr>
            <a:xfrm>
              <a:off x="4004609"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17" name="Google Shape;1417;p15"/>
            <p:cNvSpPr/>
            <p:nvPr/>
          </p:nvSpPr>
          <p:spPr>
            <a:xfrm>
              <a:off x="4303050" y="4917447"/>
              <a:ext cx="239400" cy="22605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18" name="Google Shape;1418;p15"/>
            <p:cNvSpPr/>
            <p:nvPr/>
          </p:nvSpPr>
          <p:spPr>
            <a:xfrm>
              <a:off x="1914084"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19" name="Google Shape;1419;p15"/>
            <p:cNvSpPr/>
            <p:nvPr/>
          </p:nvSpPr>
          <p:spPr>
            <a:xfrm>
              <a:off x="2510966"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20" name="Google Shape;1420;p15"/>
            <p:cNvSpPr/>
            <p:nvPr/>
          </p:nvSpPr>
          <p:spPr>
            <a:xfrm flipH="1">
              <a:off x="878255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21" name="Google Shape;1421;p15"/>
            <p:cNvSpPr/>
            <p:nvPr/>
          </p:nvSpPr>
          <p:spPr>
            <a:xfrm flipH="1">
              <a:off x="8484109"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22" name="Google Shape;1422;p15"/>
            <p:cNvSpPr/>
            <p:nvPr/>
          </p:nvSpPr>
          <p:spPr>
            <a:xfrm flipH="1">
              <a:off x="8185309"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23" name="Google Shape;1423;p15"/>
            <p:cNvSpPr/>
            <p:nvPr/>
          </p:nvSpPr>
          <p:spPr>
            <a:xfrm flipH="1">
              <a:off x="7886508"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24" name="Google Shape;1424;p15"/>
            <p:cNvSpPr/>
            <p:nvPr/>
          </p:nvSpPr>
          <p:spPr>
            <a:xfrm flipH="1">
              <a:off x="7587707"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25" name="Google Shape;1425;p15"/>
            <p:cNvSpPr/>
            <p:nvPr/>
          </p:nvSpPr>
          <p:spPr>
            <a:xfrm flipH="1">
              <a:off x="7289267"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26" name="Google Shape;1426;p15"/>
            <p:cNvSpPr/>
            <p:nvPr/>
          </p:nvSpPr>
          <p:spPr>
            <a:xfrm flipH="1">
              <a:off x="66920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27" name="Google Shape;1427;p15"/>
            <p:cNvSpPr/>
            <p:nvPr/>
          </p:nvSpPr>
          <p:spPr>
            <a:xfrm flipH="1">
              <a:off x="6094784"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28" name="Google Shape;1428;p15"/>
            <p:cNvSpPr/>
            <p:nvPr/>
          </p:nvSpPr>
          <p:spPr>
            <a:xfrm flipH="1">
              <a:off x="5795983"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29" name="Google Shape;1429;p15"/>
            <p:cNvSpPr/>
            <p:nvPr/>
          </p:nvSpPr>
          <p:spPr>
            <a:xfrm flipH="1">
              <a:off x="5497542"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30" name="Google Shape;1430;p15"/>
            <p:cNvSpPr/>
            <p:nvPr/>
          </p:nvSpPr>
          <p:spPr>
            <a:xfrm flipH="1">
              <a:off x="5198742"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31" name="Google Shape;1431;p15"/>
            <p:cNvSpPr/>
            <p:nvPr/>
          </p:nvSpPr>
          <p:spPr>
            <a:xfrm flipH="1">
              <a:off x="4899941"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32" name="Google Shape;1432;p15"/>
            <p:cNvSpPr/>
            <p:nvPr/>
          </p:nvSpPr>
          <p:spPr>
            <a:xfrm flipH="1">
              <a:off x="4601500" y="4884626"/>
              <a:ext cx="239400" cy="25887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33" name="Google Shape;1433;p15"/>
            <p:cNvSpPr/>
            <p:nvPr/>
          </p:nvSpPr>
          <p:spPr>
            <a:xfrm flipH="1">
              <a:off x="6990466"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34" name="Google Shape;1434;p15"/>
            <p:cNvSpPr/>
            <p:nvPr/>
          </p:nvSpPr>
          <p:spPr>
            <a:xfrm flipH="1">
              <a:off x="6393584"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435" name="Google Shape;1435;p15"/>
          <p:cNvGrpSpPr/>
          <p:nvPr/>
        </p:nvGrpSpPr>
        <p:grpSpPr>
          <a:xfrm>
            <a:off x="2297975" y="4848940"/>
            <a:ext cx="4547874" cy="294550"/>
            <a:chOff x="122000" y="4884626"/>
            <a:chExt cx="8899950" cy="258877"/>
          </a:xfrm>
        </p:grpSpPr>
        <p:sp>
          <p:nvSpPr>
            <p:cNvPr id="1436" name="Google Shape;1436;p15"/>
            <p:cNvSpPr/>
            <p:nvPr/>
          </p:nvSpPr>
          <p:spPr>
            <a:xfrm>
              <a:off x="12200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37" name="Google Shape;1437;p15"/>
            <p:cNvSpPr/>
            <p:nvPr/>
          </p:nvSpPr>
          <p:spPr>
            <a:xfrm>
              <a:off x="420441"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38" name="Google Shape;1438;p15"/>
            <p:cNvSpPr/>
            <p:nvPr/>
          </p:nvSpPr>
          <p:spPr>
            <a:xfrm>
              <a:off x="719241"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39" name="Google Shape;1439;p15"/>
            <p:cNvSpPr/>
            <p:nvPr/>
          </p:nvSpPr>
          <p:spPr>
            <a:xfrm>
              <a:off x="1018042"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40" name="Google Shape;1440;p15"/>
            <p:cNvSpPr/>
            <p:nvPr/>
          </p:nvSpPr>
          <p:spPr>
            <a:xfrm>
              <a:off x="1316483"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41" name="Google Shape;1441;p15"/>
            <p:cNvSpPr/>
            <p:nvPr/>
          </p:nvSpPr>
          <p:spPr>
            <a:xfrm>
              <a:off x="1615283"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42" name="Google Shape;1442;p15"/>
            <p:cNvSpPr/>
            <p:nvPr/>
          </p:nvSpPr>
          <p:spPr>
            <a:xfrm>
              <a:off x="22125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43" name="Google Shape;1443;p15"/>
            <p:cNvSpPr/>
            <p:nvPr/>
          </p:nvSpPr>
          <p:spPr>
            <a:xfrm>
              <a:off x="2809766"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44" name="Google Shape;1444;p15"/>
            <p:cNvSpPr/>
            <p:nvPr/>
          </p:nvSpPr>
          <p:spPr>
            <a:xfrm>
              <a:off x="3108567"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45" name="Google Shape;1445;p15"/>
            <p:cNvSpPr/>
            <p:nvPr/>
          </p:nvSpPr>
          <p:spPr>
            <a:xfrm>
              <a:off x="3407008"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46" name="Google Shape;1446;p15"/>
            <p:cNvSpPr/>
            <p:nvPr/>
          </p:nvSpPr>
          <p:spPr>
            <a:xfrm>
              <a:off x="3705808"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47" name="Google Shape;1447;p15"/>
            <p:cNvSpPr/>
            <p:nvPr/>
          </p:nvSpPr>
          <p:spPr>
            <a:xfrm>
              <a:off x="4004609"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48" name="Google Shape;1448;p15"/>
            <p:cNvSpPr/>
            <p:nvPr/>
          </p:nvSpPr>
          <p:spPr>
            <a:xfrm>
              <a:off x="4303050" y="4917447"/>
              <a:ext cx="239400" cy="22605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49" name="Google Shape;1449;p15"/>
            <p:cNvSpPr/>
            <p:nvPr/>
          </p:nvSpPr>
          <p:spPr>
            <a:xfrm>
              <a:off x="1914084"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50" name="Google Shape;1450;p15"/>
            <p:cNvSpPr/>
            <p:nvPr/>
          </p:nvSpPr>
          <p:spPr>
            <a:xfrm>
              <a:off x="2510966"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51" name="Google Shape;1451;p15"/>
            <p:cNvSpPr/>
            <p:nvPr/>
          </p:nvSpPr>
          <p:spPr>
            <a:xfrm flipH="1">
              <a:off x="878255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52" name="Google Shape;1452;p15"/>
            <p:cNvSpPr/>
            <p:nvPr/>
          </p:nvSpPr>
          <p:spPr>
            <a:xfrm flipH="1">
              <a:off x="8484109"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53" name="Google Shape;1453;p15"/>
            <p:cNvSpPr/>
            <p:nvPr/>
          </p:nvSpPr>
          <p:spPr>
            <a:xfrm flipH="1">
              <a:off x="8185309"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54" name="Google Shape;1454;p15"/>
            <p:cNvSpPr/>
            <p:nvPr/>
          </p:nvSpPr>
          <p:spPr>
            <a:xfrm flipH="1">
              <a:off x="7886508"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55" name="Google Shape;1455;p15"/>
            <p:cNvSpPr/>
            <p:nvPr/>
          </p:nvSpPr>
          <p:spPr>
            <a:xfrm flipH="1">
              <a:off x="7587707"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56" name="Google Shape;1456;p15"/>
            <p:cNvSpPr/>
            <p:nvPr/>
          </p:nvSpPr>
          <p:spPr>
            <a:xfrm flipH="1">
              <a:off x="7289267"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57" name="Google Shape;1457;p15"/>
            <p:cNvSpPr/>
            <p:nvPr/>
          </p:nvSpPr>
          <p:spPr>
            <a:xfrm flipH="1">
              <a:off x="66920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58" name="Google Shape;1458;p15"/>
            <p:cNvSpPr/>
            <p:nvPr/>
          </p:nvSpPr>
          <p:spPr>
            <a:xfrm flipH="1">
              <a:off x="6094784"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59" name="Google Shape;1459;p15"/>
            <p:cNvSpPr/>
            <p:nvPr/>
          </p:nvSpPr>
          <p:spPr>
            <a:xfrm flipH="1">
              <a:off x="5795983"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60" name="Google Shape;1460;p15"/>
            <p:cNvSpPr/>
            <p:nvPr/>
          </p:nvSpPr>
          <p:spPr>
            <a:xfrm flipH="1">
              <a:off x="5497542"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61" name="Google Shape;1461;p15"/>
            <p:cNvSpPr/>
            <p:nvPr/>
          </p:nvSpPr>
          <p:spPr>
            <a:xfrm flipH="1">
              <a:off x="5198742"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62" name="Google Shape;1462;p15"/>
            <p:cNvSpPr/>
            <p:nvPr/>
          </p:nvSpPr>
          <p:spPr>
            <a:xfrm flipH="1">
              <a:off x="4899941"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63" name="Google Shape;1463;p15"/>
            <p:cNvSpPr/>
            <p:nvPr/>
          </p:nvSpPr>
          <p:spPr>
            <a:xfrm flipH="1">
              <a:off x="4601500" y="4884626"/>
              <a:ext cx="239400" cy="25887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64" name="Google Shape;1464;p15"/>
            <p:cNvSpPr/>
            <p:nvPr/>
          </p:nvSpPr>
          <p:spPr>
            <a:xfrm flipH="1">
              <a:off x="6990466"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65" name="Google Shape;1465;p15"/>
            <p:cNvSpPr/>
            <p:nvPr/>
          </p:nvSpPr>
          <p:spPr>
            <a:xfrm flipH="1">
              <a:off x="6393584"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four columns">
  <p:cSld name="BLANK_1_1_1_1_1_1">
    <p:spTree>
      <p:nvGrpSpPr>
        <p:cNvPr id="1" name="Shape 1466"/>
        <p:cNvGrpSpPr/>
        <p:nvPr/>
      </p:nvGrpSpPr>
      <p:grpSpPr>
        <a:xfrm>
          <a:off x="0" y="0"/>
          <a:ext cx="0" cy="0"/>
          <a:chOff x="0" y="0"/>
          <a:chExt cx="0" cy="0"/>
        </a:xfrm>
      </p:grpSpPr>
      <p:grpSp>
        <p:nvGrpSpPr>
          <p:cNvPr id="1467" name="Google Shape;1467;p16"/>
          <p:cNvGrpSpPr/>
          <p:nvPr/>
        </p:nvGrpSpPr>
        <p:grpSpPr>
          <a:xfrm>
            <a:off x="0" y="0"/>
            <a:ext cx="9143995" cy="5143491"/>
            <a:chOff x="0" y="0"/>
            <a:chExt cx="9143995" cy="5143491"/>
          </a:xfrm>
        </p:grpSpPr>
        <p:sp>
          <p:nvSpPr>
            <p:cNvPr id="1468" name="Google Shape;1468;p16"/>
            <p:cNvSpPr/>
            <p:nvPr/>
          </p:nvSpPr>
          <p:spPr>
            <a:xfrm>
              <a:off x="0" y="19319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69" name="Google Shape;1469;p16"/>
            <p:cNvSpPr/>
            <p:nvPr/>
          </p:nvSpPr>
          <p:spPr>
            <a:xfrm>
              <a:off x="0" y="401120"/>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70" name="Google Shape;1470;p16"/>
            <p:cNvSpPr/>
            <p:nvPr/>
          </p:nvSpPr>
          <p:spPr>
            <a:xfrm>
              <a:off x="0" y="60904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71" name="Google Shape;1471;p16"/>
            <p:cNvSpPr/>
            <p:nvPr/>
          </p:nvSpPr>
          <p:spPr>
            <a:xfrm>
              <a:off x="0" y="81697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72" name="Google Shape;1472;p16"/>
            <p:cNvSpPr/>
            <p:nvPr/>
          </p:nvSpPr>
          <p:spPr>
            <a:xfrm>
              <a:off x="0" y="102408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73" name="Google Shape;1473;p16"/>
            <p:cNvSpPr/>
            <p:nvPr/>
          </p:nvSpPr>
          <p:spPr>
            <a:xfrm>
              <a:off x="0" y="123201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74" name="Google Shape;1474;p16"/>
            <p:cNvSpPr/>
            <p:nvPr/>
          </p:nvSpPr>
          <p:spPr>
            <a:xfrm>
              <a:off x="0" y="143994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75" name="Google Shape;1475;p16"/>
            <p:cNvSpPr/>
            <p:nvPr/>
          </p:nvSpPr>
          <p:spPr>
            <a:xfrm>
              <a:off x="0" y="164786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76" name="Google Shape;1476;p16"/>
            <p:cNvSpPr/>
            <p:nvPr/>
          </p:nvSpPr>
          <p:spPr>
            <a:xfrm>
              <a:off x="0" y="1854977"/>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77" name="Google Shape;1477;p16"/>
            <p:cNvSpPr/>
            <p:nvPr/>
          </p:nvSpPr>
          <p:spPr>
            <a:xfrm>
              <a:off x="0" y="206290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78" name="Google Shape;1478;p16"/>
            <p:cNvSpPr/>
            <p:nvPr/>
          </p:nvSpPr>
          <p:spPr>
            <a:xfrm>
              <a:off x="0" y="227083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79" name="Google Shape;1479;p16"/>
            <p:cNvSpPr/>
            <p:nvPr/>
          </p:nvSpPr>
          <p:spPr>
            <a:xfrm>
              <a:off x="0" y="247876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80" name="Google Shape;1480;p16"/>
            <p:cNvSpPr/>
            <p:nvPr/>
          </p:nvSpPr>
          <p:spPr>
            <a:xfrm>
              <a:off x="0" y="268668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81" name="Google Shape;1481;p16"/>
            <p:cNvSpPr/>
            <p:nvPr/>
          </p:nvSpPr>
          <p:spPr>
            <a:xfrm>
              <a:off x="0" y="289461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82" name="Google Shape;1482;p16"/>
            <p:cNvSpPr/>
            <p:nvPr/>
          </p:nvSpPr>
          <p:spPr>
            <a:xfrm>
              <a:off x="0" y="3102544"/>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83" name="Google Shape;1483;p16"/>
            <p:cNvSpPr/>
            <p:nvPr/>
          </p:nvSpPr>
          <p:spPr>
            <a:xfrm>
              <a:off x="0" y="330965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84" name="Google Shape;1484;p16"/>
            <p:cNvSpPr/>
            <p:nvPr/>
          </p:nvSpPr>
          <p:spPr>
            <a:xfrm>
              <a:off x="0" y="351758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85" name="Google Shape;1485;p16"/>
            <p:cNvSpPr/>
            <p:nvPr/>
          </p:nvSpPr>
          <p:spPr>
            <a:xfrm>
              <a:off x="0" y="372550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86" name="Google Shape;1486;p16"/>
            <p:cNvSpPr/>
            <p:nvPr/>
          </p:nvSpPr>
          <p:spPr>
            <a:xfrm>
              <a:off x="0" y="393343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87" name="Google Shape;1487;p16"/>
            <p:cNvSpPr/>
            <p:nvPr/>
          </p:nvSpPr>
          <p:spPr>
            <a:xfrm>
              <a:off x="0" y="414054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88" name="Google Shape;1488;p16"/>
            <p:cNvSpPr/>
            <p:nvPr/>
          </p:nvSpPr>
          <p:spPr>
            <a:xfrm>
              <a:off x="0" y="434847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89" name="Google Shape;1489;p16"/>
            <p:cNvSpPr/>
            <p:nvPr/>
          </p:nvSpPr>
          <p:spPr>
            <a:xfrm>
              <a:off x="0" y="455640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90" name="Google Shape;1490;p16"/>
            <p:cNvSpPr/>
            <p:nvPr/>
          </p:nvSpPr>
          <p:spPr>
            <a:xfrm>
              <a:off x="0" y="476432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91" name="Google Shape;1491;p16"/>
            <p:cNvSpPr/>
            <p:nvPr/>
          </p:nvSpPr>
          <p:spPr>
            <a:xfrm>
              <a:off x="0" y="497225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92" name="Google Shape;1492;p16"/>
            <p:cNvSpPr/>
            <p:nvPr/>
          </p:nvSpPr>
          <p:spPr>
            <a:xfrm>
              <a:off x="86768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93" name="Google Shape;1493;p16"/>
            <p:cNvSpPr/>
            <p:nvPr/>
          </p:nvSpPr>
          <p:spPr>
            <a:xfrm>
              <a:off x="847046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94" name="Google Shape;1494;p16"/>
            <p:cNvSpPr/>
            <p:nvPr/>
          </p:nvSpPr>
          <p:spPr>
            <a:xfrm>
              <a:off x="826327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95" name="Google Shape;1495;p16"/>
            <p:cNvSpPr/>
            <p:nvPr/>
          </p:nvSpPr>
          <p:spPr>
            <a:xfrm>
              <a:off x="805608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96" name="Google Shape;1496;p16"/>
            <p:cNvSpPr/>
            <p:nvPr/>
          </p:nvSpPr>
          <p:spPr>
            <a:xfrm>
              <a:off x="78488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97" name="Google Shape;1497;p16"/>
            <p:cNvSpPr/>
            <p:nvPr/>
          </p:nvSpPr>
          <p:spPr>
            <a:xfrm>
              <a:off x="764169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98" name="Google Shape;1498;p16"/>
            <p:cNvSpPr/>
            <p:nvPr/>
          </p:nvSpPr>
          <p:spPr>
            <a:xfrm>
              <a:off x="74345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99" name="Google Shape;1499;p16"/>
            <p:cNvSpPr/>
            <p:nvPr/>
          </p:nvSpPr>
          <p:spPr>
            <a:xfrm>
              <a:off x="722730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00" name="Google Shape;1500;p16"/>
            <p:cNvSpPr/>
            <p:nvPr/>
          </p:nvSpPr>
          <p:spPr>
            <a:xfrm>
              <a:off x="702093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01" name="Google Shape;1501;p16"/>
            <p:cNvSpPr/>
            <p:nvPr/>
          </p:nvSpPr>
          <p:spPr>
            <a:xfrm>
              <a:off x="68137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02" name="Google Shape;1502;p16"/>
            <p:cNvSpPr/>
            <p:nvPr/>
          </p:nvSpPr>
          <p:spPr>
            <a:xfrm>
              <a:off x="66065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03" name="Google Shape;1503;p16"/>
            <p:cNvSpPr/>
            <p:nvPr/>
          </p:nvSpPr>
          <p:spPr>
            <a:xfrm>
              <a:off x="639934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04" name="Google Shape;1504;p16"/>
            <p:cNvSpPr/>
            <p:nvPr/>
          </p:nvSpPr>
          <p:spPr>
            <a:xfrm>
              <a:off x="619297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05" name="Google Shape;1505;p16"/>
            <p:cNvSpPr/>
            <p:nvPr/>
          </p:nvSpPr>
          <p:spPr>
            <a:xfrm>
              <a:off x="598577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06" name="Google Shape;1506;p16"/>
            <p:cNvSpPr/>
            <p:nvPr/>
          </p:nvSpPr>
          <p:spPr>
            <a:xfrm>
              <a:off x="577858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07" name="Google Shape;1507;p16"/>
            <p:cNvSpPr/>
            <p:nvPr/>
          </p:nvSpPr>
          <p:spPr>
            <a:xfrm>
              <a:off x="55713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08" name="Google Shape;1508;p16"/>
            <p:cNvSpPr/>
            <p:nvPr/>
          </p:nvSpPr>
          <p:spPr>
            <a:xfrm>
              <a:off x="536501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09" name="Google Shape;1509;p16"/>
            <p:cNvSpPr/>
            <p:nvPr/>
          </p:nvSpPr>
          <p:spPr>
            <a:xfrm>
              <a:off x="515863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10" name="Google Shape;1510;p16"/>
            <p:cNvSpPr/>
            <p:nvPr/>
          </p:nvSpPr>
          <p:spPr>
            <a:xfrm>
              <a:off x="495144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11" name="Google Shape;1511;p16"/>
            <p:cNvSpPr/>
            <p:nvPr/>
          </p:nvSpPr>
          <p:spPr>
            <a:xfrm>
              <a:off x="47442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12" name="Google Shape;1512;p16"/>
            <p:cNvSpPr/>
            <p:nvPr/>
          </p:nvSpPr>
          <p:spPr>
            <a:xfrm>
              <a:off x="453705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13" name="Google Shape;1513;p16"/>
            <p:cNvSpPr/>
            <p:nvPr/>
          </p:nvSpPr>
          <p:spPr>
            <a:xfrm>
              <a:off x="432986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14" name="Google Shape;1514;p16"/>
            <p:cNvSpPr/>
            <p:nvPr/>
          </p:nvSpPr>
          <p:spPr>
            <a:xfrm>
              <a:off x="412266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15" name="Google Shape;1515;p16"/>
            <p:cNvSpPr/>
            <p:nvPr/>
          </p:nvSpPr>
          <p:spPr>
            <a:xfrm>
              <a:off x="39162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16" name="Google Shape;1516;p16"/>
            <p:cNvSpPr/>
            <p:nvPr/>
          </p:nvSpPr>
          <p:spPr>
            <a:xfrm>
              <a:off x="370909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17" name="Google Shape;1517;p16"/>
            <p:cNvSpPr/>
            <p:nvPr/>
          </p:nvSpPr>
          <p:spPr>
            <a:xfrm>
              <a:off x="35019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18" name="Google Shape;1518;p16"/>
            <p:cNvSpPr/>
            <p:nvPr/>
          </p:nvSpPr>
          <p:spPr>
            <a:xfrm>
              <a:off x="329470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19" name="Google Shape;1519;p16"/>
            <p:cNvSpPr/>
            <p:nvPr/>
          </p:nvSpPr>
          <p:spPr>
            <a:xfrm>
              <a:off x="308751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20" name="Google Shape;1520;p16"/>
            <p:cNvSpPr/>
            <p:nvPr/>
          </p:nvSpPr>
          <p:spPr>
            <a:xfrm>
              <a:off x="28811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21" name="Google Shape;1521;p16"/>
            <p:cNvSpPr/>
            <p:nvPr/>
          </p:nvSpPr>
          <p:spPr>
            <a:xfrm>
              <a:off x="26739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22" name="Google Shape;1522;p16"/>
            <p:cNvSpPr/>
            <p:nvPr/>
          </p:nvSpPr>
          <p:spPr>
            <a:xfrm>
              <a:off x="246674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23" name="Google Shape;1523;p16"/>
            <p:cNvSpPr/>
            <p:nvPr/>
          </p:nvSpPr>
          <p:spPr>
            <a:xfrm>
              <a:off x="225955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24" name="Google Shape;1524;p16"/>
            <p:cNvSpPr/>
            <p:nvPr/>
          </p:nvSpPr>
          <p:spPr>
            <a:xfrm>
              <a:off x="205236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25" name="Google Shape;1525;p16"/>
            <p:cNvSpPr/>
            <p:nvPr/>
          </p:nvSpPr>
          <p:spPr>
            <a:xfrm>
              <a:off x="184598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26" name="Google Shape;1526;p16"/>
            <p:cNvSpPr/>
            <p:nvPr/>
          </p:nvSpPr>
          <p:spPr>
            <a:xfrm>
              <a:off x="16387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27" name="Google Shape;1527;p16"/>
            <p:cNvSpPr/>
            <p:nvPr/>
          </p:nvSpPr>
          <p:spPr>
            <a:xfrm>
              <a:off x="143159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28" name="Google Shape;1528;p16"/>
            <p:cNvSpPr/>
            <p:nvPr/>
          </p:nvSpPr>
          <p:spPr>
            <a:xfrm>
              <a:off x="122440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29" name="Google Shape;1529;p16"/>
            <p:cNvSpPr/>
            <p:nvPr/>
          </p:nvSpPr>
          <p:spPr>
            <a:xfrm>
              <a:off x="101720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30" name="Google Shape;1530;p16"/>
            <p:cNvSpPr/>
            <p:nvPr/>
          </p:nvSpPr>
          <p:spPr>
            <a:xfrm>
              <a:off x="81001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31" name="Google Shape;1531;p16"/>
            <p:cNvSpPr/>
            <p:nvPr/>
          </p:nvSpPr>
          <p:spPr>
            <a:xfrm>
              <a:off x="60363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32" name="Google Shape;1532;p16"/>
            <p:cNvSpPr/>
            <p:nvPr/>
          </p:nvSpPr>
          <p:spPr>
            <a:xfrm>
              <a:off x="39644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33" name="Google Shape;1533;p16"/>
            <p:cNvSpPr/>
            <p:nvPr/>
          </p:nvSpPr>
          <p:spPr>
            <a:xfrm>
              <a:off x="18925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34" name="Google Shape;1534;p16"/>
            <p:cNvSpPr/>
            <p:nvPr/>
          </p:nvSpPr>
          <p:spPr>
            <a:xfrm>
              <a:off x="8716176" y="19320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35" name="Google Shape;1535;p16"/>
            <p:cNvSpPr/>
            <p:nvPr/>
          </p:nvSpPr>
          <p:spPr>
            <a:xfrm>
              <a:off x="8716176" y="40112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36" name="Google Shape;1536;p16"/>
            <p:cNvSpPr/>
            <p:nvPr/>
          </p:nvSpPr>
          <p:spPr>
            <a:xfrm>
              <a:off x="8716176" y="60905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37" name="Google Shape;1537;p16"/>
            <p:cNvSpPr/>
            <p:nvPr/>
          </p:nvSpPr>
          <p:spPr>
            <a:xfrm>
              <a:off x="8716176" y="81698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38" name="Google Shape;1538;p16"/>
            <p:cNvSpPr/>
            <p:nvPr/>
          </p:nvSpPr>
          <p:spPr>
            <a:xfrm>
              <a:off x="8716176" y="102409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39" name="Google Shape;1539;p16"/>
            <p:cNvSpPr/>
            <p:nvPr/>
          </p:nvSpPr>
          <p:spPr>
            <a:xfrm>
              <a:off x="8716176" y="123201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40" name="Google Shape;1540;p16"/>
            <p:cNvSpPr/>
            <p:nvPr/>
          </p:nvSpPr>
          <p:spPr>
            <a:xfrm>
              <a:off x="8716176" y="143994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41" name="Google Shape;1541;p16"/>
            <p:cNvSpPr/>
            <p:nvPr/>
          </p:nvSpPr>
          <p:spPr>
            <a:xfrm>
              <a:off x="8716176" y="164787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42" name="Google Shape;1542;p16"/>
            <p:cNvSpPr/>
            <p:nvPr/>
          </p:nvSpPr>
          <p:spPr>
            <a:xfrm>
              <a:off x="8716176" y="185498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43" name="Google Shape;1543;p16"/>
            <p:cNvSpPr/>
            <p:nvPr/>
          </p:nvSpPr>
          <p:spPr>
            <a:xfrm>
              <a:off x="8716176" y="206290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44" name="Google Shape;1544;p16"/>
            <p:cNvSpPr/>
            <p:nvPr/>
          </p:nvSpPr>
          <p:spPr>
            <a:xfrm>
              <a:off x="8716176" y="227083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45" name="Google Shape;1545;p16"/>
            <p:cNvSpPr/>
            <p:nvPr/>
          </p:nvSpPr>
          <p:spPr>
            <a:xfrm>
              <a:off x="8716176" y="247876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46" name="Google Shape;1546;p16"/>
            <p:cNvSpPr/>
            <p:nvPr/>
          </p:nvSpPr>
          <p:spPr>
            <a:xfrm>
              <a:off x="8716176" y="268668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47" name="Google Shape;1547;p16"/>
            <p:cNvSpPr/>
            <p:nvPr/>
          </p:nvSpPr>
          <p:spPr>
            <a:xfrm>
              <a:off x="8716176" y="289461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48" name="Google Shape;1548;p16"/>
            <p:cNvSpPr/>
            <p:nvPr/>
          </p:nvSpPr>
          <p:spPr>
            <a:xfrm>
              <a:off x="8716176" y="310254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49" name="Google Shape;1549;p16"/>
            <p:cNvSpPr/>
            <p:nvPr/>
          </p:nvSpPr>
          <p:spPr>
            <a:xfrm>
              <a:off x="8716176" y="330965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50" name="Google Shape;1550;p16"/>
            <p:cNvSpPr/>
            <p:nvPr/>
          </p:nvSpPr>
          <p:spPr>
            <a:xfrm>
              <a:off x="8716176" y="351757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51" name="Google Shape;1551;p16"/>
            <p:cNvSpPr/>
            <p:nvPr/>
          </p:nvSpPr>
          <p:spPr>
            <a:xfrm>
              <a:off x="8716176" y="372550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52" name="Google Shape;1552;p16"/>
            <p:cNvSpPr/>
            <p:nvPr/>
          </p:nvSpPr>
          <p:spPr>
            <a:xfrm>
              <a:off x="8716176" y="393343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53" name="Google Shape;1553;p16"/>
            <p:cNvSpPr/>
            <p:nvPr/>
          </p:nvSpPr>
          <p:spPr>
            <a:xfrm>
              <a:off x="8716176" y="414054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54" name="Google Shape;1554;p16"/>
            <p:cNvSpPr/>
            <p:nvPr/>
          </p:nvSpPr>
          <p:spPr>
            <a:xfrm>
              <a:off x="8716176" y="434846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55" name="Google Shape;1555;p16"/>
            <p:cNvSpPr/>
            <p:nvPr/>
          </p:nvSpPr>
          <p:spPr>
            <a:xfrm>
              <a:off x="8716176" y="455639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56" name="Google Shape;1556;p16"/>
            <p:cNvSpPr/>
            <p:nvPr/>
          </p:nvSpPr>
          <p:spPr>
            <a:xfrm>
              <a:off x="8716176" y="476432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57" name="Google Shape;1557;p16"/>
            <p:cNvSpPr/>
            <p:nvPr/>
          </p:nvSpPr>
          <p:spPr>
            <a:xfrm>
              <a:off x="8716176" y="497225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58" name="Google Shape;1558;p16"/>
            <p:cNvSpPr/>
            <p:nvPr/>
          </p:nvSpPr>
          <p:spPr>
            <a:xfrm>
              <a:off x="907150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59" name="Google Shape;1559;p16"/>
            <p:cNvSpPr/>
            <p:nvPr/>
          </p:nvSpPr>
          <p:spPr>
            <a:xfrm>
              <a:off x="886430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sp>
        <p:nvSpPr>
          <p:cNvPr id="1560" name="Google Shape;1560;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561" name="Google Shape;1561;p16"/>
          <p:cNvSpPr txBox="1">
            <a:spLocks noGrp="1"/>
          </p:cNvSpPr>
          <p:nvPr>
            <p:ph type="subTitle" idx="1"/>
          </p:nvPr>
        </p:nvSpPr>
        <p:spPr>
          <a:xfrm>
            <a:off x="1497964" y="1827108"/>
            <a:ext cx="3055500" cy="819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62" name="Google Shape;1562;p16"/>
          <p:cNvSpPr txBox="1">
            <a:spLocks noGrp="1"/>
          </p:cNvSpPr>
          <p:nvPr>
            <p:ph type="subTitle" idx="2"/>
          </p:nvPr>
        </p:nvSpPr>
        <p:spPr>
          <a:xfrm>
            <a:off x="1497964" y="3403253"/>
            <a:ext cx="3055500" cy="819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63" name="Google Shape;1563;p16"/>
          <p:cNvSpPr txBox="1">
            <a:spLocks noGrp="1"/>
          </p:cNvSpPr>
          <p:nvPr>
            <p:ph type="subTitle" idx="3"/>
          </p:nvPr>
        </p:nvSpPr>
        <p:spPr>
          <a:xfrm>
            <a:off x="5350614" y="1827110"/>
            <a:ext cx="3055500" cy="819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64" name="Google Shape;1564;p16"/>
          <p:cNvSpPr txBox="1">
            <a:spLocks noGrp="1"/>
          </p:cNvSpPr>
          <p:nvPr>
            <p:ph type="subTitle" idx="4"/>
          </p:nvPr>
        </p:nvSpPr>
        <p:spPr>
          <a:xfrm>
            <a:off x="5350614" y="3403250"/>
            <a:ext cx="3055500" cy="819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65" name="Google Shape;1565;p16"/>
          <p:cNvSpPr txBox="1">
            <a:spLocks noGrp="1"/>
          </p:cNvSpPr>
          <p:nvPr>
            <p:ph type="title" idx="5" hasCustomPrompt="1"/>
          </p:nvPr>
        </p:nvSpPr>
        <p:spPr>
          <a:xfrm>
            <a:off x="737886" y="1587825"/>
            <a:ext cx="724800" cy="708000"/>
          </a:xfrm>
          <a:prstGeom prst="rect">
            <a:avLst/>
          </a:prstGeom>
          <a:solidFill>
            <a:schemeClr val="accent2"/>
          </a:solidFill>
        </p:spPr>
        <p:txBody>
          <a:bodyPr spcFirstLastPara="1" wrap="square" lIns="91425" tIns="91425" rIns="91425" bIns="91425" anchor="ctr" anchorCtr="0">
            <a:noAutofit/>
          </a:bodyPr>
          <a:lstStyle>
            <a:lvl1pPr lvl="0" algn="ctr" rtl="0">
              <a:spcBef>
                <a:spcPts val="0"/>
              </a:spcBef>
              <a:spcAft>
                <a:spcPts val="0"/>
              </a:spcAft>
              <a:buSzPts val="3000"/>
              <a:buFont typeface="Outfit ExtraBold"/>
              <a:buNone/>
              <a:defRPr sz="1600" b="0">
                <a:solidFill>
                  <a:schemeClr val="accent1"/>
                </a:solidFill>
                <a:latin typeface="Outfit ExtraBold"/>
                <a:ea typeface="Outfit ExtraBold"/>
                <a:cs typeface="Outfit ExtraBold"/>
                <a:sym typeface="Outfit ExtraBold"/>
              </a:defRPr>
            </a:lvl1pPr>
            <a:lvl2pPr lvl="1"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2pPr>
            <a:lvl3pPr lvl="2"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3pPr>
            <a:lvl4pPr lvl="3"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4pPr>
            <a:lvl5pPr lvl="4"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5pPr>
            <a:lvl6pPr lvl="5"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6pPr>
            <a:lvl7pPr lvl="6"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7pPr>
            <a:lvl8pPr lvl="7"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8pPr>
            <a:lvl9pPr lvl="8"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9pPr>
          </a:lstStyle>
          <a:p>
            <a:r>
              <a:t>xx%</a:t>
            </a:r>
          </a:p>
        </p:txBody>
      </p:sp>
      <p:sp>
        <p:nvSpPr>
          <p:cNvPr id="1566" name="Google Shape;1566;p16"/>
          <p:cNvSpPr txBox="1">
            <a:spLocks noGrp="1"/>
          </p:cNvSpPr>
          <p:nvPr>
            <p:ph type="title" idx="6" hasCustomPrompt="1"/>
          </p:nvPr>
        </p:nvSpPr>
        <p:spPr>
          <a:xfrm>
            <a:off x="4590537" y="1587825"/>
            <a:ext cx="724800" cy="708000"/>
          </a:xfrm>
          <a:prstGeom prst="rect">
            <a:avLst/>
          </a:prstGeom>
          <a:solidFill>
            <a:schemeClr val="accent2"/>
          </a:solidFill>
        </p:spPr>
        <p:txBody>
          <a:bodyPr spcFirstLastPara="1" wrap="square" lIns="91425" tIns="91425" rIns="91425" bIns="91425" anchor="ctr" anchorCtr="0">
            <a:noAutofit/>
          </a:bodyPr>
          <a:lstStyle>
            <a:lvl1pPr lvl="0" algn="ctr" rtl="0">
              <a:spcBef>
                <a:spcPts val="0"/>
              </a:spcBef>
              <a:spcAft>
                <a:spcPts val="0"/>
              </a:spcAft>
              <a:buSzPts val="3000"/>
              <a:buFont typeface="Outfit ExtraBold"/>
              <a:buNone/>
              <a:defRPr sz="1600" b="0">
                <a:solidFill>
                  <a:schemeClr val="accent1"/>
                </a:solidFill>
                <a:latin typeface="Outfit ExtraBold"/>
                <a:ea typeface="Outfit ExtraBold"/>
                <a:cs typeface="Outfit ExtraBold"/>
                <a:sym typeface="Outfit ExtraBold"/>
              </a:defRPr>
            </a:lvl1pPr>
            <a:lvl2pPr lvl="1"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2pPr>
            <a:lvl3pPr lvl="2"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3pPr>
            <a:lvl4pPr lvl="3"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4pPr>
            <a:lvl5pPr lvl="4"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5pPr>
            <a:lvl6pPr lvl="5"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6pPr>
            <a:lvl7pPr lvl="6"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7pPr>
            <a:lvl8pPr lvl="7"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8pPr>
            <a:lvl9pPr lvl="8"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9pPr>
          </a:lstStyle>
          <a:p>
            <a:r>
              <a:t>xx%</a:t>
            </a:r>
          </a:p>
        </p:txBody>
      </p:sp>
      <p:sp>
        <p:nvSpPr>
          <p:cNvPr id="1567" name="Google Shape;1567;p16"/>
          <p:cNvSpPr txBox="1">
            <a:spLocks noGrp="1"/>
          </p:cNvSpPr>
          <p:nvPr>
            <p:ph type="title" idx="7" hasCustomPrompt="1"/>
          </p:nvPr>
        </p:nvSpPr>
        <p:spPr>
          <a:xfrm>
            <a:off x="737886" y="3167325"/>
            <a:ext cx="724800" cy="708000"/>
          </a:xfrm>
          <a:prstGeom prst="rect">
            <a:avLst/>
          </a:prstGeom>
          <a:solidFill>
            <a:schemeClr val="accent2"/>
          </a:solidFill>
        </p:spPr>
        <p:txBody>
          <a:bodyPr spcFirstLastPara="1" wrap="square" lIns="91425" tIns="91425" rIns="91425" bIns="91425" anchor="ctr" anchorCtr="0">
            <a:noAutofit/>
          </a:bodyPr>
          <a:lstStyle>
            <a:lvl1pPr lvl="0" algn="ctr" rtl="0">
              <a:spcBef>
                <a:spcPts val="0"/>
              </a:spcBef>
              <a:spcAft>
                <a:spcPts val="0"/>
              </a:spcAft>
              <a:buSzPts val="3000"/>
              <a:buFont typeface="Outfit ExtraBold"/>
              <a:buNone/>
              <a:defRPr sz="1600" b="0">
                <a:solidFill>
                  <a:schemeClr val="accent1"/>
                </a:solidFill>
                <a:latin typeface="Outfit ExtraBold"/>
                <a:ea typeface="Outfit ExtraBold"/>
                <a:cs typeface="Outfit ExtraBold"/>
                <a:sym typeface="Outfit ExtraBold"/>
              </a:defRPr>
            </a:lvl1pPr>
            <a:lvl2pPr lvl="1"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2pPr>
            <a:lvl3pPr lvl="2"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3pPr>
            <a:lvl4pPr lvl="3"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4pPr>
            <a:lvl5pPr lvl="4"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5pPr>
            <a:lvl6pPr lvl="5"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6pPr>
            <a:lvl7pPr lvl="6"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7pPr>
            <a:lvl8pPr lvl="7"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8pPr>
            <a:lvl9pPr lvl="8"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9pPr>
          </a:lstStyle>
          <a:p>
            <a:r>
              <a:t>xx%</a:t>
            </a:r>
          </a:p>
        </p:txBody>
      </p:sp>
      <p:sp>
        <p:nvSpPr>
          <p:cNvPr id="1568" name="Google Shape;1568;p16"/>
          <p:cNvSpPr txBox="1">
            <a:spLocks noGrp="1"/>
          </p:cNvSpPr>
          <p:nvPr>
            <p:ph type="title" idx="8" hasCustomPrompt="1"/>
          </p:nvPr>
        </p:nvSpPr>
        <p:spPr>
          <a:xfrm>
            <a:off x="4590536" y="3167325"/>
            <a:ext cx="724800" cy="708000"/>
          </a:xfrm>
          <a:prstGeom prst="rect">
            <a:avLst/>
          </a:prstGeom>
          <a:solidFill>
            <a:schemeClr val="accent2"/>
          </a:solidFill>
        </p:spPr>
        <p:txBody>
          <a:bodyPr spcFirstLastPara="1" wrap="square" lIns="91425" tIns="91425" rIns="91425" bIns="91425" anchor="ctr" anchorCtr="0">
            <a:noAutofit/>
          </a:bodyPr>
          <a:lstStyle>
            <a:lvl1pPr lvl="0" algn="ctr" rtl="0">
              <a:spcBef>
                <a:spcPts val="0"/>
              </a:spcBef>
              <a:spcAft>
                <a:spcPts val="0"/>
              </a:spcAft>
              <a:buSzPts val="3000"/>
              <a:buFont typeface="Outfit ExtraBold"/>
              <a:buNone/>
              <a:defRPr sz="1600" b="0">
                <a:solidFill>
                  <a:schemeClr val="accent1"/>
                </a:solidFill>
                <a:latin typeface="Outfit ExtraBold"/>
                <a:ea typeface="Outfit ExtraBold"/>
                <a:cs typeface="Outfit ExtraBold"/>
                <a:sym typeface="Outfit ExtraBold"/>
              </a:defRPr>
            </a:lvl1pPr>
            <a:lvl2pPr lvl="1"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2pPr>
            <a:lvl3pPr lvl="2"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3pPr>
            <a:lvl4pPr lvl="3"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4pPr>
            <a:lvl5pPr lvl="4"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5pPr>
            <a:lvl6pPr lvl="5"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6pPr>
            <a:lvl7pPr lvl="6"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7pPr>
            <a:lvl8pPr lvl="7"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8pPr>
            <a:lvl9pPr lvl="8" algn="ctr" rtl="0">
              <a:spcBef>
                <a:spcPts val="0"/>
              </a:spcBef>
              <a:spcAft>
                <a:spcPts val="0"/>
              </a:spcAft>
              <a:buSzPts val="3000"/>
              <a:buFont typeface="Outfit ExtraBold"/>
              <a:buNone/>
              <a:defRPr sz="3000" b="0">
                <a:latin typeface="Outfit ExtraBold"/>
                <a:ea typeface="Outfit ExtraBold"/>
                <a:cs typeface="Outfit ExtraBold"/>
                <a:sym typeface="Outfit ExtraBold"/>
              </a:defRPr>
            </a:lvl9pPr>
          </a:lstStyle>
          <a:p>
            <a:r>
              <a:t>xx%</a:t>
            </a:r>
          </a:p>
        </p:txBody>
      </p:sp>
      <p:sp>
        <p:nvSpPr>
          <p:cNvPr id="1569" name="Google Shape;1569;p16"/>
          <p:cNvSpPr txBox="1">
            <a:spLocks noGrp="1"/>
          </p:cNvSpPr>
          <p:nvPr>
            <p:ph type="subTitle" idx="9"/>
          </p:nvPr>
        </p:nvSpPr>
        <p:spPr>
          <a:xfrm>
            <a:off x="1497964" y="1511625"/>
            <a:ext cx="3055500" cy="447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2400"/>
              <a:buFont typeface="Outfit ExtraBold"/>
              <a:buNone/>
              <a:defRPr sz="1600">
                <a:solidFill>
                  <a:schemeClr val="accent1"/>
                </a:solidFill>
                <a:latin typeface="Outfit ExtraBold"/>
                <a:ea typeface="Outfit ExtraBold"/>
                <a:cs typeface="Outfit ExtraBold"/>
                <a:sym typeface="Outfit ExtraBold"/>
              </a:defRPr>
            </a:lvl1pPr>
            <a:lvl2pPr lvl="1"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2pPr>
            <a:lvl3pPr lvl="2"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3pPr>
            <a:lvl4pPr lvl="3"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4pPr>
            <a:lvl5pPr lvl="4"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5pPr>
            <a:lvl6pPr lvl="5"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6pPr>
            <a:lvl7pPr lvl="6"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7pPr>
            <a:lvl8pPr lvl="7"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8pPr>
            <a:lvl9pPr lvl="8"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9pPr>
          </a:lstStyle>
          <a:p>
            <a:endParaRPr/>
          </a:p>
        </p:txBody>
      </p:sp>
      <p:sp>
        <p:nvSpPr>
          <p:cNvPr id="1570" name="Google Shape;1570;p16"/>
          <p:cNvSpPr txBox="1">
            <a:spLocks noGrp="1"/>
          </p:cNvSpPr>
          <p:nvPr>
            <p:ph type="subTitle" idx="13"/>
          </p:nvPr>
        </p:nvSpPr>
        <p:spPr>
          <a:xfrm>
            <a:off x="1497964" y="3091119"/>
            <a:ext cx="3055500" cy="447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2400"/>
              <a:buFont typeface="Outfit ExtraBold"/>
              <a:buNone/>
              <a:defRPr sz="1600">
                <a:solidFill>
                  <a:schemeClr val="accent1"/>
                </a:solidFill>
                <a:latin typeface="Outfit ExtraBold"/>
                <a:ea typeface="Outfit ExtraBold"/>
                <a:cs typeface="Outfit ExtraBold"/>
                <a:sym typeface="Outfit ExtraBold"/>
              </a:defRPr>
            </a:lvl1pPr>
            <a:lvl2pPr lvl="1"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2pPr>
            <a:lvl3pPr lvl="2"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3pPr>
            <a:lvl4pPr lvl="3"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4pPr>
            <a:lvl5pPr lvl="4"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5pPr>
            <a:lvl6pPr lvl="5"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6pPr>
            <a:lvl7pPr lvl="6"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7pPr>
            <a:lvl8pPr lvl="7"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8pPr>
            <a:lvl9pPr lvl="8"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9pPr>
          </a:lstStyle>
          <a:p>
            <a:endParaRPr/>
          </a:p>
        </p:txBody>
      </p:sp>
      <p:sp>
        <p:nvSpPr>
          <p:cNvPr id="1571" name="Google Shape;1571;p16"/>
          <p:cNvSpPr txBox="1">
            <a:spLocks noGrp="1"/>
          </p:cNvSpPr>
          <p:nvPr>
            <p:ph type="subTitle" idx="14"/>
          </p:nvPr>
        </p:nvSpPr>
        <p:spPr>
          <a:xfrm>
            <a:off x="5350614" y="1511625"/>
            <a:ext cx="3055500" cy="447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2400"/>
              <a:buFont typeface="Outfit ExtraBold"/>
              <a:buNone/>
              <a:defRPr sz="1600">
                <a:solidFill>
                  <a:schemeClr val="accent1"/>
                </a:solidFill>
                <a:latin typeface="Outfit ExtraBold"/>
                <a:ea typeface="Outfit ExtraBold"/>
                <a:cs typeface="Outfit ExtraBold"/>
                <a:sym typeface="Outfit ExtraBold"/>
              </a:defRPr>
            </a:lvl1pPr>
            <a:lvl2pPr lvl="1"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2pPr>
            <a:lvl3pPr lvl="2"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3pPr>
            <a:lvl4pPr lvl="3"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4pPr>
            <a:lvl5pPr lvl="4"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5pPr>
            <a:lvl6pPr lvl="5"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6pPr>
            <a:lvl7pPr lvl="6"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7pPr>
            <a:lvl8pPr lvl="7"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8pPr>
            <a:lvl9pPr lvl="8"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9pPr>
          </a:lstStyle>
          <a:p>
            <a:endParaRPr/>
          </a:p>
        </p:txBody>
      </p:sp>
      <p:sp>
        <p:nvSpPr>
          <p:cNvPr id="1572" name="Google Shape;1572;p16"/>
          <p:cNvSpPr txBox="1">
            <a:spLocks noGrp="1"/>
          </p:cNvSpPr>
          <p:nvPr>
            <p:ph type="subTitle" idx="15"/>
          </p:nvPr>
        </p:nvSpPr>
        <p:spPr>
          <a:xfrm>
            <a:off x="5350614" y="3091123"/>
            <a:ext cx="3055500" cy="447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2400"/>
              <a:buFont typeface="Outfit ExtraBold"/>
              <a:buNone/>
              <a:defRPr sz="1600">
                <a:solidFill>
                  <a:schemeClr val="accent1"/>
                </a:solidFill>
                <a:latin typeface="Outfit ExtraBold"/>
                <a:ea typeface="Outfit ExtraBold"/>
                <a:cs typeface="Outfit ExtraBold"/>
                <a:sym typeface="Outfit ExtraBold"/>
              </a:defRPr>
            </a:lvl1pPr>
            <a:lvl2pPr lvl="1"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2pPr>
            <a:lvl3pPr lvl="2"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3pPr>
            <a:lvl4pPr lvl="3"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4pPr>
            <a:lvl5pPr lvl="4"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5pPr>
            <a:lvl6pPr lvl="5"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6pPr>
            <a:lvl7pPr lvl="6"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7pPr>
            <a:lvl8pPr lvl="7"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8pPr>
            <a:lvl9pPr lvl="8"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9pPr>
          </a:lstStyle>
          <a:p>
            <a:endParaRPr/>
          </a:p>
        </p:txBody>
      </p:sp>
      <p:grpSp>
        <p:nvGrpSpPr>
          <p:cNvPr id="1573" name="Google Shape;1573;p16"/>
          <p:cNvGrpSpPr/>
          <p:nvPr/>
        </p:nvGrpSpPr>
        <p:grpSpPr>
          <a:xfrm>
            <a:off x="162681" y="4658602"/>
            <a:ext cx="847201" cy="384141"/>
            <a:chOff x="162681" y="4658602"/>
            <a:chExt cx="847201" cy="384141"/>
          </a:xfrm>
        </p:grpSpPr>
        <p:grpSp>
          <p:nvGrpSpPr>
            <p:cNvPr id="1574" name="Google Shape;1574;p16"/>
            <p:cNvGrpSpPr/>
            <p:nvPr/>
          </p:nvGrpSpPr>
          <p:grpSpPr>
            <a:xfrm>
              <a:off x="611557" y="4658602"/>
              <a:ext cx="398326" cy="384141"/>
              <a:chOff x="5732640" y="1801800"/>
              <a:chExt cx="388800" cy="1096920"/>
            </a:xfrm>
          </p:grpSpPr>
          <p:sp>
            <p:nvSpPr>
              <p:cNvPr id="1575" name="Google Shape;1575;p16"/>
              <p:cNvSpPr/>
              <p:nvPr/>
            </p:nvSpPr>
            <p:spPr>
              <a:xfrm>
                <a:off x="6031440" y="1801800"/>
                <a:ext cx="90000" cy="1096920"/>
              </a:xfrm>
              <a:custGeom>
                <a:avLst/>
                <a:gdLst/>
                <a:ahLst/>
                <a:cxnLst/>
                <a:rect l="l" t="t" r="r" b="b"/>
                <a:pathLst>
                  <a:path w="250" h="3047" extrusionOk="0">
                    <a:moveTo>
                      <a:pt x="0" y="0"/>
                    </a:moveTo>
                    <a:lnTo>
                      <a:pt x="250" y="0"/>
                    </a:lnTo>
                    <a:lnTo>
                      <a:pt x="250" y="3047"/>
                    </a:lnTo>
                    <a:lnTo>
                      <a:pt x="0" y="304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76" name="Google Shape;1576;p16"/>
              <p:cNvSpPr/>
              <p:nvPr/>
            </p:nvSpPr>
            <p:spPr>
              <a:xfrm>
                <a:off x="5732640" y="2050560"/>
                <a:ext cx="90000" cy="347040"/>
              </a:xfrm>
              <a:custGeom>
                <a:avLst/>
                <a:gdLst/>
                <a:ahLst/>
                <a:cxnLst/>
                <a:rect l="l" t="t" r="r" b="b"/>
                <a:pathLst>
                  <a:path w="250" h="964" extrusionOk="0">
                    <a:moveTo>
                      <a:pt x="0" y="0"/>
                    </a:moveTo>
                    <a:lnTo>
                      <a:pt x="250" y="0"/>
                    </a:lnTo>
                    <a:lnTo>
                      <a:pt x="250" y="964"/>
                    </a:lnTo>
                    <a:lnTo>
                      <a:pt x="0" y="96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77" name="Google Shape;1577;p16"/>
              <p:cNvSpPr/>
              <p:nvPr/>
            </p:nvSpPr>
            <p:spPr>
              <a:xfrm>
                <a:off x="5882040" y="2397600"/>
                <a:ext cx="90000" cy="501120"/>
              </a:xfrm>
              <a:custGeom>
                <a:avLst/>
                <a:gdLst/>
                <a:ahLst/>
                <a:cxnLst/>
                <a:rect l="l" t="t" r="r" b="b"/>
                <a:pathLst>
                  <a:path w="250" h="1392" extrusionOk="0">
                    <a:moveTo>
                      <a:pt x="0" y="0"/>
                    </a:moveTo>
                    <a:lnTo>
                      <a:pt x="250" y="0"/>
                    </a:lnTo>
                    <a:lnTo>
                      <a:pt x="250" y="1392"/>
                    </a:lnTo>
                    <a:lnTo>
                      <a:pt x="0" y="139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578" name="Google Shape;1578;p16"/>
            <p:cNvGrpSpPr/>
            <p:nvPr/>
          </p:nvGrpSpPr>
          <p:grpSpPr>
            <a:xfrm>
              <a:off x="162681" y="4658610"/>
              <a:ext cx="398326" cy="275215"/>
              <a:chOff x="4089960" y="2589480"/>
              <a:chExt cx="388800" cy="785880"/>
            </a:xfrm>
          </p:grpSpPr>
          <p:sp>
            <p:nvSpPr>
              <p:cNvPr id="1579" name="Google Shape;1579;p16"/>
              <p:cNvSpPr/>
              <p:nvPr/>
            </p:nvSpPr>
            <p:spPr>
              <a:xfrm>
                <a:off x="4089960" y="2835360"/>
                <a:ext cx="90360" cy="540000"/>
              </a:xfrm>
              <a:custGeom>
                <a:avLst/>
                <a:gdLst/>
                <a:ahLst/>
                <a:cxnLst/>
                <a:rect l="l" t="t" r="r" b="b"/>
                <a:pathLst>
                  <a:path w="251" h="1500" extrusionOk="0">
                    <a:moveTo>
                      <a:pt x="0" y="0"/>
                    </a:moveTo>
                    <a:lnTo>
                      <a:pt x="251" y="0"/>
                    </a:lnTo>
                    <a:lnTo>
                      <a:pt x="251" y="1500"/>
                    </a:lnTo>
                    <a:lnTo>
                      <a:pt x="0" y="150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80" name="Google Shape;1580;p16"/>
              <p:cNvSpPr/>
              <p:nvPr/>
            </p:nvSpPr>
            <p:spPr>
              <a:xfrm>
                <a:off x="4388760" y="2589480"/>
                <a:ext cx="90000" cy="420480"/>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81" name="Google Shape;1581;p16"/>
              <p:cNvSpPr/>
              <p:nvPr/>
            </p:nvSpPr>
            <p:spPr>
              <a:xfrm>
                <a:off x="4239360" y="2835360"/>
                <a:ext cx="90360" cy="174600"/>
              </a:xfrm>
              <a:custGeom>
                <a:avLst/>
                <a:gdLst/>
                <a:ahLst/>
                <a:cxnLst/>
                <a:rect l="l" t="t" r="r" b="b"/>
                <a:pathLst>
                  <a:path w="251" h="485" extrusionOk="0">
                    <a:moveTo>
                      <a:pt x="0" y="0"/>
                    </a:moveTo>
                    <a:lnTo>
                      <a:pt x="251" y="0"/>
                    </a:lnTo>
                    <a:lnTo>
                      <a:pt x="251"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nvGrpSpPr>
          <p:cNvPr id="1582" name="Google Shape;1582;p16"/>
          <p:cNvGrpSpPr/>
          <p:nvPr/>
        </p:nvGrpSpPr>
        <p:grpSpPr>
          <a:xfrm>
            <a:off x="8102233" y="86275"/>
            <a:ext cx="846137" cy="453229"/>
            <a:chOff x="8102233" y="86275"/>
            <a:chExt cx="846137" cy="453229"/>
          </a:xfrm>
        </p:grpSpPr>
        <p:grpSp>
          <p:nvGrpSpPr>
            <p:cNvPr id="1583" name="Google Shape;1583;p16"/>
            <p:cNvGrpSpPr/>
            <p:nvPr/>
          </p:nvGrpSpPr>
          <p:grpSpPr>
            <a:xfrm>
              <a:off x="8102233" y="86275"/>
              <a:ext cx="397957" cy="453229"/>
              <a:chOff x="4836960" y="2166120"/>
              <a:chExt cx="388440" cy="1294200"/>
            </a:xfrm>
          </p:grpSpPr>
          <p:sp>
            <p:nvSpPr>
              <p:cNvPr id="1584" name="Google Shape;1584;p16"/>
              <p:cNvSpPr/>
              <p:nvPr/>
            </p:nvSpPr>
            <p:spPr>
              <a:xfrm>
                <a:off x="5135040" y="2166120"/>
                <a:ext cx="90360" cy="1294200"/>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85" name="Google Shape;1585;p16"/>
              <p:cNvSpPr/>
              <p:nvPr/>
            </p:nvSpPr>
            <p:spPr>
              <a:xfrm>
                <a:off x="4986000" y="2166120"/>
                <a:ext cx="90360" cy="792720"/>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86" name="Google Shape;1586;p16"/>
              <p:cNvSpPr/>
              <p:nvPr/>
            </p:nvSpPr>
            <p:spPr>
              <a:xfrm>
                <a:off x="4836960" y="2959200"/>
                <a:ext cx="90000" cy="174600"/>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587" name="Google Shape;1587;p16"/>
            <p:cNvGrpSpPr/>
            <p:nvPr/>
          </p:nvGrpSpPr>
          <p:grpSpPr>
            <a:xfrm>
              <a:off x="8550044" y="216119"/>
              <a:ext cx="398326" cy="193521"/>
              <a:chOff x="6180480" y="1249200"/>
              <a:chExt cx="388800" cy="552600"/>
            </a:xfrm>
          </p:grpSpPr>
          <p:sp>
            <p:nvSpPr>
              <p:cNvPr id="1588" name="Google Shape;1588;p16"/>
              <p:cNvSpPr/>
              <p:nvPr/>
            </p:nvSpPr>
            <p:spPr>
              <a:xfrm>
                <a:off x="6479280" y="1249200"/>
                <a:ext cx="90000" cy="173520"/>
              </a:xfrm>
              <a:custGeom>
                <a:avLst/>
                <a:gdLst/>
                <a:ahLst/>
                <a:cxnLst/>
                <a:rect l="l" t="t" r="r" b="b"/>
                <a:pathLst>
                  <a:path w="250" h="482" extrusionOk="0">
                    <a:moveTo>
                      <a:pt x="0" y="0"/>
                    </a:moveTo>
                    <a:lnTo>
                      <a:pt x="250" y="0"/>
                    </a:lnTo>
                    <a:lnTo>
                      <a:pt x="250" y="482"/>
                    </a:lnTo>
                    <a:lnTo>
                      <a:pt x="0" y="48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89" name="Google Shape;1589;p16"/>
              <p:cNvSpPr/>
              <p:nvPr/>
            </p:nvSpPr>
            <p:spPr>
              <a:xfrm>
                <a:off x="6329880" y="1249200"/>
                <a:ext cx="90000" cy="443880"/>
              </a:xfrm>
              <a:custGeom>
                <a:avLst/>
                <a:gdLst/>
                <a:ahLst/>
                <a:cxnLst/>
                <a:rect l="l" t="t" r="r" b="b"/>
                <a:pathLst>
                  <a:path w="250" h="1233" extrusionOk="0">
                    <a:moveTo>
                      <a:pt x="0" y="0"/>
                    </a:moveTo>
                    <a:lnTo>
                      <a:pt x="250" y="0"/>
                    </a:lnTo>
                    <a:lnTo>
                      <a:pt x="250" y="1233"/>
                    </a:lnTo>
                    <a:lnTo>
                      <a:pt x="0" y="123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90" name="Google Shape;1590;p16"/>
              <p:cNvSpPr/>
              <p:nvPr/>
            </p:nvSpPr>
            <p:spPr>
              <a:xfrm>
                <a:off x="6180480" y="1693080"/>
                <a:ext cx="90360" cy="108720"/>
              </a:xfrm>
              <a:custGeom>
                <a:avLst/>
                <a:gdLst/>
                <a:ahLst/>
                <a:cxnLst/>
                <a:rect l="l" t="t" r="r" b="b"/>
                <a:pathLst>
                  <a:path w="251" h="302" extrusionOk="0">
                    <a:moveTo>
                      <a:pt x="0" y="0"/>
                    </a:moveTo>
                    <a:lnTo>
                      <a:pt x="251" y="0"/>
                    </a:lnTo>
                    <a:lnTo>
                      <a:pt x="251"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591"/>
        <p:cNvGrpSpPr/>
        <p:nvPr/>
      </p:nvGrpSpPr>
      <p:grpSpPr>
        <a:xfrm>
          <a:off x="0" y="0"/>
          <a:ext cx="0" cy="0"/>
          <a:chOff x="0" y="0"/>
          <a:chExt cx="0" cy="0"/>
        </a:xfrm>
      </p:grpSpPr>
      <p:grpSp>
        <p:nvGrpSpPr>
          <p:cNvPr id="1592" name="Google Shape;1592;p17"/>
          <p:cNvGrpSpPr/>
          <p:nvPr/>
        </p:nvGrpSpPr>
        <p:grpSpPr>
          <a:xfrm>
            <a:off x="0" y="0"/>
            <a:ext cx="9143995" cy="5143491"/>
            <a:chOff x="0" y="0"/>
            <a:chExt cx="9143995" cy="5143491"/>
          </a:xfrm>
        </p:grpSpPr>
        <p:sp>
          <p:nvSpPr>
            <p:cNvPr id="1593" name="Google Shape;1593;p17"/>
            <p:cNvSpPr/>
            <p:nvPr/>
          </p:nvSpPr>
          <p:spPr>
            <a:xfrm>
              <a:off x="0" y="19319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94" name="Google Shape;1594;p17"/>
            <p:cNvSpPr/>
            <p:nvPr/>
          </p:nvSpPr>
          <p:spPr>
            <a:xfrm>
              <a:off x="0" y="401120"/>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95" name="Google Shape;1595;p17"/>
            <p:cNvSpPr/>
            <p:nvPr/>
          </p:nvSpPr>
          <p:spPr>
            <a:xfrm>
              <a:off x="0" y="60904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96" name="Google Shape;1596;p17"/>
            <p:cNvSpPr/>
            <p:nvPr/>
          </p:nvSpPr>
          <p:spPr>
            <a:xfrm>
              <a:off x="0" y="81697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97" name="Google Shape;1597;p17"/>
            <p:cNvSpPr/>
            <p:nvPr/>
          </p:nvSpPr>
          <p:spPr>
            <a:xfrm>
              <a:off x="0" y="102408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98" name="Google Shape;1598;p17"/>
            <p:cNvSpPr/>
            <p:nvPr/>
          </p:nvSpPr>
          <p:spPr>
            <a:xfrm>
              <a:off x="0" y="123201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99" name="Google Shape;1599;p17"/>
            <p:cNvSpPr/>
            <p:nvPr/>
          </p:nvSpPr>
          <p:spPr>
            <a:xfrm>
              <a:off x="0" y="143994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00" name="Google Shape;1600;p17"/>
            <p:cNvSpPr/>
            <p:nvPr/>
          </p:nvSpPr>
          <p:spPr>
            <a:xfrm>
              <a:off x="0" y="164786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01" name="Google Shape;1601;p17"/>
            <p:cNvSpPr/>
            <p:nvPr/>
          </p:nvSpPr>
          <p:spPr>
            <a:xfrm>
              <a:off x="0" y="1854977"/>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02" name="Google Shape;1602;p17"/>
            <p:cNvSpPr/>
            <p:nvPr/>
          </p:nvSpPr>
          <p:spPr>
            <a:xfrm>
              <a:off x="0" y="206290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03" name="Google Shape;1603;p17"/>
            <p:cNvSpPr/>
            <p:nvPr/>
          </p:nvSpPr>
          <p:spPr>
            <a:xfrm>
              <a:off x="0" y="227083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04" name="Google Shape;1604;p17"/>
            <p:cNvSpPr/>
            <p:nvPr/>
          </p:nvSpPr>
          <p:spPr>
            <a:xfrm>
              <a:off x="0" y="247876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05" name="Google Shape;1605;p17"/>
            <p:cNvSpPr/>
            <p:nvPr/>
          </p:nvSpPr>
          <p:spPr>
            <a:xfrm>
              <a:off x="0" y="268668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06" name="Google Shape;1606;p17"/>
            <p:cNvSpPr/>
            <p:nvPr/>
          </p:nvSpPr>
          <p:spPr>
            <a:xfrm>
              <a:off x="0" y="289461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07" name="Google Shape;1607;p17"/>
            <p:cNvSpPr/>
            <p:nvPr/>
          </p:nvSpPr>
          <p:spPr>
            <a:xfrm>
              <a:off x="0" y="3102544"/>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08" name="Google Shape;1608;p17"/>
            <p:cNvSpPr/>
            <p:nvPr/>
          </p:nvSpPr>
          <p:spPr>
            <a:xfrm>
              <a:off x="0" y="330965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09" name="Google Shape;1609;p17"/>
            <p:cNvSpPr/>
            <p:nvPr/>
          </p:nvSpPr>
          <p:spPr>
            <a:xfrm>
              <a:off x="0" y="351758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10" name="Google Shape;1610;p17"/>
            <p:cNvSpPr/>
            <p:nvPr/>
          </p:nvSpPr>
          <p:spPr>
            <a:xfrm>
              <a:off x="0" y="372550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11" name="Google Shape;1611;p17"/>
            <p:cNvSpPr/>
            <p:nvPr/>
          </p:nvSpPr>
          <p:spPr>
            <a:xfrm>
              <a:off x="0" y="393343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12" name="Google Shape;1612;p17"/>
            <p:cNvSpPr/>
            <p:nvPr/>
          </p:nvSpPr>
          <p:spPr>
            <a:xfrm>
              <a:off x="0" y="414054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13" name="Google Shape;1613;p17"/>
            <p:cNvSpPr/>
            <p:nvPr/>
          </p:nvSpPr>
          <p:spPr>
            <a:xfrm>
              <a:off x="0" y="434847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14" name="Google Shape;1614;p17"/>
            <p:cNvSpPr/>
            <p:nvPr/>
          </p:nvSpPr>
          <p:spPr>
            <a:xfrm>
              <a:off x="0" y="455640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15" name="Google Shape;1615;p17"/>
            <p:cNvSpPr/>
            <p:nvPr/>
          </p:nvSpPr>
          <p:spPr>
            <a:xfrm>
              <a:off x="0" y="476432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16" name="Google Shape;1616;p17"/>
            <p:cNvSpPr/>
            <p:nvPr/>
          </p:nvSpPr>
          <p:spPr>
            <a:xfrm>
              <a:off x="0" y="497225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17" name="Google Shape;1617;p17"/>
            <p:cNvSpPr/>
            <p:nvPr/>
          </p:nvSpPr>
          <p:spPr>
            <a:xfrm>
              <a:off x="86768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18" name="Google Shape;1618;p17"/>
            <p:cNvSpPr/>
            <p:nvPr/>
          </p:nvSpPr>
          <p:spPr>
            <a:xfrm>
              <a:off x="847046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19" name="Google Shape;1619;p17"/>
            <p:cNvSpPr/>
            <p:nvPr/>
          </p:nvSpPr>
          <p:spPr>
            <a:xfrm>
              <a:off x="826327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20" name="Google Shape;1620;p17"/>
            <p:cNvSpPr/>
            <p:nvPr/>
          </p:nvSpPr>
          <p:spPr>
            <a:xfrm>
              <a:off x="805608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21" name="Google Shape;1621;p17"/>
            <p:cNvSpPr/>
            <p:nvPr/>
          </p:nvSpPr>
          <p:spPr>
            <a:xfrm>
              <a:off x="78488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22" name="Google Shape;1622;p17"/>
            <p:cNvSpPr/>
            <p:nvPr/>
          </p:nvSpPr>
          <p:spPr>
            <a:xfrm>
              <a:off x="764169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23" name="Google Shape;1623;p17"/>
            <p:cNvSpPr/>
            <p:nvPr/>
          </p:nvSpPr>
          <p:spPr>
            <a:xfrm>
              <a:off x="74345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24" name="Google Shape;1624;p17"/>
            <p:cNvSpPr/>
            <p:nvPr/>
          </p:nvSpPr>
          <p:spPr>
            <a:xfrm>
              <a:off x="722730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25" name="Google Shape;1625;p17"/>
            <p:cNvSpPr/>
            <p:nvPr/>
          </p:nvSpPr>
          <p:spPr>
            <a:xfrm>
              <a:off x="702093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26" name="Google Shape;1626;p17"/>
            <p:cNvSpPr/>
            <p:nvPr/>
          </p:nvSpPr>
          <p:spPr>
            <a:xfrm>
              <a:off x="68137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27" name="Google Shape;1627;p17"/>
            <p:cNvSpPr/>
            <p:nvPr/>
          </p:nvSpPr>
          <p:spPr>
            <a:xfrm>
              <a:off x="66065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28" name="Google Shape;1628;p17"/>
            <p:cNvSpPr/>
            <p:nvPr/>
          </p:nvSpPr>
          <p:spPr>
            <a:xfrm>
              <a:off x="639934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29" name="Google Shape;1629;p17"/>
            <p:cNvSpPr/>
            <p:nvPr/>
          </p:nvSpPr>
          <p:spPr>
            <a:xfrm>
              <a:off x="619297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30" name="Google Shape;1630;p17"/>
            <p:cNvSpPr/>
            <p:nvPr/>
          </p:nvSpPr>
          <p:spPr>
            <a:xfrm>
              <a:off x="598577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31" name="Google Shape;1631;p17"/>
            <p:cNvSpPr/>
            <p:nvPr/>
          </p:nvSpPr>
          <p:spPr>
            <a:xfrm>
              <a:off x="577858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32" name="Google Shape;1632;p17"/>
            <p:cNvSpPr/>
            <p:nvPr/>
          </p:nvSpPr>
          <p:spPr>
            <a:xfrm>
              <a:off x="55713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33" name="Google Shape;1633;p17"/>
            <p:cNvSpPr/>
            <p:nvPr/>
          </p:nvSpPr>
          <p:spPr>
            <a:xfrm>
              <a:off x="536501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34" name="Google Shape;1634;p17"/>
            <p:cNvSpPr/>
            <p:nvPr/>
          </p:nvSpPr>
          <p:spPr>
            <a:xfrm>
              <a:off x="515863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35" name="Google Shape;1635;p17"/>
            <p:cNvSpPr/>
            <p:nvPr/>
          </p:nvSpPr>
          <p:spPr>
            <a:xfrm>
              <a:off x="495144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36" name="Google Shape;1636;p17"/>
            <p:cNvSpPr/>
            <p:nvPr/>
          </p:nvSpPr>
          <p:spPr>
            <a:xfrm>
              <a:off x="47442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37" name="Google Shape;1637;p17"/>
            <p:cNvSpPr/>
            <p:nvPr/>
          </p:nvSpPr>
          <p:spPr>
            <a:xfrm>
              <a:off x="453705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38" name="Google Shape;1638;p17"/>
            <p:cNvSpPr/>
            <p:nvPr/>
          </p:nvSpPr>
          <p:spPr>
            <a:xfrm>
              <a:off x="432986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39" name="Google Shape;1639;p17"/>
            <p:cNvSpPr/>
            <p:nvPr/>
          </p:nvSpPr>
          <p:spPr>
            <a:xfrm>
              <a:off x="412266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40" name="Google Shape;1640;p17"/>
            <p:cNvSpPr/>
            <p:nvPr/>
          </p:nvSpPr>
          <p:spPr>
            <a:xfrm>
              <a:off x="39162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41" name="Google Shape;1641;p17"/>
            <p:cNvSpPr/>
            <p:nvPr/>
          </p:nvSpPr>
          <p:spPr>
            <a:xfrm>
              <a:off x="370909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42" name="Google Shape;1642;p17"/>
            <p:cNvSpPr/>
            <p:nvPr/>
          </p:nvSpPr>
          <p:spPr>
            <a:xfrm>
              <a:off x="35019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43" name="Google Shape;1643;p17"/>
            <p:cNvSpPr/>
            <p:nvPr/>
          </p:nvSpPr>
          <p:spPr>
            <a:xfrm>
              <a:off x="329470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44" name="Google Shape;1644;p17"/>
            <p:cNvSpPr/>
            <p:nvPr/>
          </p:nvSpPr>
          <p:spPr>
            <a:xfrm>
              <a:off x="308751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45" name="Google Shape;1645;p17"/>
            <p:cNvSpPr/>
            <p:nvPr/>
          </p:nvSpPr>
          <p:spPr>
            <a:xfrm>
              <a:off x="28811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46" name="Google Shape;1646;p17"/>
            <p:cNvSpPr/>
            <p:nvPr/>
          </p:nvSpPr>
          <p:spPr>
            <a:xfrm>
              <a:off x="26739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47" name="Google Shape;1647;p17"/>
            <p:cNvSpPr/>
            <p:nvPr/>
          </p:nvSpPr>
          <p:spPr>
            <a:xfrm>
              <a:off x="246674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48" name="Google Shape;1648;p17"/>
            <p:cNvSpPr/>
            <p:nvPr/>
          </p:nvSpPr>
          <p:spPr>
            <a:xfrm>
              <a:off x="225955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49" name="Google Shape;1649;p17"/>
            <p:cNvSpPr/>
            <p:nvPr/>
          </p:nvSpPr>
          <p:spPr>
            <a:xfrm>
              <a:off x="205236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50" name="Google Shape;1650;p17"/>
            <p:cNvSpPr/>
            <p:nvPr/>
          </p:nvSpPr>
          <p:spPr>
            <a:xfrm>
              <a:off x="184598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51" name="Google Shape;1651;p17"/>
            <p:cNvSpPr/>
            <p:nvPr/>
          </p:nvSpPr>
          <p:spPr>
            <a:xfrm>
              <a:off x="16387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52" name="Google Shape;1652;p17"/>
            <p:cNvSpPr/>
            <p:nvPr/>
          </p:nvSpPr>
          <p:spPr>
            <a:xfrm>
              <a:off x="143159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53" name="Google Shape;1653;p17"/>
            <p:cNvSpPr/>
            <p:nvPr/>
          </p:nvSpPr>
          <p:spPr>
            <a:xfrm>
              <a:off x="122440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54" name="Google Shape;1654;p17"/>
            <p:cNvSpPr/>
            <p:nvPr/>
          </p:nvSpPr>
          <p:spPr>
            <a:xfrm>
              <a:off x="101720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55" name="Google Shape;1655;p17"/>
            <p:cNvSpPr/>
            <p:nvPr/>
          </p:nvSpPr>
          <p:spPr>
            <a:xfrm>
              <a:off x="81001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56" name="Google Shape;1656;p17"/>
            <p:cNvSpPr/>
            <p:nvPr/>
          </p:nvSpPr>
          <p:spPr>
            <a:xfrm>
              <a:off x="60363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57" name="Google Shape;1657;p17"/>
            <p:cNvSpPr/>
            <p:nvPr/>
          </p:nvSpPr>
          <p:spPr>
            <a:xfrm>
              <a:off x="39644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58" name="Google Shape;1658;p17"/>
            <p:cNvSpPr/>
            <p:nvPr/>
          </p:nvSpPr>
          <p:spPr>
            <a:xfrm>
              <a:off x="18925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59" name="Google Shape;1659;p17"/>
            <p:cNvSpPr/>
            <p:nvPr/>
          </p:nvSpPr>
          <p:spPr>
            <a:xfrm>
              <a:off x="8716176" y="19320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60" name="Google Shape;1660;p17"/>
            <p:cNvSpPr/>
            <p:nvPr/>
          </p:nvSpPr>
          <p:spPr>
            <a:xfrm>
              <a:off x="8716176" y="40112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61" name="Google Shape;1661;p17"/>
            <p:cNvSpPr/>
            <p:nvPr/>
          </p:nvSpPr>
          <p:spPr>
            <a:xfrm>
              <a:off x="8716176" y="60905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62" name="Google Shape;1662;p17"/>
            <p:cNvSpPr/>
            <p:nvPr/>
          </p:nvSpPr>
          <p:spPr>
            <a:xfrm>
              <a:off x="8716176" y="81698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63" name="Google Shape;1663;p17"/>
            <p:cNvSpPr/>
            <p:nvPr/>
          </p:nvSpPr>
          <p:spPr>
            <a:xfrm>
              <a:off x="8716176" y="102409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64" name="Google Shape;1664;p17"/>
            <p:cNvSpPr/>
            <p:nvPr/>
          </p:nvSpPr>
          <p:spPr>
            <a:xfrm>
              <a:off x="8716176" y="123201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65" name="Google Shape;1665;p17"/>
            <p:cNvSpPr/>
            <p:nvPr/>
          </p:nvSpPr>
          <p:spPr>
            <a:xfrm>
              <a:off x="8716176" y="143994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66" name="Google Shape;1666;p17"/>
            <p:cNvSpPr/>
            <p:nvPr/>
          </p:nvSpPr>
          <p:spPr>
            <a:xfrm>
              <a:off x="8716176" y="164787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67" name="Google Shape;1667;p17"/>
            <p:cNvSpPr/>
            <p:nvPr/>
          </p:nvSpPr>
          <p:spPr>
            <a:xfrm>
              <a:off x="8716176" y="185498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68" name="Google Shape;1668;p17"/>
            <p:cNvSpPr/>
            <p:nvPr/>
          </p:nvSpPr>
          <p:spPr>
            <a:xfrm>
              <a:off x="8716176" y="206290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69" name="Google Shape;1669;p17"/>
            <p:cNvSpPr/>
            <p:nvPr/>
          </p:nvSpPr>
          <p:spPr>
            <a:xfrm>
              <a:off x="8716176" y="227083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70" name="Google Shape;1670;p17"/>
            <p:cNvSpPr/>
            <p:nvPr/>
          </p:nvSpPr>
          <p:spPr>
            <a:xfrm>
              <a:off x="8716176" y="247876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71" name="Google Shape;1671;p17"/>
            <p:cNvSpPr/>
            <p:nvPr/>
          </p:nvSpPr>
          <p:spPr>
            <a:xfrm>
              <a:off x="8716176" y="268668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72" name="Google Shape;1672;p17"/>
            <p:cNvSpPr/>
            <p:nvPr/>
          </p:nvSpPr>
          <p:spPr>
            <a:xfrm>
              <a:off x="8716176" y="289461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73" name="Google Shape;1673;p17"/>
            <p:cNvSpPr/>
            <p:nvPr/>
          </p:nvSpPr>
          <p:spPr>
            <a:xfrm>
              <a:off x="8716176" y="310254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74" name="Google Shape;1674;p17"/>
            <p:cNvSpPr/>
            <p:nvPr/>
          </p:nvSpPr>
          <p:spPr>
            <a:xfrm>
              <a:off x="8716176" y="330965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75" name="Google Shape;1675;p17"/>
            <p:cNvSpPr/>
            <p:nvPr/>
          </p:nvSpPr>
          <p:spPr>
            <a:xfrm>
              <a:off x="8716176" y="351757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76" name="Google Shape;1676;p17"/>
            <p:cNvSpPr/>
            <p:nvPr/>
          </p:nvSpPr>
          <p:spPr>
            <a:xfrm>
              <a:off x="8716176" y="372550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77" name="Google Shape;1677;p17"/>
            <p:cNvSpPr/>
            <p:nvPr/>
          </p:nvSpPr>
          <p:spPr>
            <a:xfrm>
              <a:off x="8716176" y="393343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78" name="Google Shape;1678;p17"/>
            <p:cNvSpPr/>
            <p:nvPr/>
          </p:nvSpPr>
          <p:spPr>
            <a:xfrm>
              <a:off x="8716176" y="414054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79" name="Google Shape;1679;p17"/>
            <p:cNvSpPr/>
            <p:nvPr/>
          </p:nvSpPr>
          <p:spPr>
            <a:xfrm>
              <a:off x="8716176" y="434846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80" name="Google Shape;1680;p17"/>
            <p:cNvSpPr/>
            <p:nvPr/>
          </p:nvSpPr>
          <p:spPr>
            <a:xfrm>
              <a:off x="8716176" y="455639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81" name="Google Shape;1681;p17"/>
            <p:cNvSpPr/>
            <p:nvPr/>
          </p:nvSpPr>
          <p:spPr>
            <a:xfrm>
              <a:off x="8716176" y="476432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82" name="Google Shape;1682;p17"/>
            <p:cNvSpPr/>
            <p:nvPr/>
          </p:nvSpPr>
          <p:spPr>
            <a:xfrm>
              <a:off x="8716176" y="497225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83" name="Google Shape;1683;p17"/>
            <p:cNvSpPr/>
            <p:nvPr/>
          </p:nvSpPr>
          <p:spPr>
            <a:xfrm>
              <a:off x="907150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84" name="Google Shape;1684;p17"/>
            <p:cNvSpPr/>
            <p:nvPr/>
          </p:nvSpPr>
          <p:spPr>
            <a:xfrm>
              <a:off x="886430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sp>
        <p:nvSpPr>
          <p:cNvPr id="1685" name="Google Shape;1685;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86" name="Google Shape;1686;p17"/>
          <p:cNvSpPr txBox="1">
            <a:spLocks noGrp="1"/>
          </p:cNvSpPr>
          <p:nvPr>
            <p:ph type="subTitle" idx="1"/>
          </p:nvPr>
        </p:nvSpPr>
        <p:spPr>
          <a:xfrm>
            <a:off x="5018337" y="2390225"/>
            <a:ext cx="3356400" cy="1389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687" name="Google Shape;1687;p17"/>
          <p:cNvSpPr txBox="1">
            <a:spLocks noGrp="1"/>
          </p:cNvSpPr>
          <p:nvPr>
            <p:ph type="subTitle" idx="2"/>
          </p:nvPr>
        </p:nvSpPr>
        <p:spPr>
          <a:xfrm>
            <a:off x="769262" y="2390225"/>
            <a:ext cx="3356400" cy="1389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688" name="Google Shape;1688;p17"/>
          <p:cNvSpPr txBox="1">
            <a:spLocks noGrp="1"/>
          </p:cNvSpPr>
          <p:nvPr>
            <p:ph type="subTitle" idx="3"/>
          </p:nvPr>
        </p:nvSpPr>
        <p:spPr>
          <a:xfrm>
            <a:off x="769262" y="1893875"/>
            <a:ext cx="3356400" cy="572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1pPr>
            <a:lvl2pPr lvl="1"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2pPr>
            <a:lvl3pPr lvl="2"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3pPr>
            <a:lvl4pPr lvl="3"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4pPr>
            <a:lvl5pPr lvl="4"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5pPr>
            <a:lvl6pPr lvl="5"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6pPr>
            <a:lvl7pPr lvl="6"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7pPr>
            <a:lvl8pPr lvl="7"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8pPr>
            <a:lvl9pPr lvl="8"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9pPr>
          </a:lstStyle>
          <a:p>
            <a:endParaRPr/>
          </a:p>
        </p:txBody>
      </p:sp>
      <p:sp>
        <p:nvSpPr>
          <p:cNvPr id="1689" name="Google Shape;1689;p17"/>
          <p:cNvSpPr txBox="1">
            <a:spLocks noGrp="1"/>
          </p:cNvSpPr>
          <p:nvPr>
            <p:ph type="subTitle" idx="4"/>
          </p:nvPr>
        </p:nvSpPr>
        <p:spPr>
          <a:xfrm>
            <a:off x="5018338" y="1893875"/>
            <a:ext cx="3356400" cy="572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1pPr>
            <a:lvl2pPr lvl="1"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2pPr>
            <a:lvl3pPr lvl="2"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3pPr>
            <a:lvl4pPr lvl="3"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4pPr>
            <a:lvl5pPr lvl="4"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5pPr>
            <a:lvl6pPr lvl="5"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6pPr>
            <a:lvl7pPr lvl="6"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7pPr>
            <a:lvl8pPr lvl="7"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8pPr>
            <a:lvl9pPr lvl="8"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9pPr>
          </a:lstStyle>
          <a:p>
            <a:endParaRPr/>
          </a:p>
        </p:txBody>
      </p:sp>
      <p:grpSp>
        <p:nvGrpSpPr>
          <p:cNvPr id="1690" name="Google Shape;1690;p17"/>
          <p:cNvGrpSpPr/>
          <p:nvPr/>
        </p:nvGrpSpPr>
        <p:grpSpPr>
          <a:xfrm>
            <a:off x="7980795" y="-22"/>
            <a:ext cx="1163258" cy="567589"/>
            <a:chOff x="6180480" y="488520"/>
            <a:chExt cx="1135440" cy="1204560"/>
          </a:xfrm>
        </p:grpSpPr>
        <p:sp>
          <p:nvSpPr>
            <p:cNvPr id="1691" name="Google Shape;1691;p17"/>
            <p:cNvSpPr/>
            <p:nvPr/>
          </p:nvSpPr>
          <p:spPr>
            <a:xfrm>
              <a:off x="6479280" y="1249200"/>
              <a:ext cx="90000" cy="173520"/>
            </a:xfrm>
            <a:custGeom>
              <a:avLst/>
              <a:gdLst/>
              <a:ahLst/>
              <a:cxnLst/>
              <a:rect l="l" t="t" r="r" b="b"/>
              <a:pathLst>
                <a:path w="250" h="482" extrusionOk="0">
                  <a:moveTo>
                    <a:pt x="0" y="0"/>
                  </a:moveTo>
                  <a:lnTo>
                    <a:pt x="250" y="0"/>
                  </a:lnTo>
                  <a:lnTo>
                    <a:pt x="250" y="482"/>
                  </a:lnTo>
                  <a:lnTo>
                    <a:pt x="0" y="48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92" name="Google Shape;1692;p17"/>
            <p:cNvSpPr/>
            <p:nvPr/>
          </p:nvSpPr>
          <p:spPr>
            <a:xfrm>
              <a:off x="6329880" y="1249200"/>
              <a:ext cx="90000" cy="443880"/>
            </a:xfrm>
            <a:custGeom>
              <a:avLst/>
              <a:gdLst/>
              <a:ahLst/>
              <a:cxnLst/>
              <a:rect l="l" t="t" r="r" b="b"/>
              <a:pathLst>
                <a:path w="250" h="1233" extrusionOk="0">
                  <a:moveTo>
                    <a:pt x="0" y="0"/>
                  </a:moveTo>
                  <a:lnTo>
                    <a:pt x="250" y="0"/>
                  </a:lnTo>
                  <a:lnTo>
                    <a:pt x="250" y="1233"/>
                  </a:lnTo>
                  <a:lnTo>
                    <a:pt x="0" y="123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93" name="Google Shape;1693;p17"/>
            <p:cNvSpPr/>
            <p:nvPr/>
          </p:nvSpPr>
          <p:spPr>
            <a:xfrm>
              <a:off x="7076520" y="794880"/>
              <a:ext cx="90360" cy="368280"/>
            </a:xfrm>
            <a:custGeom>
              <a:avLst/>
              <a:gdLst/>
              <a:ahLst/>
              <a:cxnLst/>
              <a:rect l="l" t="t" r="r" b="b"/>
              <a:pathLst>
                <a:path w="251" h="1023" extrusionOk="0">
                  <a:moveTo>
                    <a:pt x="0" y="0"/>
                  </a:moveTo>
                  <a:lnTo>
                    <a:pt x="251" y="0"/>
                  </a:lnTo>
                  <a:lnTo>
                    <a:pt x="251" y="1023"/>
                  </a:lnTo>
                  <a:lnTo>
                    <a:pt x="0" y="10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94" name="Google Shape;1694;p17"/>
            <p:cNvSpPr/>
            <p:nvPr/>
          </p:nvSpPr>
          <p:spPr>
            <a:xfrm>
              <a:off x="6927480" y="910440"/>
              <a:ext cx="90000" cy="253080"/>
            </a:xfrm>
            <a:custGeom>
              <a:avLst/>
              <a:gdLst/>
              <a:ahLst/>
              <a:cxnLst/>
              <a:rect l="l" t="t" r="r" b="b"/>
              <a:pathLst>
                <a:path w="250" h="703" extrusionOk="0">
                  <a:moveTo>
                    <a:pt x="0" y="0"/>
                  </a:moveTo>
                  <a:lnTo>
                    <a:pt x="250" y="0"/>
                  </a:lnTo>
                  <a:lnTo>
                    <a:pt x="250" y="703"/>
                  </a:lnTo>
                  <a:lnTo>
                    <a:pt x="0" y="70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95" name="Google Shape;1695;p17"/>
            <p:cNvSpPr/>
            <p:nvPr/>
          </p:nvSpPr>
          <p:spPr>
            <a:xfrm>
              <a:off x="7225920" y="488520"/>
              <a:ext cx="90000" cy="306360"/>
            </a:xfrm>
            <a:custGeom>
              <a:avLst/>
              <a:gdLst/>
              <a:ahLst/>
              <a:cxnLst/>
              <a:rect l="l" t="t" r="r" b="b"/>
              <a:pathLst>
                <a:path w="250" h="851" extrusionOk="0">
                  <a:moveTo>
                    <a:pt x="0" y="0"/>
                  </a:moveTo>
                  <a:lnTo>
                    <a:pt x="250" y="0"/>
                  </a:lnTo>
                  <a:lnTo>
                    <a:pt x="250" y="851"/>
                  </a:lnTo>
                  <a:lnTo>
                    <a:pt x="0" y="85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96" name="Google Shape;1696;p17"/>
            <p:cNvSpPr/>
            <p:nvPr/>
          </p:nvSpPr>
          <p:spPr>
            <a:xfrm>
              <a:off x="6778080" y="910440"/>
              <a:ext cx="90000" cy="621000"/>
            </a:xfrm>
            <a:custGeom>
              <a:avLst/>
              <a:gdLst/>
              <a:ahLst/>
              <a:cxnLst/>
              <a:rect l="l" t="t" r="r" b="b"/>
              <a:pathLst>
                <a:path w="250" h="1725" extrusionOk="0">
                  <a:moveTo>
                    <a:pt x="0" y="0"/>
                  </a:moveTo>
                  <a:lnTo>
                    <a:pt x="250" y="0"/>
                  </a:lnTo>
                  <a:lnTo>
                    <a:pt x="250" y="1725"/>
                  </a:lnTo>
                  <a:lnTo>
                    <a:pt x="0" y="172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97" name="Google Shape;1697;p17"/>
            <p:cNvSpPr/>
            <p:nvPr/>
          </p:nvSpPr>
          <p:spPr>
            <a:xfrm>
              <a:off x="6180480" y="1369650"/>
              <a:ext cx="90360" cy="108720"/>
            </a:xfrm>
            <a:custGeom>
              <a:avLst/>
              <a:gdLst/>
              <a:ahLst/>
              <a:cxnLst/>
              <a:rect l="l" t="t" r="r" b="b"/>
              <a:pathLst>
                <a:path w="251" h="302" extrusionOk="0">
                  <a:moveTo>
                    <a:pt x="0" y="0"/>
                  </a:moveTo>
                  <a:lnTo>
                    <a:pt x="251" y="0"/>
                  </a:lnTo>
                  <a:lnTo>
                    <a:pt x="251"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98" name="Google Shape;1698;p17"/>
            <p:cNvSpPr/>
            <p:nvPr/>
          </p:nvSpPr>
          <p:spPr>
            <a:xfrm>
              <a:off x="6628680" y="1422720"/>
              <a:ext cx="90000" cy="108720"/>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699" name="Google Shape;1699;p17"/>
          <p:cNvGrpSpPr/>
          <p:nvPr/>
        </p:nvGrpSpPr>
        <p:grpSpPr>
          <a:xfrm>
            <a:off x="54322" y="4610065"/>
            <a:ext cx="1469010" cy="542687"/>
            <a:chOff x="4687560" y="2019390"/>
            <a:chExt cx="1433880" cy="1549650"/>
          </a:xfrm>
        </p:grpSpPr>
        <p:sp>
          <p:nvSpPr>
            <p:cNvPr id="1700" name="Google Shape;1700;p17"/>
            <p:cNvSpPr/>
            <p:nvPr/>
          </p:nvSpPr>
          <p:spPr>
            <a:xfrm>
              <a:off x="5135040" y="2166120"/>
              <a:ext cx="90360" cy="1294200"/>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01" name="Google Shape;1701;p17"/>
            <p:cNvSpPr/>
            <p:nvPr/>
          </p:nvSpPr>
          <p:spPr>
            <a:xfrm>
              <a:off x="6031440" y="2019390"/>
              <a:ext cx="90000" cy="1096920"/>
            </a:xfrm>
            <a:custGeom>
              <a:avLst/>
              <a:gdLst/>
              <a:ahLst/>
              <a:cxnLst/>
              <a:rect l="l" t="t" r="r" b="b"/>
              <a:pathLst>
                <a:path w="250" h="3047" extrusionOk="0">
                  <a:moveTo>
                    <a:pt x="0" y="0"/>
                  </a:moveTo>
                  <a:lnTo>
                    <a:pt x="250" y="0"/>
                  </a:lnTo>
                  <a:lnTo>
                    <a:pt x="250" y="3047"/>
                  </a:lnTo>
                  <a:lnTo>
                    <a:pt x="0" y="304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02" name="Google Shape;1702;p17"/>
            <p:cNvSpPr/>
            <p:nvPr/>
          </p:nvSpPr>
          <p:spPr>
            <a:xfrm>
              <a:off x="5433840" y="2706120"/>
              <a:ext cx="90000" cy="754200"/>
            </a:xfrm>
            <a:custGeom>
              <a:avLst/>
              <a:gdLst/>
              <a:ahLst/>
              <a:cxnLst/>
              <a:rect l="l" t="t" r="r" b="b"/>
              <a:pathLst>
                <a:path w="250" h="2095" extrusionOk="0">
                  <a:moveTo>
                    <a:pt x="0" y="0"/>
                  </a:moveTo>
                  <a:lnTo>
                    <a:pt x="250" y="0"/>
                  </a:lnTo>
                  <a:lnTo>
                    <a:pt x="250" y="2095"/>
                  </a:lnTo>
                  <a:lnTo>
                    <a:pt x="0" y="20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03" name="Google Shape;1703;p17"/>
            <p:cNvSpPr/>
            <p:nvPr/>
          </p:nvSpPr>
          <p:spPr>
            <a:xfrm>
              <a:off x="4986000" y="2166120"/>
              <a:ext cx="90360" cy="792720"/>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04" name="Google Shape;1704;p17"/>
            <p:cNvSpPr/>
            <p:nvPr/>
          </p:nvSpPr>
          <p:spPr>
            <a:xfrm>
              <a:off x="5732640" y="2050560"/>
              <a:ext cx="90000" cy="347040"/>
            </a:xfrm>
            <a:custGeom>
              <a:avLst/>
              <a:gdLst/>
              <a:ahLst/>
              <a:cxnLst/>
              <a:rect l="l" t="t" r="r" b="b"/>
              <a:pathLst>
                <a:path w="250" h="964" extrusionOk="0">
                  <a:moveTo>
                    <a:pt x="0" y="0"/>
                  </a:moveTo>
                  <a:lnTo>
                    <a:pt x="250" y="0"/>
                  </a:lnTo>
                  <a:lnTo>
                    <a:pt x="250" y="964"/>
                  </a:lnTo>
                  <a:lnTo>
                    <a:pt x="0" y="96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05" name="Google Shape;1705;p17"/>
            <p:cNvSpPr/>
            <p:nvPr/>
          </p:nvSpPr>
          <p:spPr>
            <a:xfrm>
              <a:off x="5882040" y="2397600"/>
              <a:ext cx="90000" cy="501120"/>
            </a:xfrm>
            <a:custGeom>
              <a:avLst/>
              <a:gdLst/>
              <a:ahLst/>
              <a:cxnLst/>
              <a:rect l="l" t="t" r="r" b="b"/>
              <a:pathLst>
                <a:path w="250" h="1392" extrusionOk="0">
                  <a:moveTo>
                    <a:pt x="0" y="0"/>
                  </a:moveTo>
                  <a:lnTo>
                    <a:pt x="250" y="0"/>
                  </a:lnTo>
                  <a:lnTo>
                    <a:pt x="250" y="1392"/>
                  </a:lnTo>
                  <a:lnTo>
                    <a:pt x="0" y="139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06" name="Google Shape;1706;p17"/>
            <p:cNvSpPr/>
            <p:nvPr/>
          </p:nvSpPr>
          <p:spPr>
            <a:xfrm>
              <a:off x="4687560" y="3133800"/>
              <a:ext cx="90000" cy="420840"/>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07" name="Google Shape;1707;p17"/>
            <p:cNvSpPr/>
            <p:nvPr/>
          </p:nvSpPr>
          <p:spPr>
            <a:xfrm>
              <a:off x="4836960" y="2959200"/>
              <a:ext cx="90000" cy="174600"/>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08" name="Google Shape;1708;p17"/>
            <p:cNvSpPr/>
            <p:nvPr/>
          </p:nvSpPr>
          <p:spPr>
            <a:xfrm>
              <a:off x="5583240" y="2050560"/>
              <a:ext cx="90000" cy="655920"/>
            </a:xfrm>
            <a:custGeom>
              <a:avLst/>
              <a:gdLst/>
              <a:ahLst/>
              <a:cxnLst/>
              <a:rect l="l" t="t" r="r" b="b"/>
              <a:pathLst>
                <a:path w="250" h="1822" extrusionOk="0">
                  <a:moveTo>
                    <a:pt x="0" y="0"/>
                  </a:moveTo>
                  <a:lnTo>
                    <a:pt x="250" y="0"/>
                  </a:lnTo>
                  <a:lnTo>
                    <a:pt x="250" y="1822"/>
                  </a:lnTo>
                  <a:lnTo>
                    <a:pt x="0" y="182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09" name="Google Shape;1709;p17"/>
            <p:cNvSpPr/>
            <p:nvPr/>
          </p:nvSpPr>
          <p:spPr>
            <a:xfrm>
              <a:off x="5284440" y="3460320"/>
              <a:ext cx="90000" cy="108720"/>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1710"/>
        <p:cNvGrpSpPr/>
        <p:nvPr/>
      </p:nvGrpSpPr>
      <p:grpSpPr>
        <a:xfrm>
          <a:off x="0" y="0"/>
          <a:ext cx="0" cy="0"/>
          <a:chOff x="0" y="0"/>
          <a:chExt cx="0" cy="0"/>
        </a:xfrm>
      </p:grpSpPr>
      <p:grpSp>
        <p:nvGrpSpPr>
          <p:cNvPr id="1711" name="Google Shape;1711;p18"/>
          <p:cNvGrpSpPr/>
          <p:nvPr/>
        </p:nvGrpSpPr>
        <p:grpSpPr>
          <a:xfrm>
            <a:off x="0" y="0"/>
            <a:ext cx="9143995" cy="5143491"/>
            <a:chOff x="0" y="0"/>
            <a:chExt cx="9143995" cy="5143491"/>
          </a:xfrm>
        </p:grpSpPr>
        <p:sp>
          <p:nvSpPr>
            <p:cNvPr id="1712" name="Google Shape;1712;p18"/>
            <p:cNvSpPr/>
            <p:nvPr/>
          </p:nvSpPr>
          <p:spPr>
            <a:xfrm>
              <a:off x="0" y="19319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13" name="Google Shape;1713;p18"/>
            <p:cNvSpPr/>
            <p:nvPr/>
          </p:nvSpPr>
          <p:spPr>
            <a:xfrm>
              <a:off x="0" y="401120"/>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14" name="Google Shape;1714;p18"/>
            <p:cNvSpPr/>
            <p:nvPr/>
          </p:nvSpPr>
          <p:spPr>
            <a:xfrm>
              <a:off x="0" y="60904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15" name="Google Shape;1715;p18"/>
            <p:cNvSpPr/>
            <p:nvPr/>
          </p:nvSpPr>
          <p:spPr>
            <a:xfrm>
              <a:off x="0" y="81697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16" name="Google Shape;1716;p18"/>
            <p:cNvSpPr/>
            <p:nvPr/>
          </p:nvSpPr>
          <p:spPr>
            <a:xfrm>
              <a:off x="0" y="102408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17" name="Google Shape;1717;p18"/>
            <p:cNvSpPr/>
            <p:nvPr/>
          </p:nvSpPr>
          <p:spPr>
            <a:xfrm>
              <a:off x="0" y="123201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18" name="Google Shape;1718;p18"/>
            <p:cNvSpPr/>
            <p:nvPr/>
          </p:nvSpPr>
          <p:spPr>
            <a:xfrm>
              <a:off x="0" y="143994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19" name="Google Shape;1719;p18"/>
            <p:cNvSpPr/>
            <p:nvPr/>
          </p:nvSpPr>
          <p:spPr>
            <a:xfrm>
              <a:off x="0" y="164786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20" name="Google Shape;1720;p18"/>
            <p:cNvSpPr/>
            <p:nvPr/>
          </p:nvSpPr>
          <p:spPr>
            <a:xfrm>
              <a:off x="0" y="1854977"/>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21" name="Google Shape;1721;p18"/>
            <p:cNvSpPr/>
            <p:nvPr/>
          </p:nvSpPr>
          <p:spPr>
            <a:xfrm>
              <a:off x="0" y="206290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22" name="Google Shape;1722;p18"/>
            <p:cNvSpPr/>
            <p:nvPr/>
          </p:nvSpPr>
          <p:spPr>
            <a:xfrm>
              <a:off x="0" y="227083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23" name="Google Shape;1723;p18"/>
            <p:cNvSpPr/>
            <p:nvPr/>
          </p:nvSpPr>
          <p:spPr>
            <a:xfrm>
              <a:off x="0" y="247876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24" name="Google Shape;1724;p18"/>
            <p:cNvSpPr/>
            <p:nvPr/>
          </p:nvSpPr>
          <p:spPr>
            <a:xfrm>
              <a:off x="0" y="268668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25" name="Google Shape;1725;p18"/>
            <p:cNvSpPr/>
            <p:nvPr/>
          </p:nvSpPr>
          <p:spPr>
            <a:xfrm>
              <a:off x="0" y="289461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26" name="Google Shape;1726;p18"/>
            <p:cNvSpPr/>
            <p:nvPr/>
          </p:nvSpPr>
          <p:spPr>
            <a:xfrm>
              <a:off x="0" y="3102544"/>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27" name="Google Shape;1727;p18"/>
            <p:cNvSpPr/>
            <p:nvPr/>
          </p:nvSpPr>
          <p:spPr>
            <a:xfrm>
              <a:off x="0" y="330965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28" name="Google Shape;1728;p18"/>
            <p:cNvSpPr/>
            <p:nvPr/>
          </p:nvSpPr>
          <p:spPr>
            <a:xfrm>
              <a:off x="0" y="351758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29" name="Google Shape;1729;p18"/>
            <p:cNvSpPr/>
            <p:nvPr/>
          </p:nvSpPr>
          <p:spPr>
            <a:xfrm>
              <a:off x="0" y="372550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30" name="Google Shape;1730;p18"/>
            <p:cNvSpPr/>
            <p:nvPr/>
          </p:nvSpPr>
          <p:spPr>
            <a:xfrm>
              <a:off x="0" y="393343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31" name="Google Shape;1731;p18"/>
            <p:cNvSpPr/>
            <p:nvPr/>
          </p:nvSpPr>
          <p:spPr>
            <a:xfrm>
              <a:off x="0" y="414054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32" name="Google Shape;1732;p18"/>
            <p:cNvSpPr/>
            <p:nvPr/>
          </p:nvSpPr>
          <p:spPr>
            <a:xfrm>
              <a:off x="0" y="434847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33" name="Google Shape;1733;p18"/>
            <p:cNvSpPr/>
            <p:nvPr/>
          </p:nvSpPr>
          <p:spPr>
            <a:xfrm>
              <a:off x="0" y="455640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34" name="Google Shape;1734;p18"/>
            <p:cNvSpPr/>
            <p:nvPr/>
          </p:nvSpPr>
          <p:spPr>
            <a:xfrm>
              <a:off x="0" y="476432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35" name="Google Shape;1735;p18"/>
            <p:cNvSpPr/>
            <p:nvPr/>
          </p:nvSpPr>
          <p:spPr>
            <a:xfrm>
              <a:off x="0" y="497225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36" name="Google Shape;1736;p18"/>
            <p:cNvSpPr/>
            <p:nvPr/>
          </p:nvSpPr>
          <p:spPr>
            <a:xfrm>
              <a:off x="86768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37" name="Google Shape;1737;p18"/>
            <p:cNvSpPr/>
            <p:nvPr/>
          </p:nvSpPr>
          <p:spPr>
            <a:xfrm>
              <a:off x="847046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38" name="Google Shape;1738;p18"/>
            <p:cNvSpPr/>
            <p:nvPr/>
          </p:nvSpPr>
          <p:spPr>
            <a:xfrm>
              <a:off x="826327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39" name="Google Shape;1739;p18"/>
            <p:cNvSpPr/>
            <p:nvPr/>
          </p:nvSpPr>
          <p:spPr>
            <a:xfrm>
              <a:off x="805608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40" name="Google Shape;1740;p18"/>
            <p:cNvSpPr/>
            <p:nvPr/>
          </p:nvSpPr>
          <p:spPr>
            <a:xfrm>
              <a:off x="78488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41" name="Google Shape;1741;p18"/>
            <p:cNvSpPr/>
            <p:nvPr/>
          </p:nvSpPr>
          <p:spPr>
            <a:xfrm>
              <a:off x="764169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42" name="Google Shape;1742;p18"/>
            <p:cNvSpPr/>
            <p:nvPr/>
          </p:nvSpPr>
          <p:spPr>
            <a:xfrm>
              <a:off x="74345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43" name="Google Shape;1743;p18"/>
            <p:cNvSpPr/>
            <p:nvPr/>
          </p:nvSpPr>
          <p:spPr>
            <a:xfrm>
              <a:off x="722730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44" name="Google Shape;1744;p18"/>
            <p:cNvSpPr/>
            <p:nvPr/>
          </p:nvSpPr>
          <p:spPr>
            <a:xfrm>
              <a:off x="702093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45" name="Google Shape;1745;p18"/>
            <p:cNvSpPr/>
            <p:nvPr/>
          </p:nvSpPr>
          <p:spPr>
            <a:xfrm>
              <a:off x="68137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46" name="Google Shape;1746;p18"/>
            <p:cNvSpPr/>
            <p:nvPr/>
          </p:nvSpPr>
          <p:spPr>
            <a:xfrm>
              <a:off x="66065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47" name="Google Shape;1747;p18"/>
            <p:cNvSpPr/>
            <p:nvPr/>
          </p:nvSpPr>
          <p:spPr>
            <a:xfrm>
              <a:off x="639934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48" name="Google Shape;1748;p18"/>
            <p:cNvSpPr/>
            <p:nvPr/>
          </p:nvSpPr>
          <p:spPr>
            <a:xfrm>
              <a:off x="619297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49" name="Google Shape;1749;p18"/>
            <p:cNvSpPr/>
            <p:nvPr/>
          </p:nvSpPr>
          <p:spPr>
            <a:xfrm>
              <a:off x="598577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50" name="Google Shape;1750;p18"/>
            <p:cNvSpPr/>
            <p:nvPr/>
          </p:nvSpPr>
          <p:spPr>
            <a:xfrm>
              <a:off x="577858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51" name="Google Shape;1751;p18"/>
            <p:cNvSpPr/>
            <p:nvPr/>
          </p:nvSpPr>
          <p:spPr>
            <a:xfrm>
              <a:off x="55713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52" name="Google Shape;1752;p18"/>
            <p:cNvSpPr/>
            <p:nvPr/>
          </p:nvSpPr>
          <p:spPr>
            <a:xfrm>
              <a:off x="536501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53" name="Google Shape;1753;p18"/>
            <p:cNvSpPr/>
            <p:nvPr/>
          </p:nvSpPr>
          <p:spPr>
            <a:xfrm>
              <a:off x="515863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54" name="Google Shape;1754;p18"/>
            <p:cNvSpPr/>
            <p:nvPr/>
          </p:nvSpPr>
          <p:spPr>
            <a:xfrm>
              <a:off x="495144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55" name="Google Shape;1755;p18"/>
            <p:cNvSpPr/>
            <p:nvPr/>
          </p:nvSpPr>
          <p:spPr>
            <a:xfrm>
              <a:off x="47442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56" name="Google Shape;1756;p18"/>
            <p:cNvSpPr/>
            <p:nvPr/>
          </p:nvSpPr>
          <p:spPr>
            <a:xfrm>
              <a:off x="453705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57" name="Google Shape;1757;p18"/>
            <p:cNvSpPr/>
            <p:nvPr/>
          </p:nvSpPr>
          <p:spPr>
            <a:xfrm>
              <a:off x="432986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58" name="Google Shape;1758;p18"/>
            <p:cNvSpPr/>
            <p:nvPr/>
          </p:nvSpPr>
          <p:spPr>
            <a:xfrm>
              <a:off x="412266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59" name="Google Shape;1759;p18"/>
            <p:cNvSpPr/>
            <p:nvPr/>
          </p:nvSpPr>
          <p:spPr>
            <a:xfrm>
              <a:off x="39162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60" name="Google Shape;1760;p18"/>
            <p:cNvSpPr/>
            <p:nvPr/>
          </p:nvSpPr>
          <p:spPr>
            <a:xfrm>
              <a:off x="370909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61" name="Google Shape;1761;p18"/>
            <p:cNvSpPr/>
            <p:nvPr/>
          </p:nvSpPr>
          <p:spPr>
            <a:xfrm>
              <a:off x="35019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62" name="Google Shape;1762;p18"/>
            <p:cNvSpPr/>
            <p:nvPr/>
          </p:nvSpPr>
          <p:spPr>
            <a:xfrm>
              <a:off x="329470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63" name="Google Shape;1763;p18"/>
            <p:cNvSpPr/>
            <p:nvPr/>
          </p:nvSpPr>
          <p:spPr>
            <a:xfrm>
              <a:off x="308751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64" name="Google Shape;1764;p18"/>
            <p:cNvSpPr/>
            <p:nvPr/>
          </p:nvSpPr>
          <p:spPr>
            <a:xfrm>
              <a:off x="28811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65" name="Google Shape;1765;p18"/>
            <p:cNvSpPr/>
            <p:nvPr/>
          </p:nvSpPr>
          <p:spPr>
            <a:xfrm>
              <a:off x="26739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66" name="Google Shape;1766;p18"/>
            <p:cNvSpPr/>
            <p:nvPr/>
          </p:nvSpPr>
          <p:spPr>
            <a:xfrm>
              <a:off x="246674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67" name="Google Shape;1767;p18"/>
            <p:cNvSpPr/>
            <p:nvPr/>
          </p:nvSpPr>
          <p:spPr>
            <a:xfrm>
              <a:off x="225955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68" name="Google Shape;1768;p18"/>
            <p:cNvSpPr/>
            <p:nvPr/>
          </p:nvSpPr>
          <p:spPr>
            <a:xfrm>
              <a:off x="205236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69" name="Google Shape;1769;p18"/>
            <p:cNvSpPr/>
            <p:nvPr/>
          </p:nvSpPr>
          <p:spPr>
            <a:xfrm>
              <a:off x="184598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70" name="Google Shape;1770;p18"/>
            <p:cNvSpPr/>
            <p:nvPr/>
          </p:nvSpPr>
          <p:spPr>
            <a:xfrm>
              <a:off x="16387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71" name="Google Shape;1771;p18"/>
            <p:cNvSpPr/>
            <p:nvPr/>
          </p:nvSpPr>
          <p:spPr>
            <a:xfrm>
              <a:off x="143159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72" name="Google Shape;1772;p18"/>
            <p:cNvSpPr/>
            <p:nvPr/>
          </p:nvSpPr>
          <p:spPr>
            <a:xfrm>
              <a:off x="122440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73" name="Google Shape;1773;p18"/>
            <p:cNvSpPr/>
            <p:nvPr/>
          </p:nvSpPr>
          <p:spPr>
            <a:xfrm>
              <a:off x="101720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74" name="Google Shape;1774;p18"/>
            <p:cNvSpPr/>
            <p:nvPr/>
          </p:nvSpPr>
          <p:spPr>
            <a:xfrm>
              <a:off x="81001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75" name="Google Shape;1775;p18"/>
            <p:cNvSpPr/>
            <p:nvPr/>
          </p:nvSpPr>
          <p:spPr>
            <a:xfrm>
              <a:off x="60363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76" name="Google Shape;1776;p18"/>
            <p:cNvSpPr/>
            <p:nvPr/>
          </p:nvSpPr>
          <p:spPr>
            <a:xfrm>
              <a:off x="39644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77" name="Google Shape;1777;p18"/>
            <p:cNvSpPr/>
            <p:nvPr/>
          </p:nvSpPr>
          <p:spPr>
            <a:xfrm>
              <a:off x="18925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78" name="Google Shape;1778;p18"/>
            <p:cNvSpPr/>
            <p:nvPr/>
          </p:nvSpPr>
          <p:spPr>
            <a:xfrm>
              <a:off x="8716176" y="19320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79" name="Google Shape;1779;p18"/>
            <p:cNvSpPr/>
            <p:nvPr/>
          </p:nvSpPr>
          <p:spPr>
            <a:xfrm>
              <a:off x="8716176" y="40112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80" name="Google Shape;1780;p18"/>
            <p:cNvSpPr/>
            <p:nvPr/>
          </p:nvSpPr>
          <p:spPr>
            <a:xfrm>
              <a:off x="8716176" y="60905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81" name="Google Shape;1781;p18"/>
            <p:cNvSpPr/>
            <p:nvPr/>
          </p:nvSpPr>
          <p:spPr>
            <a:xfrm>
              <a:off x="8716176" y="81698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82" name="Google Shape;1782;p18"/>
            <p:cNvSpPr/>
            <p:nvPr/>
          </p:nvSpPr>
          <p:spPr>
            <a:xfrm>
              <a:off x="8716176" y="102409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83" name="Google Shape;1783;p18"/>
            <p:cNvSpPr/>
            <p:nvPr/>
          </p:nvSpPr>
          <p:spPr>
            <a:xfrm>
              <a:off x="8716176" y="123201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84" name="Google Shape;1784;p18"/>
            <p:cNvSpPr/>
            <p:nvPr/>
          </p:nvSpPr>
          <p:spPr>
            <a:xfrm>
              <a:off x="8716176" y="143994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85" name="Google Shape;1785;p18"/>
            <p:cNvSpPr/>
            <p:nvPr/>
          </p:nvSpPr>
          <p:spPr>
            <a:xfrm>
              <a:off x="8716176" y="164787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86" name="Google Shape;1786;p18"/>
            <p:cNvSpPr/>
            <p:nvPr/>
          </p:nvSpPr>
          <p:spPr>
            <a:xfrm>
              <a:off x="8716176" y="185498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87" name="Google Shape;1787;p18"/>
            <p:cNvSpPr/>
            <p:nvPr/>
          </p:nvSpPr>
          <p:spPr>
            <a:xfrm>
              <a:off x="8716176" y="206290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88" name="Google Shape;1788;p18"/>
            <p:cNvSpPr/>
            <p:nvPr/>
          </p:nvSpPr>
          <p:spPr>
            <a:xfrm>
              <a:off x="8716176" y="227083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89" name="Google Shape;1789;p18"/>
            <p:cNvSpPr/>
            <p:nvPr/>
          </p:nvSpPr>
          <p:spPr>
            <a:xfrm>
              <a:off x="8716176" y="247876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90" name="Google Shape;1790;p18"/>
            <p:cNvSpPr/>
            <p:nvPr/>
          </p:nvSpPr>
          <p:spPr>
            <a:xfrm>
              <a:off x="8716176" y="268668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91" name="Google Shape;1791;p18"/>
            <p:cNvSpPr/>
            <p:nvPr/>
          </p:nvSpPr>
          <p:spPr>
            <a:xfrm>
              <a:off x="8716176" y="289461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92" name="Google Shape;1792;p18"/>
            <p:cNvSpPr/>
            <p:nvPr/>
          </p:nvSpPr>
          <p:spPr>
            <a:xfrm>
              <a:off x="8716176" y="310254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93" name="Google Shape;1793;p18"/>
            <p:cNvSpPr/>
            <p:nvPr/>
          </p:nvSpPr>
          <p:spPr>
            <a:xfrm>
              <a:off x="8716176" y="330965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94" name="Google Shape;1794;p18"/>
            <p:cNvSpPr/>
            <p:nvPr/>
          </p:nvSpPr>
          <p:spPr>
            <a:xfrm>
              <a:off x="8716176" y="351757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95" name="Google Shape;1795;p18"/>
            <p:cNvSpPr/>
            <p:nvPr/>
          </p:nvSpPr>
          <p:spPr>
            <a:xfrm>
              <a:off x="8716176" y="372550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96" name="Google Shape;1796;p18"/>
            <p:cNvSpPr/>
            <p:nvPr/>
          </p:nvSpPr>
          <p:spPr>
            <a:xfrm>
              <a:off x="8716176" y="393343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97" name="Google Shape;1797;p18"/>
            <p:cNvSpPr/>
            <p:nvPr/>
          </p:nvSpPr>
          <p:spPr>
            <a:xfrm>
              <a:off x="8716176" y="414054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98" name="Google Shape;1798;p18"/>
            <p:cNvSpPr/>
            <p:nvPr/>
          </p:nvSpPr>
          <p:spPr>
            <a:xfrm>
              <a:off x="8716176" y="434846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99" name="Google Shape;1799;p18"/>
            <p:cNvSpPr/>
            <p:nvPr/>
          </p:nvSpPr>
          <p:spPr>
            <a:xfrm>
              <a:off x="8716176" y="455639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00" name="Google Shape;1800;p18"/>
            <p:cNvSpPr/>
            <p:nvPr/>
          </p:nvSpPr>
          <p:spPr>
            <a:xfrm>
              <a:off x="8716176" y="476432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01" name="Google Shape;1801;p18"/>
            <p:cNvSpPr/>
            <p:nvPr/>
          </p:nvSpPr>
          <p:spPr>
            <a:xfrm>
              <a:off x="8716176" y="497225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02" name="Google Shape;1802;p18"/>
            <p:cNvSpPr/>
            <p:nvPr/>
          </p:nvSpPr>
          <p:spPr>
            <a:xfrm>
              <a:off x="907150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03" name="Google Shape;1803;p18"/>
            <p:cNvSpPr/>
            <p:nvPr/>
          </p:nvSpPr>
          <p:spPr>
            <a:xfrm>
              <a:off x="886430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sp>
        <p:nvSpPr>
          <p:cNvPr id="1804" name="Google Shape;1804;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05" name="Google Shape;1805;p18"/>
          <p:cNvSpPr txBox="1">
            <a:spLocks noGrp="1"/>
          </p:cNvSpPr>
          <p:nvPr>
            <p:ph type="subTitle" idx="1"/>
          </p:nvPr>
        </p:nvSpPr>
        <p:spPr>
          <a:xfrm>
            <a:off x="4728100" y="1360275"/>
            <a:ext cx="3699300" cy="2938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806" name="Google Shape;1806;p18"/>
          <p:cNvSpPr txBox="1">
            <a:spLocks noGrp="1"/>
          </p:cNvSpPr>
          <p:nvPr>
            <p:ph type="subTitle" idx="2"/>
          </p:nvPr>
        </p:nvSpPr>
        <p:spPr>
          <a:xfrm>
            <a:off x="716625" y="1360275"/>
            <a:ext cx="3699300" cy="2938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807" name="Google Shape;1807;p18"/>
          <p:cNvGrpSpPr/>
          <p:nvPr/>
        </p:nvGrpSpPr>
        <p:grpSpPr>
          <a:xfrm>
            <a:off x="122000" y="4917447"/>
            <a:ext cx="4420450" cy="226056"/>
            <a:chOff x="122000" y="4917447"/>
            <a:chExt cx="4420450" cy="226056"/>
          </a:xfrm>
        </p:grpSpPr>
        <p:sp>
          <p:nvSpPr>
            <p:cNvPr id="1808" name="Google Shape;1808;p18"/>
            <p:cNvSpPr/>
            <p:nvPr/>
          </p:nvSpPr>
          <p:spPr>
            <a:xfrm>
              <a:off x="12200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09" name="Google Shape;1809;p18"/>
            <p:cNvSpPr/>
            <p:nvPr/>
          </p:nvSpPr>
          <p:spPr>
            <a:xfrm>
              <a:off x="420441"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10" name="Google Shape;1810;p18"/>
            <p:cNvSpPr/>
            <p:nvPr/>
          </p:nvSpPr>
          <p:spPr>
            <a:xfrm>
              <a:off x="719241"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11" name="Google Shape;1811;p18"/>
            <p:cNvSpPr/>
            <p:nvPr/>
          </p:nvSpPr>
          <p:spPr>
            <a:xfrm>
              <a:off x="1018042"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12" name="Google Shape;1812;p18"/>
            <p:cNvSpPr/>
            <p:nvPr/>
          </p:nvSpPr>
          <p:spPr>
            <a:xfrm>
              <a:off x="1316483"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13" name="Google Shape;1813;p18"/>
            <p:cNvSpPr/>
            <p:nvPr/>
          </p:nvSpPr>
          <p:spPr>
            <a:xfrm>
              <a:off x="1615283"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14" name="Google Shape;1814;p18"/>
            <p:cNvSpPr/>
            <p:nvPr/>
          </p:nvSpPr>
          <p:spPr>
            <a:xfrm>
              <a:off x="22125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15" name="Google Shape;1815;p18"/>
            <p:cNvSpPr/>
            <p:nvPr/>
          </p:nvSpPr>
          <p:spPr>
            <a:xfrm>
              <a:off x="2809766"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16" name="Google Shape;1816;p18"/>
            <p:cNvSpPr/>
            <p:nvPr/>
          </p:nvSpPr>
          <p:spPr>
            <a:xfrm>
              <a:off x="3108567"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17" name="Google Shape;1817;p18"/>
            <p:cNvSpPr/>
            <p:nvPr/>
          </p:nvSpPr>
          <p:spPr>
            <a:xfrm>
              <a:off x="3407008"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18" name="Google Shape;1818;p18"/>
            <p:cNvSpPr/>
            <p:nvPr/>
          </p:nvSpPr>
          <p:spPr>
            <a:xfrm>
              <a:off x="3705808"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19" name="Google Shape;1819;p18"/>
            <p:cNvSpPr/>
            <p:nvPr/>
          </p:nvSpPr>
          <p:spPr>
            <a:xfrm>
              <a:off x="4004609"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20" name="Google Shape;1820;p18"/>
            <p:cNvSpPr/>
            <p:nvPr/>
          </p:nvSpPr>
          <p:spPr>
            <a:xfrm>
              <a:off x="4303050" y="4917447"/>
              <a:ext cx="239400" cy="22605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21" name="Google Shape;1821;p18"/>
            <p:cNvSpPr/>
            <p:nvPr/>
          </p:nvSpPr>
          <p:spPr>
            <a:xfrm>
              <a:off x="1914084"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22" name="Google Shape;1822;p18"/>
            <p:cNvSpPr/>
            <p:nvPr/>
          </p:nvSpPr>
          <p:spPr>
            <a:xfrm>
              <a:off x="2510966"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823" name="Google Shape;1823;p18"/>
          <p:cNvGrpSpPr/>
          <p:nvPr/>
        </p:nvGrpSpPr>
        <p:grpSpPr>
          <a:xfrm>
            <a:off x="4601500" y="4884626"/>
            <a:ext cx="4420450" cy="258877"/>
            <a:chOff x="4601500" y="4884626"/>
            <a:chExt cx="4420450" cy="258877"/>
          </a:xfrm>
        </p:grpSpPr>
        <p:sp>
          <p:nvSpPr>
            <p:cNvPr id="1824" name="Google Shape;1824;p18"/>
            <p:cNvSpPr/>
            <p:nvPr/>
          </p:nvSpPr>
          <p:spPr>
            <a:xfrm flipH="1">
              <a:off x="878255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25" name="Google Shape;1825;p18"/>
            <p:cNvSpPr/>
            <p:nvPr/>
          </p:nvSpPr>
          <p:spPr>
            <a:xfrm flipH="1">
              <a:off x="8484109"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26" name="Google Shape;1826;p18"/>
            <p:cNvSpPr/>
            <p:nvPr/>
          </p:nvSpPr>
          <p:spPr>
            <a:xfrm flipH="1">
              <a:off x="8185309"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27" name="Google Shape;1827;p18"/>
            <p:cNvSpPr/>
            <p:nvPr/>
          </p:nvSpPr>
          <p:spPr>
            <a:xfrm flipH="1">
              <a:off x="7886508"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28" name="Google Shape;1828;p18"/>
            <p:cNvSpPr/>
            <p:nvPr/>
          </p:nvSpPr>
          <p:spPr>
            <a:xfrm flipH="1">
              <a:off x="7587707"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29" name="Google Shape;1829;p18"/>
            <p:cNvSpPr/>
            <p:nvPr/>
          </p:nvSpPr>
          <p:spPr>
            <a:xfrm flipH="1">
              <a:off x="7289267"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30" name="Google Shape;1830;p18"/>
            <p:cNvSpPr/>
            <p:nvPr/>
          </p:nvSpPr>
          <p:spPr>
            <a:xfrm flipH="1">
              <a:off x="66920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31" name="Google Shape;1831;p18"/>
            <p:cNvSpPr/>
            <p:nvPr/>
          </p:nvSpPr>
          <p:spPr>
            <a:xfrm flipH="1">
              <a:off x="6094784"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32" name="Google Shape;1832;p18"/>
            <p:cNvSpPr/>
            <p:nvPr/>
          </p:nvSpPr>
          <p:spPr>
            <a:xfrm flipH="1">
              <a:off x="5795983"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33" name="Google Shape;1833;p18"/>
            <p:cNvSpPr/>
            <p:nvPr/>
          </p:nvSpPr>
          <p:spPr>
            <a:xfrm flipH="1">
              <a:off x="5497542"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34" name="Google Shape;1834;p18"/>
            <p:cNvSpPr/>
            <p:nvPr/>
          </p:nvSpPr>
          <p:spPr>
            <a:xfrm flipH="1">
              <a:off x="5198742"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35" name="Google Shape;1835;p18"/>
            <p:cNvSpPr/>
            <p:nvPr/>
          </p:nvSpPr>
          <p:spPr>
            <a:xfrm flipH="1">
              <a:off x="4899941"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36" name="Google Shape;1836;p18"/>
            <p:cNvSpPr/>
            <p:nvPr/>
          </p:nvSpPr>
          <p:spPr>
            <a:xfrm flipH="1">
              <a:off x="4601500" y="4884626"/>
              <a:ext cx="239400" cy="25887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37" name="Google Shape;1837;p18"/>
            <p:cNvSpPr/>
            <p:nvPr/>
          </p:nvSpPr>
          <p:spPr>
            <a:xfrm flipH="1">
              <a:off x="6990466"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38" name="Google Shape;1838;p18"/>
            <p:cNvSpPr/>
            <p:nvPr/>
          </p:nvSpPr>
          <p:spPr>
            <a:xfrm flipH="1">
              <a:off x="6393584"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839" name="Google Shape;1839;p18"/>
          <p:cNvGrpSpPr/>
          <p:nvPr/>
        </p:nvGrpSpPr>
        <p:grpSpPr>
          <a:xfrm>
            <a:off x="122025" y="5036324"/>
            <a:ext cx="4420450" cy="107173"/>
            <a:chOff x="122000" y="4917447"/>
            <a:chExt cx="4420450" cy="226056"/>
          </a:xfrm>
        </p:grpSpPr>
        <p:sp>
          <p:nvSpPr>
            <p:cNvPr id="1840" name="Google Shape;1840;p18"/>
            <p:cNvSpPr/>
            <p:nvPr/>
          </p:nvSpPr>
          <p:spPr>
            <a:xfrm>
              <a:off x="12200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41" name="Google Shape;1841;p18"/>
            <p:cNvSpPr/>
            <p:nvPr/>
          </p:nvSpPr>
          <p:spPr>
            <a:xfrm>
              <a:off x="420441"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42" name="Google Shape;1842;p18"/>
            <p:cNvSpPr/>
            <p:nvPr/>
          </p:nvSpPr>
          <p:spPr>
            <a:xfrm>
              <a:off x="719241"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43" name="Google Shape;1843;p18"/>
            <p:cNvSpPr/>
            <p:nvPr/>
          </p:nvSpPr>
          <p:spPr>
            <a:xfrm>
              <a:off x="1018042"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44" name="Google Shape;1844;p18"/>
            <p:cNvSpPr/>
            <p:nvPr/>
          </p:nvSpPr>
          <p:spPr>
            <a:xfrm>
              <a:off x="1316483"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45" name="Google Shape;1845;p18"/>
            <p:cNvSpPr/>
            <p:nvPr/>
          </p:nvSpPr>
          <p:spPr>
            <a:xfrm>
              <a:off x="1615283"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46" name="Google Shape;1846;p18"/>
            <p:cNvSpPr/>
            <p:nvPr/>
          </p:nvSpPr>
          <p:spPr>
            <a:xfrm>
              <a:off x="22125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47" name="Google Shape;1847;p18"/>
            <p:cNvSpPr/>
            <p:nvPr/>
          </p:nvSpPr>
          <p:spPr>
            <a:xfrm>
              <a:off x="2809766"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48" name="Google Shape;1848;p18"/>
            <p:cNvSpPr/>
            <p:nvPr/>
          </p:nvSpPr>
          <p:spPr>
            <a:xfrm>
              <a:off x="3108567"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49" name="Google Shape;1849;p18"/>
            <p:cNvSpPr/>
            <p:nvPr/>
          </p:nvSpPr>
          <p:spPr>
            <a:xfrm>
              <a:off x="3407008"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50" name="Google Shape;1850;p18"/>
            <p:cNvSpPr/>
            <p:nvPr/>
          </p:nvSpPr>
          <p:spPr>
            <a:xfrm>
              <a:off x="3705808"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51" name="Google Shape;1851;p18"/>
            <p:cNvSpPr/>
            <p:nvPr/>
          </p:nvSpPr>
          <p:spPr>
            <a:xfrm>
              <a:off x="4004609"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52" name="Google Shape;1852;p18"/>
            <p:cNvSpPr/>
            <p:nvPr/>
          </p:nvSpPr>
          <p:spPr>
            <a:xfrm>
              <a:off x="4303050" y="4917447"/>
              <a:ext cx="239400" cy="22605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53" name="Google Shape;1853;p18"/>
            <p:cNvSpPr/>
            <p:nvPr/>
          </p:nvSpPr>
          <p:spPr>
            <a:xfrm>
              <a:off x="1914084"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54" name="Google Shape;1854;p18"/>
            <p:cNvSpPr/>
            <p:nvPr/>
          </p:nvSpPr>
          <p:spPr>
            <a:xfrm>
              <a:off x="2510966"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855" name="Google Shape;1855;p18"/>
          <p:cNvGrpSpPr/>
          <p:nvPr/>
        </p:nvGrpSpPr>
        <p:grpSpPr>
          <a:xfrm>
            <a:off x="4601525" y="5020763"/>
            <a:ext cx="4420450" cy="122734"/>
            <a:chOff x="4601500" y="4884626"/>
            <a:chExt cx="4420450" cy="258877"/>
          </a:xfrm>
        </p:grpSpPr>
        <p:sp>
          <p:nvSpPr>
            <p:cNvPr id="1856" name="Google Shape;1856;p18"/>
            <p:cNvSpPr/>
            <p:nvPr/>
          </p:nvSpPr>
          <p:spPr>
            <a:xfrm flipH="1">
              <a:off x="878255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57" name="Google Shape;1857;p18"/>
            <p:cNvSpPr/>
            <p:nvPr/>
          </p:nvSpPr>
          <p:spPr>
            <a:xfrm flipH="1">
              <a:off x="8484109"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58" name="Google Shape;1858;p18"/>
            <p:cNvSpPr/>
            <p:nvPr/>
          </p:nvSpPr>
          <p:spPr>
            <a:xfrm flipH="1">
              <a:off x="8185309"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59" name="Google Shape;1859;p18"/>
            <p:cNvSpPr/>
            <p:nvPr/>
          </p:nvSpPr>
          <p:spPr>
            <a:xfrm flipH="1">
              <a:off x="7886508"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60" name="Google Shape;1860;p18"/>
            <p:cNvSpPr/>
            <p:nvPr/>
          </p:nvSpPr>
          <p:spPr>
            <a:xfrm flipH="1">
              <a:off x="7587707"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61" name="Google Shape;1861;p18"/>
            <p:cNvSpPr/>
            <p:nvPr/>
          </p:nvSpPr>
          <p:spPr>
            <a:xfrm flipH="1">
              <a:off x="7289267"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62" name="Google Shape;1862;p18"/>
            <p:cNvSpPr/>
            <p:nvPr/>
          </p:nvSpPr>
          <p:spPr>
            <a:xfrm flipH="1">
              <a:off x="66920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63" name="Google Shape;1863;p18"/>
            <p:cNvSpPr/>
            <p:nvPr/>
          </p:nvSpPr>
          <p:spPr>
            <a:xfrm flipH="1">
              <a:off x="6094784"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64" name="Google Shape;1864;p18"/>
            <p:cNvSpPr/>
            <p:nvPr/>
          </p:nvSpPr>
          <p:spPr>
            <a:xfrm flipH="1">
              <a:off x="5795983"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65" name="Google Shape;1865;p18"/>
            <p:cNvSpPr/>
            <p:nvPr/>
          </p:nvSpPr>
          <p:spPr>
            <a:xfrm flipH="1">
              <a:off x="5497542"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66" name="Google Shape;1866;p18"/>
            <p:cNvSpPr/>
            <p:nvPr/>
          </p:nvSpPr>
          <p:spPr>
            <a:xfrm flipH="1">
              <a:off x="5198742"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67" name="Google Shape;1867;p18"/>
            <p:cNvSpPr/>
            <p:nvPr/>
          </p:nvSpPr>
          <p:spPr>
            <a:xfrm flipH="1">
              <a:off x="4899941"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68" name="Google Shape;1868;p18"/>
            <p:cNvSpPr/>
            <p:nvPr/>
          </p:nvSpPr>
          <p:spPr>
            <a:xfrm flipH="1">
              <a:off x="4601500" y="4884626"/>
              <a:ext cx="239400" cy="25887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69" name="Google Shape;1869;p18"/>
            <p:cNvSpPr/>
            <p:nvPr/>
          </p:nvSpPr>
          <p:spPr>
            <a:xfrm flipH="1">
              <a:off x="6990466"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70" name="Google Shape;1870;p18"/>
            <p:cNvSpPr/>
            <p:nvPr/>
          </p:nvSpPr>
          <p:spPr>
            <a:xfrm flipH="1">
              <a:off x="6393584"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871"/>
        <p:cNvGrpSpPr/>
        <p:nvPr/>
      </p:nvGrpSpPr>
      <p:grpSpPr>
        <a:xfrm>
          <a:off x="0" y="0"/>
          <a:ext cx="0" cy="0"/>
          <a:chOff x="0" y="0"/>
          <a:chExt cx="0" cy="0"/>
        </a:xfrm>
      </p:grpSpPr>
      <p:grpSp>
        <p:nvGrpSpPr>
          <p:cNvPr id="1872" name="Google Shape;1872;p19"/>
          <p:cNvGrpSpPr/>
          <p:nvPr/>
        </p:nvGrpSpPr>
        <p:grpSpPr>
          <a:xfrm>
            <a:off x="0" y="0"/>
            <a:ext cx="9143995" cy="5143491"/>
            <a:chOff x="0" y="0"/>
            <a:chExt cx="9143995" cy="5143491"/>
          </a:xfrm>
        </p:grpSpPr>
        <p:sp>
          <p:nvSpPr>
            <p:cNvPr id="1873" name="Google Shape;1873;p19"/>
            <p:cNvSpPr/>
            <p:nvPr/>
          </p:nvSpPr>
          <p:spPr>
            <a:xfrm>
              <a:off x="0" y="19319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74" name="Google Shape;1874;p19"/>
            <p:cNvSpPr/>
            <p:nvPr/>
          </p:nvSpPr>
          <p:spPr>
            <a:xfrm>
              <a:off x="0" y="401120"/>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75" name="Google Shape;1875;p19"/>
            <p:cNvSpPr/>
            <p:nvPr/>
          </p:nvSpPr>
          <p:spPr>
            <a:xfrm>
              <a:off x="0" y="60904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76" name="Google Shape;1876;p19"/>
            <p:cNvSpPr/>
            <p:nvPr/>
          </p:nvSpPr>
          <p:spPr>
            <a:xfrm>
              <a:off x="0" y="81697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77" name="Google Shape;1877;p19"/>
            <p:cNvSpPr/>
            <p:nvPr/>
          </p:nvSpPr>
          <p:spPr>
            <a:xfrm>
              <a:off x="0" y="102408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78" name="Google Shape;1878;p19"/>
            <p:cNvSpPr/>
            <p:nvPr/>
          </p:nvSpPr>
          <p:spPr>
            <a:xfrm>
              <a:off x="0" y="123201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79" name="Google Shape;1879;p19"/>
            <p:cNvSpPr/>
            <p:nvPr/>
          </p:nvSpPr>
          <p:spPr>
            <a:xfrm>
              <a:off x="0" y="143994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80" name="Google Shape;1880;p19"/>
            <p:cNvSpPr/>
            <p:nvPr/>
          </p:nvSpPr>
          <p:spPr>
            <a:xfrm>
              <a:off x="0" y="164786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81" name="Google Shape;1881;p19"/>
            <p:cNvSpPr/>
            <p:nvPr/>
          </p:nvSpPr>
          <p:spPr>
            <a:xfrm>
              <a:off x="0" y="1854977"/>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82" name="Google Shape;1882;p19"/>
            <p:cNvSpPr/>
            <p:nvPr/>
          </p:nvSpPr>
          <p:spPr>
            <a:xfrm>
              <a:off x="0" y="206290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83" name="Google Shape;1883;p19"/>
            <p:cNvSpPr/>
            <p:nvPr/>
          </p:nvSpPr>
          <p:spPr>
            <a:xfrm>
              <a:off x="0" y="227083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84" name="Google Shape;1884;p19"/>
            <p:cNvSpPr/>
            <p:nvPr/>
          </p:nvSpPr>
          <p:spPr>
            <a:xfrm>
              <a:off x="0" y="247876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85" name="Google Shape;1885;p19"/>
            <p:cNvSpPr/>
            <p:nvPr/>
          </p:nvSpPr>
          <p:spPr>
            <a:xfrm>
              <a:off x="0" y="268668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86" name="Google Shape;1886;p19"/>
            <p:cNvSpPr/>
            <p:nvPr/>
          </p:nvSpPr>
          <p:spPr>
            <a:xfrm>
              <a:off x="0" y="289461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87" name="Google Shape;1887;p19"/>
            <p:cNvSpPr/>
            <p:nvPr/>
          </p:nvSpPr>
          <p:spPr>
            <a:xfrm>
              <a:off x="0" y="3102544"/>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88" name="Google Shape;1888;p19"/>
            <p:cNvSpPr/>
            <p:nvPr/>
          </p:nvSpPr>
          <p:spPr>
            <a:xfrm>
              <a:off x="0" y="330965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89" name="Google Shape;1889;p19"/>
            <p:cNvSpPr/>
            <p:nvPr/>
          </p:nvSpPr>
          <p:spPr>
            <a:xfrm>
              <a:off x="0" y="351758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90" name="Google Shape;1890;p19"/>
            <p:cNvSpPr/>
            <p:nvPr/>
          </p:nvSpPr>
          <p:spPr>
            <a:xfrm>
              <a:off x="0" y="372550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91" name="Google Shape;1891;p19"/>
            <p:cNvSpPr/>
            <p:nvPr/>
          </p:nvSpPr>
          <p:spPr>
            <a:xfrm>
              <a:off x="0" y="393343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92" name="Google Shape;1892;p19"/>
            <p:cNvSpPr/>
            <p:nvPr/>
          </p:nvSpPr>
          <p:spPr>
            <a:xfrm>
              <a:off x="0" y="414054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93" name="Google Shape;1893;p19"/>
            <p:cNvSpPr/>
            <p:nvPr/>
          </p:nvSpPr>
          <p:spPr>
            <a:xfrm>
              <a:off x="0" y="434847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94" name="Google Shape;1894;p19"/>
            <p:cNvSpPr/>
            <p:nvPr/>
          </p:nvSpPr>
          <p:spPr>
            <a:xfrm>
              <a:off x="0" y="455640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95" name="Google Shape;1895;p19"/>
            <p:cNvSpPr/>
            <p:nvPr/>
          </p:nvSpPr>
          <p:spPr>
            <a:xfrm>
              <a:off x="0" y="476432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96" name="Google Shape;1896;p19"/>
            <p:cNvSpPr/>
            <p:nvPr/>
          </p:nvSpPr>
          <p:spPr>
            <a:xfrm>
              <a:off x="0" y="497225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97" name="Google Shape;1897;p19"/>
            <p:cNvSpPr/>
            <p:nvPr/>
          </p:nvSpPr>
          <p:spPr>
            <a:xfrm>
              <a:off x="86768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98" name="Google Shape;1898;p19"/>
            <p:cNvSpPr/>
            <p:nvPr/>
          </p:nvSpPr>
          <p:spPr>
            <a:xfrm>
              <a:off x="847046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99" name="Google Shape;1899;p19"/>
            <p:cNvSpPr/>
            <p:nvPr/>
          </p:nvSpPr>
          <p:spPr>
            <a:xfrm>
              <a:off x="826327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00" name="Google Shape;1900;p19"/>
            <p:cNvSpPr/>
            <p:nvPr/>
          </p:nvSpPr>
          <p:spPr>
            <a:xfrm>
              <a:off x="805608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01" name="Google Shape;1901;p19"/>
            <p:cNvSpPr/>
            <p:nvPr/>
          </p:nvSpPr>
          <p:spPr>
            <a:xfrm>
              <a:off x="78488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02" name="Google Shape;1902;p19"/>
            <p:cNvSpPr/>
            <p:nvPr/>
          </p:nvSpPr>
          <p:spPr>
            <a:xfrm>
              <a:off x="764169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03" name="Google Shape;1903;p19"/>
            <p:cNvSpPr/>
            <p:nvPr/>
          </p:nvSpPr>
          <p:spPr>
            <a:xfrm>
              <a:off x="74345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04" name="Google Shape;1904;p19"/>
            <p:cNvSpPr/>
            <p:nvPr/>
          </p:nvSpPr>
          <p:spPr>
            <a:xfrm>
              <a:off x="722730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05" name="Google Shape;1905;p19"/>
            <p:cNvSpPr/>
            <p:nvPr/>
          </p:nvSpPr>
          <p:spPr>
            <a:xfrm>
              <a:off x="702093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06" name="Google Shape;1906;p19"/>
            <p:cNvSpPr/>
            <p:nvPr/>
          </p:nvSpPr>
          <p:spPr>
            <a:xfrm>
              <a:off x="68137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07" name="Google Shape;1907;p19"/>
            <p:cNvSpPr/>
            <p:nvPr/>
          </p:nvSpPr>
          <p:spPr>
            <a:xfrm>
              <a:off x="66065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08" name="Google Shape;1908;p19"/>
            <p:cNvSpPr/>
            <p:nvPr/>
          </p:nvSpPr>
          <p:spPr>
            <a:xfrm>
              <a:off x="639934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09" name="Google Shape;1909;p19"/>
            <p:cNvSpPr/>
            <p:nvPr/>
          </p:nvSpPr>
          <p:spPr>
            <a:xfrm>
              <a:off x="619297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10" name="Google Shape;1910;p19"/>
            <p:cNvSpPr/>
            <p:nvPr/>
          </p:nvSpPr>
          <p:spPr>
            <a:xfrm>
              <a:off x="598577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11" name="Google Shape;1911;p19"/>
            <p:cNvSpPr/>
            <p:nvPr/>
          </p:nvSpPr>
          <p:spPr>
            <a:xfrm>
              <a:off x="577858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12" name="Google Shape;1912;p19"/>
            <p:cNvSpPr/>
            <p:nvPr/>
          </p:nvSpPr>
          <p:spPr>
            <a:xfrm>
              <a:off x="55713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13" name="Google Shape;1913;p19"/>
            <p:cNvSpPr/>
            <p:nvPr/>
          </p:nvSpPr>
          <p:spPr>
            <a:xfrm>
              <a:off x="536501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14" name="Google Shape;1914;p19"/>
            <p:cNvSpPr/>
            <p:nvPr/>
          </p:nvSpPr>
          <p:spPr>
            <a:xfrm>
              <a:off x="515863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15" name="Google Shape;1915;p19"/>
            <p:cNvSpPr/>
            <p:nvPr/>
          </p:nvSpPr>
          <p:spPr>
            <a:xfrm>
              <a:off x="495144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16" name="Google Shape;1916;p19"/>
            <p:cNvSpPr/>
            <p:nvPr/>
          </p:nvSpPr>
          <p:spPr>
            <a:xfrm>
              <a:off x="47442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17" name="Google Shape;1917;p19"/>
            <p:cNvSpPr/>
            <p:nvPr/>
          </p:nvSpPr>
          <p:spPr>
            <a:xfrm>
              <a:off x="453705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18" name="Google Shape;1918;p19"/>
            <p:cNvSpPr/>
            <p:nvPr/>
          </p:nvSpPr>
          <p:spPr>
            <a:xfrm>
              <a:off x="432986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19" name="Google Shape;1919;p19"/>
            <p:cNvSpPr/>
            <p:nvPr/>
          </p:nvSpPr>
          <p:spPr>
            <a:xfrm>
              <a:off x="412266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20" name="Google Shape;1920;p19"/>
            <p:cNvSpPr/>
            <p:nvPr/>
          </p:nvSpPr>
          <p:spPr>
            <a:xfrm>
              <a:off x="39162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21" name="Google Shape;1921;p19"/>
            <p:cNvSpPr/>
            <p:nvPr/>
          </p:nvSpPr>
          <p:spPr>
            <a:xfrm>
              <a:off x="370909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22" name="Google Shape;1922;p19"/>
            <p:cNvSpPr/>
            <p:nvPr/>
          </p:nvSpPr>
          <p:spPr>
            <a:xfrm>
              <a:off x="35019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23" name="Google Shape;1923;p19"/>
            <p:cNvSpPr/>
            <p:nvPr/>
          </p:nvSpPr>
          <p:spPr>
            <a:xfrm>
              <a:off x="329470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24" name="Google Shape;1924;p19"/>
            <p:cNvSpPr/>
            <p:nvPr/>
          </p:nvSpPr>
          <p:spPr>
            <a:xfrm>
              <a:off x="308751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25" name="Google Shape;1925;p19"/>
            <p:cNvSpPr/>
            <p:nvPr/>
          </p:nvSpPr>
          <p:spPr>
            <a:xfrm>
              <a:off x="28811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26" name="Google Shape;1926;p19"/>
            <p:cNvSpPr/>
            <p:nvPr/>
          </p:nvSpPr>
          <p:spPr>
            <a:xfrm>
              <a:off x="26739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27" name="Google Shape;1927;p19"/>
            <p:cNvSpPr/>
            <p:nvPr/>
          </p:nvSpPr>
          <p:spPr>
            <a:xfrm>
              <a:off x="246674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28" name="Google Shape;1928;p19"/>
            <p:cNvSpPr/>
            <p:nvPr/>
          </p:nvSpPr>
          <p:spPr>
            <a:xfrm>
              <a:off x="225955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29" name="Google Shape;1929;p19"/>
            <p:cNvSpPr/>
            <p:nvPr/>
          </p:nvSpPr>
          <p:spPr>
            <a:xfrm>
              <a:off x="205236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30" name="Google Shape;1930;p19"/>
            <p:cNvSpPr/>
            <p:nvPr/>
          </p:nvSpPr>
          <p:spPr>
            <a:xfrm>
              <a:off x="184598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31" name="Google Shape;1931;p19"/>
            <p:cNvSpPr/>
            <p:nvPr/>
          </p:nvSpPr>
          <p:spPr>
            <a:xfrm>
              <a:off x="16387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32" name="Google Shape;1932;p19"/>
            <p:cNvSpPr/>
            <p:nvPr/>
          </p:nvSpPr>
          <p:spPr>
            <a:xfrm>
              <a:off x="143159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33" name="Google Shape;1933;p19"/>
            <p:cNvSpPr/>
            <p:nvPr/>
          </p:nvSpPr>
          <p:spPr>
            <a:xfrm>
              <a:off x="122440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34" name="Google Shape;1934;p19"/>
            <p:cNvSpPr/>
            <p:nvPr/>
          </p:nvSpPr>
          <p:spPr>
            <a:xfrm>
              <a:off x="101720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35" name="Google Shape;1935;p19"/>
            <p:cNvSpPr/>
            <p:nvPr/>
          </p:nvSpPr>
          <p:spPr>
            <a:xfrm>
              <a:off x="81001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36" name="Google Shape;1936;p19"/>
            <p:cNvSpPr/>
            <p:nvPr/>
          </p:nvSpPr>
          <p:spPr>
            <a:xfrm>
              <a:off x="60363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37" name="Google Shape;1937;p19"/>
            <p:cNvSpPr/>
            <p:nvPr/>
          </p:nvSpPr>
          <p:spPr>
            <a:xfrm>
              <a:off x="39644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38" name="Google Shape;1938;p19"/>
            <p:cNvSpPr/>
            <p:nvPr/>
          </p:nvSpPr>
          <p:spPr>
            <a:xfrm>
              <a:off x="18925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39" name="Google Shape;1939;p19"/>
            <p:cNvSpPr/>
            <p:nvPr/>
          </p:nvSpPr>
          <p:spPr>
            <a:xfrm>
              <a:off x="8716176" y="19320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40" name="Google Shape;1940;p19"/>
            <p:cNvSpPr/>
            <p:nvPr/>
          </p:nvSpPr>
          <p:spPr>
            <a:xfrm>
              <a:off x="8716176" y="40112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41" name="Google Shape;1941;p19"/>
            <p:cNvSpPr/>
            <p:nvPr/>
          </p:nvSpPr>
          <p:spPr>
            <a:xfrm>
              <a:off x="8716176" y="60905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42" name="Google Shape;1942;p19"/>
            <p:cNvSpPr/>
            <p:nvPr/>
          </p:nvSpPr>
          <p:spPr>
            <a:xfrm>
              <a:off x="8716176" y="81698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43" name="Google Shape;1943;p19"/>
            <p:cNvSpPr/>
            <p:nvPr/>
          </p:nvSpPr>
          <p:spPr>
            <a:xfrm>
              <a:off x="8716176" y="102409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44" name="Google Shape;1944;p19"/>
            <p:cNvSpPr/>
            <p:nvPr/>
          </p:nvSpPr>
          <p:spPr>
            <a:xfrm>
              <a:off x="8716176" y="123201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45" name="Google Shape;1945;p19"/>
            <p:cNvSpPr/>
            <p:nvPr/>
          </p:nvSpPr>
          <p:spPr>
            <a:xfrm>
              <a:off x="8716176" y="143994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46" name="Google Shape;1946;p19"/>
            <p:cNvSpPr/>
            <p:nvPr/>
          </p:nvSpPr>
          <p:spPr>
            <a:xfrm>
              <a:off x="8716176" y="164787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47" name="Google Shape;1947;p19"/>
            <p:cNvSpPr/>
            <p:nvPr/>
          </p:nvSpPr>
          <p:spPr>
            <a:xfrm>
              <a:off x="8716176" y="185498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48" name="Google Shape;1948;p19"/>
            <p:cNvSpPr/>
            <p:nvPr/>
          </p:nvSpPr>
          <p:spPr>
            <a:xfrm>
              <a:off x="8716176" y="206290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49" name="Google Shape;1949;p19"/>
            <p:cNvSpPr/>
            <p:nvPr/>
          </p:nvSpPr>
          <p:spPr>
            <a:xfrm>
              <a:off x="8716176" y="227083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50" name="Google Shape;1950;p19"/>
            <p:cNvSpPr/>
            <p:nvPr/>
          </p:nvSpPr>
          <p:spPr>
            <a:xfrm>
              <a:off x="8716176" y="247876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51" name="Google Shape;1951;p19"/>
            <p:cNvSpPr/>
            <p:nvPr/>
          </p:nvSpPr>
          <p:spPr>
            <a:xfrm>
              <a:off x="8716176" y="268668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52" name="Google Shape;1952;p19"/>
            <p:cNvSpPr/>
            <p:nvPr/>
          </p:nvSpPr>
          <p:spPr>
            <a:xfrm>
              <a:off x="8716176" y="289461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53" name="Google Shape;1953;p19"/>
            <p:cNvSpPr/>
            <p:nvPr/>
          </p:nvSpPr>
          <p:spPr>
            <a:xfrm>
              <a:off x="8716176" y="310254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54" name="Google Shape;1954;p19"/>
            <p:cNvSpPr/>
            <p:nvPr/>
          </p:nvSpPr>
          <p:spPr>
            <a:xfrm>
              <a:off x="8716176" y="330965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55" name="Google Shape;1955;p19"/>
            <p:cNvSpPr/>
            <p:nvPr/>
          </p:nvSpPr>
          <p:spPr>
            <a:xfrm>
              <a:off x="8716176" y="351757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56" name="Google Shape;1956;p19"/>
            <p:cNvSpPr/>
            <p:nvPr/>
          </p:nvSpPr>
          <p:spPr>
            <a:xfrm>
              <a:off x="8716176" y="372550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57" name="Google Shape;1957;p19"/>
            <p:cNvSpPr/>
            <p:nvPr/>
          </p:nvSpPr>
          <p:spPr>
            <a:xfrm>
              <a:off x="8716176" y="393343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58" name="Google Shape;1958;p19"/>
            <p:cNvSpPr/>
            <p:nvPr/>
          </p:nvSpPr>
          <p:spPr>
            <a:xfrm>
              <a:off x="8716176" y="414054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59" name="Google Shape;1959;p19"/>
            <p:cNvSpPr/>
            <p:nvPr/>
          </p:nvSpPr>
          <p:spPr>
            <a:xfrm>
              <a:off x="8716176" y="434846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60" name="Google Shape;1960;p19"/>
            <p:cNvSpPr/>
            <p:nvPr/>
          </p:nvSpPr>
          <p:spPr>
            <a:xfrm>
              <a:off x="8716176" y="455639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61" name="Google Shape;1961;p19"/>
            <p:cNvSpPr/>
            <p:nvPr/>
          </p:nvSpPr>
          <p:spPr>
            <a:xfrm>
              <a:off x="8716176" y="476432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62" name="Google Shape;1962;p19"/>
            <p:cNvSpPr/>
            <p:nvPr/>
          </p:nvSpPr>
          <p:spPr>
            <a:xfrm>
              <a:off x="8716176" y="497225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63" name="Google Shape;1963;p19"/>
            <p:cNvSpPr/>
            <p:nvPr/>
          </p:nvSpPr>
          <p:spPr>
            <a:xfrm>
              <a:off x="907150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64" name="Google Shape;1964;p19"/>
            <p:cNvSpPr/>
            <p:nvPr/>
          </p:nvSpPr>
          <p:spPr>
            <a:xfrm>
              <a:off x="886430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sp>
        <p:nvSpPr>
          <p:cNvPr id="1965" name="Google Shape;1965;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966" name="Google Shape;1966;p19"/>
          <p:cNvSpPr txBox="1">
            <a:spLocks noGrp="1"/>
          </p:cNvSpPr>
          <p:nvPr>
            <p:ph type="subTitle" idx="1"/>
          </p:nvPr>
        </p:nvSpPr>
        <p:spPr>
          <a:xfrm>
            <a:off x="720049" y="1908125"/>
            <a:ext cx="2379000" cy="198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967" name="Google Shape;1967;p19"/>
          <p:cNvSpPr txBox="1">
            <a:spLocks noGrp="1"/>
          </p:cNvSpPr>
          <p:nvPr>
            <p:ph type="subTitle" idx="2"/>
          </p:nvPr>
        </p:nvSpPr>
        <p:spPr>
          <a:xfrm>
            <a:off x="3382483" y="1908125"/>
            <a:ext cx="2379000" cy="198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968" name="Google Shape;1968;p19"/>
          <p:cNvSpPr txBox="1">
            <a:spLocks noGrp="1"/>
          </p:cNvSpPr>
          <p:nvPr>
            <p:ph type="subTitle" idx="3"/>
          </p:nvPr>
        </p:nvSpPr>
        <p:spPr>
          <a:xfrm>
            <a:off x="6044949" y="1908125"/>
            <a:ext cx="2379000" cy="198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969" name="Google Shape;1969;p19"/>
          <p:cNvSpPr txBox="1">
            <a:spLocks noGrp="1"/>
          </p:cNvSpPr>
          <p:nvPr>
            <p:ph type="subTitle" idx="4"/>
          </p:nvPr>
        </p:nvSpPr>
        <p:spPr>
          <a:xfrm>
            <a:off x="720049" y="1411600"/>
            <a:ext cx="2379000" cy="572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1pPr>
            <a:lvl2pPr lvl="1"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2pPr>
            <a:lvl3pPr lvl="2"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3pPr>
            <a:lvl4pPr lvl="3"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4pPr>
            <a:lvl5pPr lvl="4"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5pPr>
            <a:lvl6pPr lvl="5"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6pPr>
            <a:lvl7pPr lvl="6"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7pPr>
            <a:lvl8pPr lvl="7"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8pPr>
            <a:lvl9pPr lvl="8"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9pPr>
          </a:lstStyle>
          <a:p>
            <a:endParaRPr/>
          </a:p>
        </p:txBody>
      </p:sp>
      <p:sp>
        <p:nvSpPr>
          <p:cNvPr id="1970" name="Google Shape;1970;p19"/>
          <p:cNvSpPr txBox="1">
            <a:spLocks noGrp="1"/>
          </p:cNvSpPr>
          <p:nvPr>
            <p:ph type="subTitle" idx="5"/>
          </p:nvPr>
        </p:nvSpPr>
        <p:spPr>
          <a:xfrm>
            <a:off x="3382488" y="1411600"/>
            <a:ext cx="2379000" cy="572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1pPr>
            <a:lvl2pPr lvl="1"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2pPr>
            <a:lvl3pPr lvl="2"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3pPr>
            <a:lvl4pPr lvl="3"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4pPr>
            <a:lvl5pPr lvl="4"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5pPr>
            <a:lvl6pPr lvl="5"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6pPr>
            <a:lvl7pPr lvl="6"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7pPr>
            <a:lvl8pPr lvl="7"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8pPr>
            <a:lvl9pPr lvl="8"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9pPr>
          </a:lstStyle>
          <a:p>
            <a:endParaRPr/>
          </a:p>
        </p:txBody>
      </p:sp>
      <p:sp>
        <p:nvSpPr>
          <p:cNvPr id="1971" name="Google Shape;1971;p19"/>
          <p:cNvSpPr txBox="1">
            <a:spLocks noGrp="1"/>
          </p:cNvSpPr>
          <p:nvPr>
            <p:ph type="subTitle" idx="6"/>
          </p:nvPr>
        </p:nvSpPr>
        <p:spPr>
          <a:xfrm>
            <a:off x="6044951" y="1411600"/>
            <a:ext cx="2379000" cy="572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1pPr>
            <a:lvl2pPr lvl="1"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2pPr>
            <a:lvl3pPr lvl="2"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3pPr>
            <a:lvl4pPr lvl="3"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4pPr>
            <a:lvl5pPr lvl="4"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5pPr>
            <a:lvl6pPr lvl="5"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6pPr>
            <a:lvl7pPr lvl="6"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7pPr>
            <a:lvl8pPr lvl="7"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8pPr>
            <a:lvl9pPr lvl="8"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9pPr>
          </a:lstStyle>
          <a:p>
            <a:endParaRPr/>
          </a:p>
        </p:txBody>
      </p:sp>
      <p:grpSp>
        <p:nvGrpSpPr>
          <p:cNvPr id="1972" name="Google Shape;1972;p19"/>
          <p:cNvGrpSpPr/>
          <p:nvPr/>
        </p:nvGrpSpPr>
        <p:grpSpPr>
          <a:xfrm>
            <a:off x="7904645" y="4603996"/>
            <a:ext cx="1163258" cy="473963"/>
            <a:chOff x="6180480" y="488520"/>
            <a:chExt cx="1135440" cy="1313280"/>
          </a:xfrm>
        </p:grpSpPr>
        <p:sp>
          <p:nvSpPr>
            <p:cNvPr id="1973" name="Google Shape;1973;p19"/>
            <p:cNvSpPr/>
            <p:nvPr/>
          </p:nvSpPr>
          <p:spPr>
            <a:xfrm>
              <a:off x="6479280" y="1249200"/>
              <a:ext cx="90000" cy="173520"/>
            </a:xfrm>
            <a:custGeom>
              <a:avLst/>
              <a:gdLst/>
              <a:ahLst/>
              <a:cxnLst/>
              <a:rect l="l" t="t" r="r" b="b"/>
              <a:pathLst>
                <a:path w="250" h="482" extrusionOk="0">
                  <a:moveTo>
                    <a:pt x="0" y="0"/>
                  </a:moveTo>
                  <a:lnTo>
                    <a:pt x="250" y="0"/>
                  </a:lnTo>
                  <a:lnTo>
                    <a:pt x="250" y="482"/>
                  </a:lnTo>
                  <a:lnTo>
                    <a:pt x="0" y="48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74" name="Google Shape;1974;p19"/>
            <p:cNvSpPr/>
            <p:nvPr/>
          </p:nvSpPr>
          <p:spPr>
            <a:xfrm>
              <a:off x="6329880" y="1249200"/>
              <a:ext cx="90000" cy="443880"/>
            </a:xfrm>
            <a:custGeom>
              <a:avLst/>
              <a:gdLst/>
              <a:ahLst/>
              <a:cxnLst/>
              <a:rect l="l" t="t" r="r" b="b"/>
              <a:pathLst>
                <a:path w="250" h="1233" extrusionOk="0">
                  <a:moveTo>
                    <a:pt x="0" y="0"/>
                  </a:moveTo>
                  <a:lnTo>
                    <a:pt x="250" y="0"/>
                  </a:lnTo>
                  <a:lnTo>
                    <a:pt x="250" y="1233"/>
                  </a:lnTo>
                  <a:lnTo>
                    <a:pt x="0" y="123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75" name="Google Shape;1975;p19"/>
            <p:cNvSpPr/>
            <p:nvPr/>
          </p:nvSpPr>
          <p:spPr>
            <a:xfrm>
              <a:off x="7076520" y="794880"/>
              <a:ext cx="90360" cy="368280"/>
            </a:xfrm>
            <a:custGeom>
              <a:avLst/>
              <a:gdLst/>
              <a:ahLst/>
              <a:cxnLst/>
              <a:rect l="l" t="t" r="r" b="b"/>
              <a:pathLst>
                <a:path w="251" h="1023" extrusionOk="0">
                  <a:moveTo>
                    <a:pt x="0" y="0"/>
                  </a:moveTo>
                  <a:lnTo>
                    <a:pt x="251" y="0"/>
                  </a:lnTo>
                  <a:lnTo>
                    <a:pt x="251" y="1023"/>
                  </a:lnTo>
                  <a:lnTo>
                    <a:pt x="0" y="10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76" name="Google Shape;1976;p19"/>
            <p:cNvSpPr/>
            <p:nvPr/>
          </p:nvSpPr>
          <p:spPr>
            <a:xfrm>
              <a:off x="6927480" y="910440"/>
              <a:ext cx="90000" cy="253080"/>
            </a:xfrm>
            <a:custGeom>
              <a:avLst/>
              <a:gdLst/>
              <a:ahLst/>
              <a:cxnLst/>
              <a:rect l="l" t="t" r="r" b="b"/>
              <a:pathLst>
                <a:path w="250" h="703" extrusionOk="0">
                  <a:moveTo>
                    <a:pt x="0" y="0"/>
                  </a:moveTo>
                  <a:lnTo>
                    <a:pt x="250" y="0"/>
                  </a:lnTo>
                  <a:lnTo>
                    <a:pt x="250" y="703"/>
                  </a:lnTo>
                  <a:lnTo>
                    <a:pt x="0" y="70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77" name="Google Shape;1977;p19"/>
            <p:cNvSpPr/>
            <p:nvPr/>
          </p:nvSpPr>
          <p:spPr>
            <a:xfrm>
              <a:off x="7225920" y="488520"/>
              <a:ext cx="90000" cy="306360"/>
            </a:xfrm>
            <a:custGeom>
              <a:avLst/>
              <a:gdLst/>
              <a:ahLst/>
              <a:cxnLst/>
              <a:rect l="l" t="t" r="r" b="b"/>
              <a:pathLst>
                <a:path w="250" h="851" extrusionOk="0">
                  <a:moveTo>
                    <a:pt x="0" y="0"/>
                  </a:moveTo>
                  <a:lnTo>
                    <a:pt x="250" y="0"/>
                  </a:lnTo>
                  <a:lnTo>
                    <a:pt x="250" y="851"/>
                  </a:lnTo>
                  <a:lnTo>
                    <a:pt x="0" y="85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78" name="Google Shape;1978;p19"/>
            <p:cNvSpPr/>
            <p:nvPr/>
          </p:nvSpPr>
          <p:spPr>
            <a:xfrm>
              <a:off x="6778080" y="910440"/>
              <a:ext cx="90000" cy="621000"/>
            </a:xfrm>
            <a:custGeom>
              <a:avLst/>
              <a:gdLst/>
              <a:ahLst/>
              <a:cxnLst/>
              <a:rect l="l" t="t" r="r" b="b"/>
              <a:pathLst>
                <a:path w="250" h="1725" extrusionOk="0">
                  <a:moveTo>
                    <a:pt x="0" y="0"/>
                  </a:moveTo>
                  <a:lnTo>
                    <a:pt x="250" y="0"/>
                  </a:lnTo>
                  <a:lnTo>
                    <a:pt x="250" y="1725"/>
                  </a:lnTo>
                  <a:lnTo>
                    <a:pt x="0" y="172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79" name="Google Shape;1979;p19"/>
            <p:cNvSpPr/>
            <p:nvPr/>
          </p:nvSpPr>
          <p:spPr>
            <a:xfrm>
              <a:off x="6180480" y="1693080"/>
              <a:ext cx="90360" cy="108720"/>
            </a:xfrm>
            <a:custGeom>
              <a:avLst/>
              <a:gdLst/>
              <a:ahLst/>
              <a:cxnLst/>
              <a:rect l="l" t="t" r="r" b="b"/>
              <a:pathLst>
                <a:path w="251" h="302" extrusionOk="0">
                  <a:moveTo>
                    <a:pt x="0" y="0"/>
                  </a:moveTo>
                  <a:lnTo>
                    <a:pt x="251" y="0"/>
                  </a:lnTo>
                  <a:lnTo>
                    <a:pt x="251"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80" name="Google Shape;1980;p19"/>
            <p:cNvSpPr/>
            <p:nvPr/>
          </p:nvSpPr>
          <p:spPr>
            <a:xfrm>
              <a:off x="6628680" y="1422720"/>
              <a:ext cx="90000" cy="108720"/>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981" name="Google Shape;1981;p19"/>
          <p:cNvGrpSpPr/>
          <p:nvPr/>
        </p:nvGrpSpPr>
        <p:grpSpPr>
          <a:xfrm>
            <a:off x="76201" y="4604007"/>
            <a:ext cx="1469010" cy="473974"/>
            <a:chOff x="4687560" y="1801800"/>
            <a:chExt cx="1433880" cy="1767240"/>
          </a:xfrm>
        </p:grpSpPr>
        <p:sp>
          <p:nvSpPr>
            <p:cNvPr id="1982" name="Google Shape;1982;p19"/>
            <p:cNvSpPr/>
            <p:nvPr/>
          </p:nvSpPr>
          <p:spPr>
            <a:xfrm>
              <a:off x="5135040" y="2166120"/>
              <a:ext cx="90360" cy="1294200"/>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83" name="Google Shape;1983;p19"/>
            <p:cNvSpPr/>
            <p:nvPr/>
          </p:nvSpPr>
          <p:spPr>
            <a:xfrm>
              <a:off x="6031440" y="1801800"/>
              <a:ext cx="90000" cy="1096920"/>
            </a:xfrm>
            <a:custGeom>
              <a:avLst/>
              <a:gdLst/>
              <a:ahLst/>
              <a:cxnLst/>
              <a:rect l="l" t="t" r="r" b="b"/>
              <a:pathLst>
                <a:path w="250" h="3047" extrusionOk="0">
                  <a:moveTo>
                    <a:pt x="0" y="0"/>
                  </a:moveTo>
                  <a:lnTo>
                    <a:pt x="250" y="0"/>
                  </a:lnTo>
                  <a:lnTo>
                    <a:pt x="250" y="3047"/>
                  </a:lnTo>
                  <a:lnTo>
                    <a:pt x="0" y="304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84" name="Google Shape;1984;p19"/>
            <p:cNvSpPr/>
            <p:nvPr/>
          </p:nvSpPr>
          <p:spPr>
            <a:xfrm>
              <a:off x="5433840" y="2706120"/>
              <a:ext cx="90000" cy="754200"/>
            </a:xfrm>
            <a:custGeom>
              <a:avLst/>
              <a:gdLst/>
              <a:ahLst/>
              <a:cxnLst/>
              <a:rect l="l" t="t" r="r" b="b"/>
              <a:pathLst>
                <a:path w="250" h="2095" extrusionOk="0">
                  <a:moveTo>
                    <a:pt x="0" y="0"/>
                  </a:moveTo>
                  <a:lnTo>
                    <a:pt x="250" y="0"/>
                  </a:lnTo>
                  <a:lnTo>
                    <a:pt x="250" y="2095"/>
                  </a:lnTo>
                  <a:lnTo>
                    <a:pt x="0" y="20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85" name="Google Shape;1985;p19"/>
            <p:cNvSpPr/>
            <p:nvPr/>
          </p:nvSpPr>
          <p:spPr>
            <a:xfrm>
              <a:off x="4986000" y="2166120"/>
              <a:ext cx="90360" cy="792720"/>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86" name="Google Shape;1986;p19"/>
            <p:cNvSpPr/>
            <p:nvPr/>
          </p:nvSpPr>
          <p:spPr>
            <a:xfrm>
              <a:off x="5732640" y="2050560"/>
              <a:ext cx="90000" cy="347040"/>
            </a:xfrm>
            <a:custGeom>
              <a:avLst/>
              <a:gdLst/>
              <a:ahLst/>
              <a:cxnLst/>
              <a:rect l="l" t="t" r="r" b="b"/>
              <a:pathLst>
                <a:path w="250" h="964" extrusionOk="0">
                  <a:moveTo>
                    <a:pt x="0" y="0"/>
                  </a:moveTo>
                  <a:lnTo>
                    <a:pt x="250" y="0"/>
                  </a:lnTo>
                  <a:lnTo>
                    <a:pt x="250" y="964"/>
                  </a:lnTo>
                  <a:lnTo>
                    <a:pt x="0" y="96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87" name="Google Shape;1987;p19"/>
            <p:cNvSpPr/>
            <p:nvPr/>
          </p:nvSpPr>
          <p:spPr>
            <a:xfrm>
              <a:off x="5882040" y="2397600"/>
              <a:ext cx="90000" cy="501120"/>
            </a:xfrm>
            <a:custGeom>
              <a:avLst/>
              <a:gdLst/>
              <a:ahLst/>
              <a:cxnLst/>
              <a:rect l="l" t="t" r="r" b="b"/>
              <a:pathLst>
                <a:path w="250" h="1392" extrusionOk="0">
                  <a:moveTo>
                    <a:pt x="0" y="0"/>
                  </a:moveTo>
                  <a:lnTo>
                    <a:pt x="250" y="0"/>
                  </a:lnTo>
                  <a:lnTo>
                    <a:pt x="250" y="1392"/>
                  </a:lnTo>
                  <a:lnTo>
                    <a:pt x="0" y="139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88" name="Google Shape;1988;p19"/>
            <p:cNvSpPr/>
            <p:nvPr/>
          </p:nvSpPr>
          <p:spPr>
            <a:xfrm>
              <a:off x="4687560" y="3133800"/>
              <a:ext cx="90000" cy="420840"/>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89" name="Google Shape;1989;p19"/>
            <p:cNvSpPr/>
            <p:nvPr/>
          </p:nvSpPr>
          <p:spPr>
            <a:xfrm>
              <a:off x="4836960" y="2959200"/>
              <a:ext cx="90000" cy="174600"/>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90" name="Google Shape;1990;p19"/>
            <p:cNvSpPr/>
            <p:nvPr/>
          </p:nvSpPr>
          <p:spPr>
            <a:xfrm>
              <a:off x="5583240" y="2050560"/>
              <a:ext cx="90000" cy="655920"/>
            </a:xfrm>
            <a:custGeom>
              <a:avLst/>
              <a:gdLst/>
              <a:ahLst/>
              <a:cxnLst/>
              <a:rect l="l" t="t" r="r" b="b"/>
              <a:pathLst>
                <a:path w="250" h="1822" extrusionOk="0">
                  <a:moveTo>
                    <a:pt x="0" y="0"/>
                  </a:moveTo>
                  <a:lnTo>
                    <a:pt x="250" y="0"/>
                  </a:lnTo>
                  <a:lnTo>
                    <a:pt x="250" y="1822"/>
                  </a:lnTo>
                  <a:lnTo>
                    <a:pt x="0" y="182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91" name="Google Shape;1991;p19"/>
            <p:cNvSpPr/>
            <p:nvPr/>
          </p:nvSpPr>
          <p:spPr>
            <a:xfrm>
              <a:off x="5284440" y="3460320"/>
              <a:ext cx="90000" cy="108720"/>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992"/>
        <p:cNvGrpSpPr/>
        <p:nvPr/>
      </p:nvGrpSpPr>
      <p:grpSpPr>
        <a:xfrm>
          <a:off x="0" y="0"/>
          <a:ext cx="0" cy="0"/>
          <a:chOff x="0" y="0"/>
          <a:chExt cx="0" cy="0"/>
        </a:xfrm>
      </p:grpSpPr>
      <p:grpSp>
        <p:nvGrpSpPr>
          <p:cNvPr id="1993" name="Google Shape;1993;p20"/>
          <p:cNvGrpSpPr/>
          <p:nvPr/>
        </p:nvGrpSpPr>
        <p:grpSpPr>
          <a:xfrm>
            <a:off x="0" y="0"/>
            <a:ext cx="9143995" cy="5143491"/>
            <a:chOff x="0" y="0"/>
            <a:chExt cx="9143995" cy="5143491"/>
          </a:xfrm>
        </p:grpSpPr>
        <p:sp>
          <p:nvSpPr>
            <p:cNvPr id="1994" name="Google Shape;1994;p20"/>
            <p:cNvSpPr/>
            <p:nvPr/>
          </p:nvSpPr>
          <p:spPr>
            <a:xfrm>
              <a:off x="0" y="19319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95" name="Google Shape;1995;p20"/>
            <p:cNvSpPr/>
            <p:nvPr/>
          </p:nvSpPr>
          <p:spPr>
            <a:xfrm>
              <a:off x="0" y="401120"/>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96" name="Google Shape;1996;p20"/>
            <p:cNvSpPr/>
            <p:nvPr/>
          </p:nvSpPr>
          <p:spPr>
            <a:xfrm>
              <a:off x="0" y="60904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97" name="Google Shape;1997;p20"/>
            <p:cNvSpPr/>
            <p:nvPr/>
          </p:nvSpPr>
          <p:spPr>
            <a:xfrm>
              <a:off x="0" y="81697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98" name="Google Shape;1998;p20"/>
            <p:cNvSpPr/>
            <p:nvPr/>
          </p:nvSpPr>
          <p:spPr>
            <a:xfrm>
              <a:off x="0" y="102408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99" name="Google Shape;1999;p20"/>
            <p:cNvSpPr/>
            <p:nvPr/>
          </p:nvSpPr>
          <p:spPr>
            <a:xfrm>
              <a:off x="0" y="123201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00" name="Google Shape;2000;p20"/>
            <p:cNvSpPr/>
            <p:nvPr/>
          </p:nvSpPr>
          <p:spPr>
            <a:xfrm>
              <a:off x="0" y="143994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01" name="Google Shape;2001;p20"/>
            <p:cNvSpPr/>
            <p:nvPr/>
          </p:nvSpPr>
          <p:spPr>
            <a:xfrm>
              <a:off x="0" y="164786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02" name="Google Shape;2002;p20"/>
            <p:cNvSpPr/>
            <p:nvPr/>
          </p:nvSpPr>
          <p:spPr>
            <a:xfrm>
              <a:off x="0" y="1854977"/>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03" name="Google Shape;2003;p20"/>
            <p:cNvSpPr/>
            <p:nvPr/>
          </p:nvSpPr>
          <p:spPr>
            <a:xfrm>
              <a:off x="0" y="206290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04" name="Google Shape;2004;p20"/>
            <p:cNvSpPr/>
            <p:nvPr/>
          </p:nvSpPr>
          <p:spPr>
            <a:xfrm>
              <a:off x="0" y="227083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05" name="Google Shape;2005;p20"/>
            <p:cNvSpPr/>
            <p:nvPr/>
          </p:nvSpPr>
          <p:spPr>
            <a:xfrm>
              <a:off x="0" y="247876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06" name="Google Shape;2006;p20"/>
            <p:cNvSpPr/>
            <p:nvPr/>
          </p:nvSpPr>
          <p:spPr>
            <a:xfrm>
              <a:off x="0" y="268668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07" name="Google Shape;2007;p20"/>
            <p:cNvSpPr/>
            <p:nvPr/>
          </p:nvSpPr>
          <p:spPr>
            <a:xfrm>
              <a:off x="0" y="289461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08" name="Google Shape;2008;p20"/>
            <p:cNvSpPr/>
            <p:nvPr/>
          </p:nvSpPr>
          <p:spPr>
            <a:xfrm>
              <a:off x="0" y="3102544"/>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09" name="Google Shape;2009;p20"/>
            <p:cNvSpPr/>
            <p:nvPr/>
          </p:nvSpPr>
          <p:spPr>
            <a:xfrm>
              <a:off x="0" y="330965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10" name="Google Shape;2010;p20"/>
            <p:cNvSpPr/>
            <p:nvPr/>
          </p:nvSpPr>
          <p:spPr>
            <a:xfrm>
              <a:off x="0" y="351758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11" name="Google Shape;2011;p20"/>
            <p:cNvSpPr/>
            <p:nvPr/>
          </p:nvSpPr>
          <p:spPr>
            <a:xfrm>
              <a:off x="0" y="372550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12" name="Google Shape;2012;p20"/>
            <p:cNvSpPr/>
            <p:nvPr/>
          </p:nvSpPr>
          <p:spPr>
            <a:xfrm>
              <a:off x="0" y="393343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13" name="Google Shape;2013;p20"/>
            <p:cNvSpPr/>
            <p:nvPr/>
          </p:nvSpPr>
          <p:spPr>
            <a:xfrm>
              <a:off x="0" y="414054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14" name="Google Shape;2014;p20"/>
            <p:cNvSpPr/>
            <p:nvPr/>
          </p:nvSpPr>
          <p:spPr>
            <a:xfrm>
              <a:off x="0" y="434847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15" name="Google Shape;2015;p20"/>
            <p:cNvSpPr/>
            <p:nvPr/>
          </p:nvSpPr>
          <p:spPr>
            <a:xfrm>
              <a:off x="0" y="455640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16" name="Google Shape;2016;p20"/>
            <p:cNvSpPr/>
            <p:nvPr/>
          </p:nvSpPr>
          <p:spPr>
            <a:xfrm>
              <a:off x="0" y="476432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17" name="Google Shape;2017;p20"/>
            <p:cNvSpPr/>
            <p:nvPr/>
          </p:nvSpPr>
          <p:spPr>
            <a:xfrm>
              <a:off x="0" y="497225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18" name="Google Shape;2018;p20"/>
            <p:cNvSpPr/>
            <p:nvPr/>
          </p:nvSpPr>
          <p:spPr>
            <a:xfrm>
              <a:off x="86768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19" name="Google Shape;2019;p20"/>
            <p:cNvSpPr/>
            <p:nvPr/>
          </p:nvSpPr>
          <p:spPr>
            <a:xfrm>
              <a:off x="847046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20" name="Google Shape;2020;p20"/>
            <p:cNvSpPr/>
            <p:nvPr/>
          </p:nvSpPr>
          <p:spPr>
            <a:xfrm>
              <a:off x="826327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21" name="Google Shape;2021;p20"/>
            <p:cNvSpPr/>
            <p:nvPr/>
          </p:nvSpPr>
          <p:spPr>
            <a:xfrm>
              <a:off x="805608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22" name="Google Shape;2022;p20"/>
            <p:cNvSpPr/>
            <p:nvPr/>
          </p:nvSpPr>
          <p:spPr>
            <a:xfrm>
              <a:off x="78488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23" name="Google Shape;2023;p20"/>
            <p:cNvSpPr/>
            <p:nvPr/>
          </p:nvSpPr>
          <p:spPr>
            <a:xfrm>
              <a:off x="764169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24" name="Google Shape;2024;p20"/>
            <p:cNvSpPr/>
            <p:nvPr/>
          </p:nvSpPr>
          <p:spPr>
            <a:xfrm>
              <a:off x="74345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25" name="Google Shape;2025;p20"/>
            <p:cNvSpPr/>
            <p:nvPr/>
          </p:nvSpPr>
          <p:spPr>
            <a:xfrm>
              <a:off x="722730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26" name="Google Shape;2026;p20"/>
            <p:cNvSpPr/>
            <p:nvPr/>
          </p:nvSpPr>
          <p:spPr>
            <a:xfrm>
              <a:off x="702093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27" name="Google Shape;2027;p20"/>
            <p:cNvSpPr/>
            <p:nvPr/>
          </p:nvSpPr>
          <p:spPr>
            <a:xfrm>
              <a:off x="68137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28" name="Google Shape;2028;p20"/>
            <p:cNvSpPr/>
            <p:nvPr/>
          </p:nvSpPr>
          <p:spPr>
            <a:xfrm>
              <a:off x="66065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29" name="Google Shape;2029;p20"/>
            <p:cNvSpPr/>
            <p:nvPr/>
          </p:nvSpPr>
          <p:spPr>
            <a:xfrm>
              <a:off x="639934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30" name="Google Shape;2030;p20"/>
            <p:cNvSpPr/>
            <p:nvPr/>
          </p:nvSpPr>
          <p:spPr>
            <a:xfrm>
              <a:off x="619297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31" name="Google Shape;2031;p20"/>
            <p:cNvSpPr/>
            <p:nvPr/>
          </p:nvSpPr>
          <p:spPr>
            <a:xfrm>
              <a:off x="598577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32" name="Google Shape;2032;p20"/>
            <p:cNvSpPr/>
            <p:nvPr/>
          </p:nvSpPr>
          <p:spPr>
            <a:xfrm>
              <a:off x="577858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33" name="Google Shape;2033;p20"/>
            <p:cNvSpPr/>
            <p:nvPr/>
          </p:nvSpPr>
          <p:spPr>
            <a:xfrm>
              <a:off x="55713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34" name="Google Shape;2034;p20"/>
            <p:cNvSpPr/>
            <p:nvPr/>
          </p:nvSpPr>
          <p:spPr>
            <a:xfrm>
              <a:off x="536501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35" name="Google Shape;2035;p20"/>
            <p:cNvSpPr/>
            <p:nvPr/>
          </p:nvSpPr>
          <p:spPr>
            <a:xfrm>
              <a:off x="515863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36" name="Google Shape;2036;p20"/>
            <p:cNvSpPr/>
            <p:nvPr/>
          </p:nvSpPr>
          <p:spPr>
            <a:xfrm>
              <a:off x="495144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37" name="Google Shape;2037;p20"/>
            <p:cNvSpPr/>
            <p:nvPr/>
          </p:nvSpPr>
          <p:spPr>
            <a:xfrm>
              <a:off x="47442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38" name="Google Shape;2038;p20"/>
            <p:cNvSpPr/>
            <p:nvPr/>
          </p:nvSpPr>
          <p:spPr>
            <a:xfrm>
              <a:off x="453705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39" name="Google Shape;2039;p20"/>
            <p:cNvSpPr/>
            <p:nvPr/>
          </p:nvSpPr>
          <p:spPr>
            <a:xfrm>
              <a:off x="432986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40" name="Google Shape;2040;p20"/>
            <p:cNvSpPr/>
            <p:nvPr/>
          </p:nvSpPr>
          <p:spPr>
            <a:xfrm>
              <a:off x="412266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41" name="Google Shape;2041;p20"/>
            <p:cNvSpPr/>
            <p:nvPr/>
          </p:nvSpPr>
          <p:spPr>
            <a:xfrm>
              <a:off x="39162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42" name="Google Shape;2042;p20"/>
            <p:cNvSpPr/>
            <p:nvPr/>
          </p:nvSpPr>
          <p:spPr>
            <a:xfrm>
              <a:off x="370909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43" name="Google Shape;2043;p20"/>
            <p:cNvSpPr/>
            <p:nvPr/>
          </p:nvSpPr>
          <p:spPr>
            <a:xfrm>
              <a:off x="35019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44" name="Google Shape;2044;p20"/>
            <p:cNvSpPr/>
            <p:nvPr/>
          </p:nvSpPr>
          <p:spPr>
            <a:xfrm>
              <a:off x="329470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45" name="Google Shape;2045;p20"/>
            <p:cNvSpPr/>
            <p:nvPr/>
          </p:nvSpPr>
          <p:spPr>
            <a:xfrm>
              <a:off x="308751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46" name="Google Shape;2046;p20"/>
            <p:cNvSpPr/>
            <p:nvPr/>
          </p:nvSpPr>
          <p:spPr>
            <a:xfrm>
              <a:off x="28811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47" name="Google Shape;2047;p20"/>
            <p:cNvSpPr/>
            <p:nvPr/>
          </p:nvSpPr>
          <p:spPr>
            <a:xfrm>
              <a:off x="26739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48" name="Google Shape;2048;p20"/>
            <p:cNvSpPr/>
            <p:nvPr/>
          </p:nvSpPr>
          <p:spPr>
            <a:xfrm>
              <a:off x="246674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49" name="Google Shape;2049;p20"/>
            <p:cNvSpPr/>
            <p:nvPr/>
          </p:nvSpPr>
          <p:spPr>
            <a:xfrm>
              <a:off x="225955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50" name="Google Shape;2050;p20"/>
            <p:cNvSpPr/>
            <p:nvPr/>
          </p:nvSpPr>
          <p:spPr>
            <a:xfrm>
              <a:off x="205236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51" name="Google Shape;2051;p20"/>
            <p:cNvSpPr/>
            <p:nvPr/>
          </p:nvSpPr>
          <p:spPr>
            <a:xfrm>
              <a:off x="184598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52" name="Google Shape;2052;p20"/>
            <p:cNvSpPr/>
            <p:nvPr/>
          </p:nvSpPr>
          <p:spPr>
            <a:xfrm>
              <a:off x="16387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53" name="Google Shape;2053;p20"/>
            <p:cNvSpPr/>
            <p:nvPr/>
          </p:nvSpPr>
          <p:spPr>
            <a:xfrm>
              <a:off x="143159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54" name="Google Shape;2054;p20"/>
            <p:cNvSpPr/>
            <p:nvPr/>
          </p:nvSpPr>
          <p:spPr>
            <a:xfrm>
              <a:off x="122440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55" name="Google Shape;2055;p20"/>
            <p:cNvSpPr/>
            <p:nvPr/>
          </p:nvSpPr>
          <p:spPr>
            <a:xfrm>
              <a:off x="101720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56" name="Google Shape;2056;p20"/>
            <p:cNvSpPr/>
            <p:nvPr/>
          </p:nvSpPr>
          <p:spPr>
            <a:xfrm>
              <a:off x="81001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57" name="Google Shape;2057;p20"/>
            <p:cNvSpPr/>
            <p:nvPr/>
          </p:nvSpPr>
          <p:spPr>
            <a:xfrm>
              <a:off x="60363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58" name="Google Shape;2058;p20"/>
            <p:cNvSpPr/>
            <p:nvPr/>
          </p:nvSpPr>
          <p:spPr>
            <a:xfrm>
              <a:off x="39644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59" name="Google Shape;2059;p20"/>
            <p:cNvSpPr/>
            <p:nvPr/>
          </p:nvSpPr>
          <p:spPr>
            <a:xfrm>
              <a:off x="18925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60" name="Google Shape;2060;p20"/>
            <p:cNvSpPr/>
            <p:nvPr/>
          </p:nvSpPr>
          <p:spPr>
            <a:xfrm>
              <a:off x="8716176" y="19320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61" name="Google Shape;2061;p20"/>
            <p:cNvSpPr/>
            <p:nvPr/>
          </p:nvSpPr>
          <p:spPr>
            <a:xfrm>
              <a:off x="8716176" y="40112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62" name="Google Shape;2062;p20"/>
            <p:cNvSpPr/>
            <p:nvPr/>
          </p:nvSpPr>
          <p:spPr>
            <a:xfrm>
              <a:off x="8716176" y="60905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63" name="Google Shape;2063;p20"/>
            <p:cNvSpPr/>
            <p:nvPr/>
          </p:nvSpPr>
          <p:spPr>
            <a:xfrm>
              <a:off x="8716176" y="81698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64" name="Google Shape;2064;p20"/>
            <p:cNvSpPr/>
            <p:nvPr/>
          </p:nvSpPr>
          <p:spPr>
            <a:xfrm>
              <a:off x="8716176" y="102409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65" name="Google Shape;2065;p20"/>
            <p:cNvSpPr/>
            <p:nvPr/>
          </p:nvSpPr>
          <p:spPr>
            <a:xfrm>
              <a:off x="8716176" y="123201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66" name="Google Shape;2066;p20"/>
            <p:cNvSpPr/>
            <p:nvPr/>
          </p:nvSpPr>
          <p:spPr>
            <a:xfrm>
              <a:off x="8716176" y="143994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67" name="Google Shape;2067;p20"/>
            <p:cNvSpPr/>
            <p:nvPr/>
          </p:nvSpPr>
          <p:spPr>
            <a:xfrm>
              <a:off x="8716176" y="164787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68" name="Google Shape;2068;p20"/>
            <p:cNvSpPr/>
            <p:nvPr/>
          </p:nvSpPr>
          <p:spPr>
            <a:xfrm>
              <a:off x="8716176" y="185498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69" name="Google Shape;2069;p20"/>
            <p:cNvSpPr/>
            <p:nvPr/>
          </p:nvSpPr>
          <p:spPr>
            <a:xfrm>
              <a:off x="8716176" y="206290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70" name="Google Shape;2070;p20"/>
            <p:cNvSpPr/>
            <p:nvPr/>
          </p:nvSpPr>
          <p:spPr>
            <a:xfrm>
              <a:off x="8716176" y="227083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71" name="Google Shape;2071;p20"/>
            <p:cNvSpPr/>
            <p:nvPr/>
          </p:nvSpPr>
          <p:spPr>
            <a:xfrm>
              <a:off x="8716176" y="247876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72" name="Google Shape;2072;p20"/>
            <p:cNvSpPr/>
            <p:nvPr/>
          </p:nvSpPr>
          <p:spPr>
            <a:xfrm>
              <a:off x="8716176" y="268668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73" name="Google Shape;2073;p20"/>
            <p:cNvSpPr/>
            <p:nvPr/>
          </p:nvSpPr>
          <p:spPr>
            <a:xfrm>
              <a:off x="8716176" y="289461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74" name="Google Shape;2074;p20"/>
            <p:cNvSpPr/>
            <p:nvPr/>
          </p:nvSpPr>
          <p:spPr>
            <a:xfrm>
              <a:off x="8716176" y="310254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75" name="Google Shape;2075;p20"/>
            <p:cNvSpPr/>
            <p:nvPr/>
          </p:nvSpPr>
          <p:spPr>
            <a:xfrm>
              <a:off x="8716176" y="330965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76" name="Google Shape;2076;p20"/>
            <p:cNvSpPr/>
            <p:nvPr/>
          </p:nvSpPr>
          <p:spPr>
            <a:xfrm>
              <a:off x="8716176" y="351757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77" name="Google Shape;2077;p20"/>
            <p:cNvSpPr/>
            <p:nvPr/>
          </p:nvSpPr>
          <p:spPr>
            <a:xfrm>
              <a:off x="8716176" y="372550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78" name="Google Shape;2078;p20"/>
            <p:cNvSpPr/>
            <p:nvPr/>
          </p:nvSpPr>
          <p:spPr>
            <a:xfrm>
              <a:off x="8716176" y="393343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79" name="Google Shape;2079;p20"/>
            <p:cNvSpPr/>
            <p:nvPr/>
          </p:nvSpPr>
          <p:spPr>
            <a:xfrm>
              <a:off x="8716176" y="414054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80" name="Google Shape;2080;p20"/>
            <p:cNvSpPr/>
            <p:nvPr/>
          </p:nvSpPr>
          <p:spPr>
            <a:xfrm>
              <a:off x="8716176" y="434846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81" name="Google Shape;2081;p20"/>
            <p:cNvSpPr/>
            <p:nvPr/>
          </p:nvSpPr>
          <p:spPr>
            <a:xfrm>
              <a:off x="8716176" y="455639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82" name="Google Shape;2082;p20"/>
            <p:cNvSpPr/>
            <p:nvPr/>
          </p:nvSpPr>
          <p:spPr>
            <a:xfrm>
              <a:off x="8716176" y="476432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83" name="Google Shape;2083;p20"/>
            <p:cNvSpPr/>
            <p:nvPr/>
          </p:nvSpPr>
          <p:spPr>
            <a:xfrm>
              <a:off x="8716176" y="497225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84" name="Google Shape;2084;p20"/>
            <p:cNvSpPr/>
            <p:nvPr/>
          </p:nvSpPr>
          <p:spPr>
            <a:xfrm>
              <a:off x="907150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85" name="Google Shape;2085;p20"/>
            <p:cNvSpPr/>
            <p:nvPr/>
          </p:nvSpPr>
          <p:spPr>
            <a:xfrm>
              <a:off x="886430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sp>
        <p:nvSpPr>
          <p:cNvPr id="2086" name="Google Shape;2086;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87" name="Google Shape;2087;p20"/>
          <p:cNvSpPr txBox="1">
            <a:spLocks noGrp="1"/>
          </p:cNvSpPr>
          <p:nvPr>
            <p:ph type="subTitle" idx="1"/>
          </p:nvPr>
        </p:nvSpPr>
        <p:spPr>
          <a:xfrm>
            <a:off x="713196" y="1944949"/>
            <a:ext cx="2437800" cy="810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88" name="Google Shape;2088;p20"/>
          <p:cNvSpPr txBox="1">
            <a:spLocks noGrp="1"/>
          </p:cNvSpPr>
          <p:nvPr>
            <p:ph type="subTitle" idx="2"/>
          </p:nvPr>
        </p:nvSpPr>
        <p:spPr>
          <a:xfrm>
            <a:off x="3353100" y="1944949"/>
            <a:ext cx="2437800" cy="810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89" name="Google Shape;2089;p20"/>
          <p:cNvSpPr txBox="1">
            <a:spLocks noGrp="1"/>
          </p:cNvSpPr>
          <p:nvPr>
            <p:ph type="subTitle" idx="3"/>
          </p:nvPr>
        </p:nvSpPr>
        <p:spPr>
          <a:xfrm>
            <a:off x="713196" y="3794000"/>
            <a:ext cx="2437800" cy="810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90" name="Google Shape;2090;p20"/>
          <p:cNvSpPr txBox="1">
            <a:spLocks noGrp="1"/>
          </p:cNvSpPr>
          <p:nvPr>
            <p:ph type="subTitle" idx="4"/>
          </p:nvPr>
        </p:nvSpPr>
        <p:spPr>
          <a:xfrm>
            <a:off x="3353100" y="3794000"/>
            <a:ext cx="2437800" cy="810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91" name="Google Shape;2091;p20"/>
          <p:cNvSpPr txBox="1">
            <a:spLocks noGrp="1"/>
          </p:cNvSpPr>
          <p:nvPr>
            <p:ph type="subTitle" idx="5"/>
          </p:nvPr>
        </p:nvSpPr>
        <p:spPr>
          <a:xfrm>
            <a:off x="5993004" y="1944949"/>
            <a:ext cx="2437800" cy="810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92" name="Google Shape;2092;p20"/>
          <p:cNvSpPr txBox="1">
            <a:spLocks noGrp="1"/>
          </p:cNvSpPr>
          <p:nvPr>
            <p:ph type="subTitle" idx="6"/>
          </p:nvPr>
        </p:nvSpPr>
        <p:spPr>
          <a:xfrm>
            <a:off x="5993004" y="3794000"/>
            <a:ext cx="2437800" cy="810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93" name="Google Shape;2093;p20"/>
          <p:cNvSpPr txBox="1">
            <a:spLocks noGrp="1"/>
          </p:cNvSpPr>
          <p:nvPr>
            <p:ph type="subTitle" idx="7"/>
          </p:nvPr>
        </p:nvSpPr>
        <p:spPr>
          <a:xfrm>
            <a:off x="714294" y="1211100"/>
            <a:ext cx="2435400" cy="8100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2400"/>
              <a:buFont typeface="Outfit ExtraBold"/>
              <a:buNone/>
              <a:defRPr sz="1600">
                <a:solidFill>
                  <a:schemeClr val="accent1"/>
                </a:solidFill>
                <a:latin typeface="Outfit ExtraBold"/>
                <a:ea typeface="Outfit ExtraBold"/>
                <a:cs typeface="Outfit ExtraBold"/>
                <a:sym typeface="Outfit ExtraBold"/>
              </a:defRPr>
            </a:lvl1pPr>
            <a:lvl2pPr lvl="1"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2pPr>
            <a:lvl3pPr lvl="2"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3pPr>
            <a:lvl4pPr lvl="3"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4pPr>
            <a:lvl5pPr lvl="4"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5pPr>
            <a:lvl6pPr lvl="5"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6pPr>
            <a:lvl7pPr lvl="6"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7pPr>
            <a:lvl8pPr lvl="7"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8pPr>
            <a:lvl9pPr lvl="8"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9pPr>
          </a:lstStyle>
          <a:p>
            <a:endParaRPr/>
          </a:p>
        </p:txBody>
      </p:sp>
      <p:sp>
        <p:nvSpPr>
          <p:cNvPr id="2094" name="Google Shape;2094;p20"/>
          <p:cNvSpPr txBox="1">
            <a:spLocks noGrp="1"/>
          </p:cNvSpPr>
          <p:nvPr>
            <p:ph type="subTitle" idx="8"/>
          </p:nvPr>
        </p:nvSpPr>
        <p:spPr>
          <a:xfrm>
            <a:off x="3354198" y="1211100"/>
            <a:ext cx="2435400" cy="8100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2400"/>
              <a:buFont typeface="Outfit ExtraBold"/>
              <a:buNone/>
              <a:defRPr sz="1600">
                <a:solidFill>
                  <a:schemeClr val="accent1"/>
                </a:solidFill>
                <a:latin typeface="Outfit ExtraBold"/>
                <a:ea typeface="Outfit ExtraBold"/>
                <a:cs typeface="Outfit ExtraBold"/>
                <a:sym typeface="Outfit ExtraBold"/>
              </a:defRPr>
            </a:lvl1pPr>
            <a:lvl2pPr lvl="1"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2pPr>
            <a:lvl3pPr lvl="2"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3pPr>
            <a:lvl4pPr lvl="3"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4pPr>
            <a:lvl5pPr lvl="4"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5pPr>
            <a:lvl6pPr lvl="5"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6pPr>
            <a:lvl7pPr lvl="6"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7pPr>
            <a:lvl8pPr lvl="7"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8pPr>
            <a:lvl9pPr lvl="8"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9pPr>
          </a:lstStyle>
          <a:p>
            <a:endParaRPr/>
          </a:p>
        </p:txBody>
      </p:sp>
      <p:sp>
        <p:nvSpPr>
          <p:cNvPr id="2095" name="Google Shape;2095;p20"/>
          <p:cNvSpPr txBox="1">
            <a:spLocks noGrp="1"/>
          </p:cNvSpPr>
          <p:nvPr>
            <p:ph type="subTitle" idx="9"/>
          </p:nvPr>
        </p:nvSpPr>
        <p:spPr>
          <a:xfrm>
            <a:off x="5993002" y="1211100"/>
            <a:ext cx="2435400" cy="8100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2400"/>
              <a:buFont typeface="Outfit ExtraBold"/>
              <a:buNone/>
              <a:defRPr sz="1600">
                <a:solidFill>
                  <a:schemeClr val="accent1"/>
                </a:solidFill>
                <a:latin typeface="Outfit ExtraBold"/>
                <a:ea typeface="Outfit ExtraBold"/>
                <a:cs typeface="Outfit ExtraBold"/>
                <a:sym typeface="Outfit ExtraBold"/>
              </a:defRPr>
            </a:lvl1pPr>
            <a:lvl2pPr lvl="1"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2pPr>
            <a:lvl3pPr lvl="2"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3pPr>
            <a:lvl4pPr lvl="3"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4pPr>
            <a:lvl5pPr lvl="4"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5pPr>
            <a:lvl6pPr lvl="5"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6pPr>
            <a:lvl7pPr lvl="6"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7pPr>
            <a:lvl8pPr lvl="7"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8pPr>
            <a:lvl9pPr lvl="8"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9pPr>
          </a:lstStyle>
          <a:p>
            <a:endParaRPr/>
          </a:p>
        </p:txBody>
      </p:sp>
      <p:sp>
        <p:nvSpPr>
          <p:cNvPr id="2096" name="Google Shape;2096;p20"/>
          <p:cNvSpPr txBox="1">
            <a:spLocks noGrp="1"/>
          </p:cNvSpPr>
          <p:nvPr>
            <p:ph type="subTitle" idx="13"/>
          </p:nvPr>
        </p:nvSpPr>
        <p:spPr>
          <a:xfrm>
            <a:off x="714294" y="3061794"/>
            <a:ext cx="2435400" cy="7425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2400"/>
              <a:buFont typeface="Outfit ExtraBold"/>
              <a:buNone/>
              <a:defRPr sz="1600">
                <a:solidFill>
                  <a:schemeClr val="accent1"/>
                </a:solidFill>
                <a:latin typeface="Outfit ExtraBold"/>
                <a:ea typeface="Outfit ExtraBold"/>
                <a:cs typeface="Outfit ExtraBold"/>
                <a:sym typeface="Outfit ExtraBold"/>
              </a:defRPr>
            </a:lvl1pPr>
            <a:lvl2pPr lvl="1"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2pPr>
            <a:lvl3pPr lvl="2"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3pPr>
            <a:lvl4pPr lvl="3"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4pPr>
            <a:lvl5pPr lvl="4"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5pPr>
            <a:lvl6pPr lvl="5"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6pPr>
            <a:lvl7pPr lvl="6"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7pPr>
            <a:lvl8pPr lvl="7"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8pPr>
            <a:lvl9pPr lvl="8"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9pPr>
          </a:lstStyle>
          <a:p>
            <a:endParaRPr/>
          </a:p>
        </p:txBody>
      </p:sp>
      <p:sp>
        <p:nvSpPr>
          <p:cNvPr id="2097" name="Google Shape;2097;p20"/>
          <p:cNvSpPr txBox="1">
            <a:spLocks noGrp="1"/>
          </p:cNvSpPr>
          <p:nvPr>
            <p:ph type="subTitle" idx="14"/>
          </p:nvPr>
        </p:nvSpPr>
        <p:spPr>
          <a:xfrm>
            <a:off x="3354198" y="3061794"/>
            <a:ext cx="2435400" cy="7425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2400"/>
              <a:buFont typeface="Outfit ExtraBold"/>
              <a:buNone/>
              <a:defRPr sz="1600">
                <a:solidFill>
                  <a:schemeClr val="accent1"/>
                </a:solidFill>
                <a:latin typeface="Outfit ExtraBold"/>
                <a:ea typeface="Outfit ExtraBold"/>
                <a:cs typeface="Outfit ExtraBold"/>
                <a:sym typeface="Outfit ExtraBold"/>
              </a:defRPr>
            </a:lvl1pPr>
            <a:lvl2pPr lvl="1"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2pPr>
            <a:lvl3pPr lvl="2"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3pPr>
            <a:lvl4pPr lvl="3"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4pPr>
            <a:lvl5pPr lvl="4"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5pPr>
            <a:lvl6pPr lvl="5"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6pPr>
            <a:lvl7pPr lvl="6"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7pPr>
            <a:lvl8pPr lvl="7"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8pPr>
            <a:lvl9pPr lvl="8"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9pPr>
          </a:lstStyle>
          <a:p>
            <a:endParaRPr/>
          </a:p>
        </p:txBody>
      </p:sp>
      <p:sp>
        <p:nvSpPr>
          <p:cNvPr id="2098" name="Google Shape;2098;p20"/>
          <p:cNvSpPr txBox="1">
            <a:spLocks noGrp="1"/>
          </p:cNvSpPr>
          <p:nvPr>
            <p:ph type="subTitle" idx="15"/>
          </p:nvPr>
        </p:nvSpPr>
        <p:spPr>
          <a:xfrm>
            <a:off x="5994102" y="3061794"/>
            <a:ext cx="2435400" cy="7425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2400"/>
              <a:buFont typeface="Outfit ExtraBold"/>
              <a:buNone/>
              <a:defRPr sz="1600">
                <a:solidFill>
                  <a:schemeClr val="accent1"/>
                </a:solidFill>
                <a:latin typeface="Outfit ExtraBold"/>
                <a:ea typeface="Outfit ExtraBold"/>
                <a:cs typeface="Outfit ExtraBold"/>
                <a:sym typeface="Outfit ExtraBold"/>
              </a:defRPr>
            </a:lvl1pPr>
            <a:lvl2pPr lvl="1"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2pPr>
            <a:lvl3pPr lvl="2"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3pPr>
            <a:lvl4pPr lvl="3"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4pPr>
            <a:lvl5pPr lvl="4"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5pPr>
            <a:lvl6pPr lvl="5"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6pPr>
            <a:lvl7pPr lvl="6"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7pPr>
            <a:lvl8pPr lvl="7"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8pPr>
            <a:lvl9pPr lvl="8" algn="ctr" rtl="0">
              <a:lnSpc>
                <a:spcPct val="100000"/>
              </a:lnSpc>
              <a:spcBef>
                <a:spcPts val="0"/>
              </a:spcBef>
              <a:spcAft>
                <a:spcPts val="0"/>
              </a:spcAft>
              <a:buClr>
                <a:schemeClr val="accent1"/>
              </a:buClr>
              <a:buSzPts val="2400"/>
              <a:buFont typeface="Outfit ExtraBold"/>
              <a:buNone/>
              <a:defRPr sz="2400">
                <a:solidFill>
                  <a:schemeClr val="accent1"/>
                </a:solidFill>
                <a:latin typeface="Outfit ExtraBold"/>
                <a:ea typeface="Outfit ExtraBold"/>
                <a:cs typeface="Outfit ExtraBold"/>
                <a:sym typeface="Outfit ExtraBold"/>
              </a:defRPr>
            </a:lvl9pPr>
          </a:lstStyle>
          <a:p>
            <a:endParaRPr/>
          </a:p>
        </p:txBody>
      </p:sp>
      <p:grpSp>
        <p:nvGrpSpPr>
          <p:cNvPr id="2099" name="Google Shape;2099;p20"/>
          <p:cNvGrpSpPr/>
          <p:nvPr/>
        </p:nvGrpSpPr>
        <p:grpSpPr>
          <a:xfrm>
            <a:off x="8430835" y="4756407"/>
            <a:ext cx="551017" cy="217475"/>
            <a:chOff x="6204535" y="1008832"/>
            <a:chExt cx="551017" cy="217475"/>
          </a:xfrm>
        </p:grpSpPr>
        <p:sp>
          <p:nvSpPr>
            <p:cNvPr id="2100" name="Google Shape;2100;p20"/>
            <p:cNvSpPr/>
            <p:nvPr/>
          </p:nvSpPr>
          <p:spPr>
            <a:xfrm>
              <a:off x="6510287" y="1053083"/>
              <a:ext cx="92574" cy="128972"/>
            </a:xfrm>
            <a:custGeom>
              <a:avLst/>
              <a:gdLst/>
              <a:ahLst/>
              <a:cxnLst/>
              <a:rect l="l" t="t" r="r" b="b"/>
              <a:pathLst>
                <a:path w="251" h="1023" extrusionOk="0">
                  <a:moveTo>
                    <a:pt x="0" y="0"/>
                  </a:moveTo>
                  <a:lnTo>
                    <a:pt x="251" y="0"/>
                  </a:lnTo>
                  <a:lnTo>
                    <a:pt x="251" y="1023"/>
                  </a:lnTo>
                  <a:lnTo>
                    <a:pt x="0" y="10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01" name="Google Shape;2101;p20"/>
            <p:cNvSpPr/>
            <p:nvPr/>
          </p:nvSpPr>
          <p:spPr>
            <a:xfrm>
              <a:off x="6357595" y="1073255"/>
              <a:ext cx="92205" cy="88629"/>
            </a:xfrm>
            <a:custGeom>
              <a:avLst/>
              <a:gdLst/>
              <a:ahLst/>
              <a:cxnLst/>
              <a:rect l="l" t="t" r="r" b="b"/>
              <a:pathLst>
                <a:path w="250" h="703" extrusionOk="0">
                  <a:moveTo>
                    <a:pt x="0" y="0"/>
                  </a:moveTo>
                  <a:lnTo>
                    <a:pt x="250" y="0"/>
                  </a:lnTo>
                  <a:lnTo>
                    <a:pt x="250" y="703"/>
                  </a:lnTo>
                  <a:lnTo>
                    <a:pt x="0" y="70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02" name="Google Shape;2102;p20"/>
            <p:cNvSpPr/>
            <p:nvPr/>
          </p:nvSpPr>
          <p:spPr>
            <a:xfrm>
              <a:off x="6663347" y="1063925"/>
              <a:ext cx="92205" cy="107288"/>
            </a:xfrm>
            <a:custGeom>
              <a:avLst/>
              <a:gdLst/>
              <a:ahLst/>
              <a:cxnLst/>
              <a:rect l="l" t="t" r="r" b="b"/>
              <a:pathLst>
                <a:path w="250" h="851" extrusionOk="0">
                  <a:moveTo>
                    <a:pt x="0" y="0"/>
                  </a:moveTo>
                  <a:lnTo>
                    <a:pt x="250" y="0"/>
                  </a:lnTo>
                  <a:lnTo>
                    <a:pt x="250" y="851"/>
                  </a:lnTo>
                  <a:lnTo>
                    <a:pt x="0" y="85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03" name="Google Shape;2103;p20"/>
            <p:cNvSpPr/>
            <p:nvPr/>
          </p:nvSpPr>
          <p:spPr>
            <a:xfrm>
              <a:off x="6204535" y="1008832"/>
              <a:ext cx="92205" cy="217475"/>
            </a:xfrm>
            <a:custGeom>
              <a:avLst/>
              <a:gdLst/>
              <a:ahLst/>
              <a:cxnLst/>
              <a:rect l="l" t="t" r="r" b="b"/>
              <a:pathLst>
                <a:path w="250" h="1725" extrusionOk="0">
                  <a:moveTo>
                    <a:pt x="0" y="0"/>
                  </a:moveTo>
                  <a:lnTo>
                    <a:pt x="250" y="0"/>
                  </a:lnTo>
                  <a:lnTo>
                    <a:pt x="250" y="1725"/>
                  </a:lnTo>
                  <a:lnTo>
                    <a:pt x="0" y="172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104" name="Google Shape;2104;p20"/>
          <p:cNvGrpSpPr/>
          <p:nvPr/>
        </p:nvGrpSpPr>
        <p:grpSpPr>
          <a:xfrm rot="10800000">
            <a:off x="162210" y="169632"/>
            <a:ext cx="551017" cy="217475"/>
            <a:chOff x="6204535" y="1008832"/>
            <a:chExt cx="551017" cy="217475"/>
          </a:xfrm>
        </p:grpSpPr>
        <p:sp>
          <p:nvSpPr>
            <p:cNvPr id="2105" name="Google Shape;2105;p20"/>
            <p:cNvSpPr/>
            <p:nvPr/>
          </p:nvSpPr>
          <p:spPr>
            <a:xfrm>
              <a:off x="6510287" y="1053083"/>
              <a:ext cx="92574" cy="128972"/>
            </a:xfrm>
            <a:custGeom>
              <a:avLst/>
              <a:gdLst/>
              <a:ahLst/>
              <a:cxnLst/>
              <a:rect l="l" t="t" r="r" b="b"/>
              <a:pathLst>
                <a:path w="251" h="1023" extrusionOk="0">
                  <a:moveTo>
                    <a:pt x="0" y="0"/>
                  </a:moveTo>
                  <a:lnTo>
                    <a:pt x="251" y="0"/>
                  </a:lnTo>
                  <a:lnTo>
                    <a:pt x="251" y="1023"/>
                  </a:lnTo>
                  <a:lnTo>
                    <a:pt x="0" y="10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06" name="Google Shape;2106;p20"/>
            <p:cNvSpPr/>
            <p:nvPr/>
          </p:nvSpPr>
          <p:spPr>
            <a:xfrm>
              <a:off x="6357595" y="1073255"/>
              <a:ext cx="92205" cy="88629"/>
            </a:xfrm>
            <a:custGeom>
              <a:avLst/>
              <a:gdLst/>
              <a:ahLst/>
              <a:cxnLst/>
              <a:rect l="l" t="t" r="r" b="b"/>
              <a:pathLst>
                <a:path w="250" h="703" extrusionOk="0">
                  <a:moveTo>
                    <a:pt x="0" y="0"/>
                  </a:moveTo>
                  <a:lnTo>
                    <a:pt x="250" y="0"/>
                  </a:lnTo>
                  <a:lnTo>
                    <a:pt x="250" y="703"/>
                  </a:lnTo>
                  <a:lnTo>
                    <a:pt x="0" y="70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07" name="Google Shape;2107;p20"/>
            <p:cNvSpPr/>
            <p:nvPr/>
          </p:nvSpPr>
          <p:spPr>
            <a:xfrm>
              <a:off x="6663347" y="1063925"/>
              <a:ext cx="92205" cy="107288"/>
            </a:xfrm>
            <a:custGeom>
              <a:avLst/>
              <a:gdLst/>
              <a:ahLst/>
              <a:cxnLst/>
              <a:rect l="l" t="t" r="r" b="b"/>
              <a:pathLst>
                <a:path w="250" h="851" extrusionOk="0">
                  <a:moveTo>
                    <a:pt x="0" y="0"/>
                  </a:moveTo>
                  <a:lnTo>
                    <a:pt x="250" y="0"/>
                  </a:lnTo>
                  <a:lnTo>
                    <a:pt x="250" y="851"/>
                  </a:lnTo>
                  <a:lnTo>
                    <a:pt x="0" y="85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08" name="Google Shape;2108;p20"/>
            <p:cNvSpPr/>
            <p:nvPr/>
          </p:nvSpPr>
          <p:spPr>
            <a:xfrm>
              <a:off x="6204535" y="1008832"/>
              <a:ext cx="92205" cy="217475"/>
            </a:xfrm>
            <a:custGeom>
              <a:avLst/>
              <a:gdLst/>
              <a:ahLst/>
              <a:cxnLst/>
              <a:rect l="l" t="t" r="r" b="b"/>
              <a:pathLst>
                <a:path w="250" h="1725" extrusionOk="0">
                  <a:moveTo>
                    <a:pt x="0" y="0"/>
                  </a:moveTo>
                  <a:lnTo>
                    <a:pt x="250" y="0"/>
                  </a:lnTo>
                  <a:lnTo>
                    <a:pt x="250" y="1725"/>
                  </a:lnTo>
                  <a:lnTo>
                    <a:pt x="0" y="172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109" name="Google Shape;2109;p20"/>
          <p:cNvGrpSpPr/>
          <p:nvPr/>
        </p:nvGrpSpPr>
        <p:grpSpPr>
          <a:xfrm>
            <a:off x="162210" y="278369"/>
            <a:ext cx="551017" cy="217475"/>
            <a:chOff x="6204535" y="1008832"/>
            <a:chExt cx="551017" cy="217475"/>
          </a:xfrm>
        </p:grpSpPr>
        <p:sp>
          <p:nvSpPr>
            <p:cNvPr id="2110" name="Google Shape;2110;p20"/>
            <p:cNvSpPr/>
            <p:nvPr/>
          </p:nvSpPr>
          <p:spPr>
            <a:xfrm>
              <a:off x="6510287" y="1053083"/>
              <a:ext cx="92574" cy="128972"/>
            </a:xfrm>
            <a:custGeom>
              <a:avLst/>
              <a:gdLst/>
              <a:ahLst/>
              <a:cxnLst/>
              <a:rect l="l" t="t" r="r" b="b"/>
              <a:pathLst>
                <a:path w="251" h="1023" extrusionOk="0">
                  <a:moveTo>
                    <a:pt x="0" y="0"/>
                  </a:moveTo>
                  <a:lnTo>
                    <a:pt x="251" y="0"/>
                  </a:lnTo>
                  <a:lnTo>
                    <a:pt x="251" y="1023"/>
                  </a:lnTo>
                  <a:lnTo>
                    <a:pt x="0" y="102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11" name="Google Shape;2111;p20"/>
            <p:cNvSpPr/>
            <p:nvPr/>
          </p:nvSpPr>
          <p:spPr>
            <a:xfrm>
              <a:off x="6357595" y="1073255"/>
              <a:ext cx="92205" cy="88629"/>
            </a:xfrm>
            <a:custGeom>
              <a:avLst/>
              <a:gdLst/>
              <a:ahLst/>
              <a:cxnLst/>
              <a:rect l="l" t="t" r="r" b="b"/>
              <a:pathLst>
                <a:path w="250" h="703" extrusionOk="0">
                  <a:moveTo>
                    <a:pt x="0" y="0"/>
                  </a:moveTo>
                  <a:lnTo>
                    <a:pt x="250" y="0"/>
                  </a:lnTo>
                  <a:lnTo>
                    <a:pt x="250" y="703"/>
                  </a:lnTo>
                  <a:lnTo>
                    <a:pt x="0" y="70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12" name="Google Shape;2112;p20"/>
            <p:cNvSpPr/>
            <p:nvPr/>
          </p:nvSpPr>
          <p:spPr>
            <a:xfrm>
              <a:off x="6663347" y="1063925"/>
              <a:ext cx="92205" cy="107288"/>
            </a:xfrm>
            <a:custGeom>
              <a:avLst/>
              <a:gdLst/>
              <a:ahLst/>
              <a:cxnLst/>
              <a:rect l="l" t="t" r="r" b="b"/>
              <a:pathLst>
                <a:path w="250" h="851" extrusionOk="0">
                  <a:moveTo>
                    <a:pt x="0" y="0"/>
                  </a:moveTo>
                  <a:lnTo>
                    <a:pt x="250" y="0"/>
                  </a:lnTo>
                  <a:lnTo>
                    <a:pt x="250" y="851"/>
                  </a:lnTo>
                  <a:lnTo>
                    <a:pt x="0" y="85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13" name="Google Shape;2113;p20"/>
            <p:cNvSpPr/>
            <p:nvPr/>
          </p:nvSpPr>
          <p:spPr>
            <a:xfrm>
              <a:off x="6204535" y="1008832"/>
              <a:ext cx="92205" cy="217475"/>
            </a:xfrm>
            <a:custGeom>
              <a:avLst/>
              <a:gdLst/>
              <a:ahLst/>
              <a:cxnLst/>
              <a:rect l="l" t="t" r="r" b="b"/>
              <a:pathLst>
                <a:path w="250" h="1725" extrusionOk="0">
                  <a:moveTo>
                    <a:pt x="0" y="0"/>
                  </a:moveTo>
                  <a:lnTo>
                    <a:pt x="250" y="0"/>
                  </a:lnTo>
                  <a:lnTo>
                    <a:pt x="250" y="1725"/>
                  </a:lnTo>
                  <a:lnTo>
                    <a:pt x="0" y="172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114" name="Google Shape;2114;p20"/>
          <p:cNvGrpSpPr/>
          <p:nvPr/>
        </p:nvGrpSpPr>
        <p:grpSpPr>
          <a:xfrm>
            <a:off x="8430835" y="4689632"/>
            <a:ext cx="551017" cy="217475"/>
            <a:chOff x="6204535" y="1008832"/>
            <a:chExt cx="551017" cy="217475"/>
          </a:xfrm>
        </p:grpSpPr>
        <p:sp>
          <p:nvSpPr>
            <p:cNvPr id="2115" name="Google Shape;2115;p20"/>
            <p:cNvSpPr/>
            <p:nvPr/>
          </p:nvSpPr>
          <p:spPr>
            <a:xfrm>
              <a:off x="6510287" y="1053083"/>
              <a:ext cx="92574" cy="128972"/>
            </a:xfrm>
            <a:custGeom>
              <a:avLst/>
              <a:gdLst/>
              <a:ahLst/>
              <a:cxnLst/>
              <a:rect l="l" t="t" r="r" b="b"/>
              <a:pathLst>
                <a:path w="251" h="1023" extrusionOk="0">
                  <a:moveTo>
                    <a:pt x="0" y="0"/>
                  </a:moveTo>
                  <a:lnTo>
                    <a:pt x="251" y="0"/>
                  </a:lnTo>
                  <a:lnTo>
                    <a:pt x="251" y="1023"/>
                  </a:lnTo>
                  <a:lnTo>
                    <a:pt x="0" y="102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16" name="Google Shape;2116;p20"/>
            <p:cNvSpPr/>
            <p:nvPr/>
          </p:nvSpPr>
          <p:spPr>
            <a:xfrm>
              <a:off x="6357595" y="1073255"/>
              <a:ext cx="92205" cy="88629"/>
            </a:xfrm>
            <a:custGeom>
              <a:avLst/>
              <a:gdLst/>
              <a:ahLst/>
              <a:cxnLst/>
              <a:rect l="l" t="t" r="r" b="b"/>
              <a:pathLst>
                <a:path w="250" h="703" extrusionOk="0">
                  <a:moveTo>
                    <a:pt x="0" y="0"/>
                  </a:moveTo>
                  <a:lnTo>
                    <a:pt x="250" y="0"/>
                  </a:lnTo>
                  <a:lnTo>
                    <a:pt x="250" y="703"/>
                  </a:lnTo>
                  <a:lnTo>
                    <a:pt x="0" y="70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17" name="Google Shape;2117;p20"/>
            <p:cNvSpPr/>
            <p:nvPr/>
          </p:nvSpPr>
          <p:spPr>
            <a:xfrm>
              <a:off x="6663347" y="1063925"/>
              <a:ext cx="92205" cy="107288"/>
            </a:xfrm>
            <a:custGeom>
              <a:avLst/>
              <a:gdLst/>
              <a:ahLst/>
              <a:cxnLst/>
              <a:rect l="l" t="t" r="r" b="b"/>
              <a:pathLst>
                <a:path w="250" h="851" extrusionOk="0">
                  <a:moveTo>
                    <a:pt x="0" y="0"/>
                  </a:moveTo>
                  <a:lnTo>
                    <a:pt x="250" y="0"/>
                  </a:lnTo>
                  <a:lnTo>
                    <a:pt x="250" y="851"/>
                  </a:lnTo>
                  <a:lnTo>
                    <a:pt x="0" y="85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18" name="Google Shape;2118;p20"/>
            <p:cNvSpPr/>
            <p:nvPr/>
          </p:nvSpPr>
          <p:spPr>
            <a:xfrm>
              <a:off x="6204535" y="1008832"/>
              <a:ext cx="92205" cy="217475"/>
            </a:xfrm>
            <a:custGeom>
              <a:avLst/>
              <a:gdLst/>
              <a:ahLst/>
              <a:cxnLst/>
              <a:rect l="l" t="t" r="r" b="b"/>
              <a:pathLst>
                <a:path w="250" h="1725" extrusionOk="0">
                  <a:moveTo>
                    <a:pt x="0" y="0"/>
                  </a:moveTo>
                  <a:lnTo>
                    <a:pt x="250" y="0"/>
                  </a:lnTo>
                  <a:lnTo>
                    <a:pt x="250" y="1725"/>
                  </a:lnTo>
                  <a:lnTo>
                    <a:pt x="0" y="172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2119"/>
        <p:cNvGrpSpPr/>
        <p:nvPr/>
      </p:nvGrpSpPr>
      <p:grpSpPr>
        <a:xfrm>
          <a:off x="0" y="0"/>
          <a:ext cx="0" cy="0"/>
          <a:chOff x="0" y="0"/>
          <a:chExt cx="0" cy="0"/>
        </a:xfrm>
      </p:grpSpPr>
      <p:grpSp>
        <p:nvGrpSpPr>
          <p:cNvPr id="2120" name="Google Shape;2120;p21"/>
          <p:cNvGrpSpPr/>
          <p:nvPr/>
        </p:nvGrpSpPr>
        <p:grpSpPr>
          <a:xfrm>
            <a:off x="0" y="0"/>
            <a:ext cx="9143995" cy="5143491"/>
            <a:chOff x="0" y="0"/>
            <a:chExt cx="9143995" cy="5143491"/>
          </a:xfrm>
        </p:grpSpPr>
        <p:sp>
          <p:nvSpPr>
            <p:cNvPr id="2121" name="Google Shape;2121;p21"/>
            <p:cNvSpPr/>
            <p:nvPr/>
          </p:nvSpPr>
          <p:spPr>
            <a:xfrm>
              <a:off x="0" y="19319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22" name="Google Shape;2122;p21"/>
            <p:cNvSpPr/>
            <p:nvPr/>
          </p:nvSpPr>
          <p:spPr>
            <a:xfrm>
              <a:off x="0" y="401120"/>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23" name="Google Shape;2123;p21"/>
            <p:cNvSpPr/>
            <p:nvPr/>
          </p:nvSpPr>
          <p:spPr>
            <a:xfrm>
              <a:off x="0" y="60904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24" name="Google Shape;2124;p21"/>
            <p:cNvSpPr/>
            <p:nvPr/>
          </p:nvSpPr>
          <p:spPr>
            <a:xfrm>
              <a:off x="0" y="81697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25" name="Google Shape;2125;p21"/>
            <p:cNvSpPr/>
            <p:nvPr/>
          </p:nvSpPr>
          <p:spPr>
            <a:xfrm>
              <a:off x="0" y="102408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26" name="Google Shape;2126;p21"/>
            <p:cNvSpPr/>
            <p:nvPr/>
          </p:nvSpPr>
          <p:spPr>
            <a:xfrm>
              <a:off x="0" y="123201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27" name="Google Shape;2127;p21"/>
            <p:cNvSpPr/>
            <p:nvPr/>
          </p:nvSpPr>
          <p:spPr>
            <a:xfrm>
              <a:off x="0" y="143994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28" name="Google Shape;2128;p21"/>
            <p:cNvSpPr/>
            <p:nvPr/>
          </p:nvSpPr>
          <p:spPr>
            <a:xfrm>
              <a:off x="0" y="164786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29" name="Google Shape;2129;p21"/>
            <p:cNvSpPr/>
            <p:nvPr/>
          </p:nvSpPr>
          <p:spPr>
            <a:xfrm>
              <a:off x="0" y="1854977"/>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30" name="Google Shape;2130;p21"/>
            <p:cNvSpPr/>
            <p:nvPr/>
          </p:nvSpPr>
          <p:spPr>
            <a:xfrm>
              <a:off x="0" y="206290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31" name="Google Shape;2131;p21"/>
            <p:cNvSpPr/>
            <p:nvPr/>
          </p:nvSpPr>
          <p:spPr>
            <a:xfrm>
              <a:off x="0" y="227083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32" name="Google Shape;2132;p21"/>
            <p:cNvSpPr/>
            <p:nvPr/>
          </p:nvSpPr>
          <p:spPr>
            <a:xfrm>
              <a:off x="0" y="247876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33" name="Google Shape;2133;p21"/>
            <p:cNvSpPr/>
            <p:nvPr/>
          </p:nvSpPr>
          <p:spPr>
            <a:xfrm>
              <a:off x="0" y="268668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34" name="Google Shape;2134;p21"/>
            <p:cNvSpPr/>
            <p:nvPr/>
          </p:nvSpPr>
          <p:spPr>
            <a:xfrm>
              <a:off x="0" y="289461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35" name="Google Shape;2135;p21"/>
            <p:cNvSpPr/>
            <p:nvPr/>
          </p:nvSpPr>
          <p:spPr>
            <a:xfrm>
              <a:off x="0" y="3102544"/>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36" name="Google Shape;2136;p21"/>
            <p:cNvSpPr/>
            <p:nvPr/>
          </p:nvSpPr>
          <p:spPr>
            <a:xfrm>
              <a:off x="0" y="330965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37" name="Google Shape;2137;p21"/>
            <p:cNvSpPr/>
            <p:nvPr/>
          </p:nvSpPr>
          <p:spPr>
            <a:xfrm>
              <a:off x="0" y="351758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38" name="Google Shape;2138;p21"/>
            <p:cNvSpPr/>
            <p:nvPr/>
          </p:nvSpPr>
          <p:spPr>
            <a:xfrm>
              <a:off x="0" y="372550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39" name="Google Shape;2139;p21"/>
            <p:cNvSpPr/>
            <p:nvPr/>
          </p:nvSpPr>
          <p:spPr>
            <a:xfrm>
              <a:off x="0" y="393343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40" name="Google Shape;2140;p21"/>
            <p:cNvSpPr/>
            <p:nvPr/>
          </p:nvSpPr>
          <p:spPr>
            <a:xfrm>
              <a:off x="0" y="414054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41" name="Google Shape;2141;p21"/>
            <p:cNvSpPr/>
            <p:nvPr/>
          </p:nvSpPr>
          <p:spPr>
            <a:xfrm>
              <a:off x="0" y="434847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42" name="Google Shape;2142;p21"/>
            <p:cNvSpPr/>
            <p:nvPr/>
          </p:nvSpPr>
          <p:spPr>
            <a:xfrm>
              <a:off x="0" y="455640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43" name="Google Shape;2143;p21"/>
            <p:cNvSpPr/>
            <p:nvPr/>
          </p:nvSpPr>
          <p:spPr>
            <a:xfrm>
              <a:off x="0" y="476432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44" name="Google Shape;2144;p21"/>
            <p:cNvSpPr/>
            <p:nvPr/>
          </p:nvSpPr>
          <p:spPr>
            <a:xfrm>
              <a:off x="0" y="497225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45" name="Google Shape;2145;p21"/>
            <p:cNvSpPr/>
            <p:nvPr/>
          </p:nvSpPr>
          <p:spPr>
            <a:xfrm>
              <a:off x="86768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46" name="Google Shape;2146;p21"/>
            <p:cNvSpPr/>
            <p:nvPr/>
          </p:nvSpPr>
          <p:spPr>
            <a:xfrm>
              <a:off x="847046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47" name="Google Shape;2147;p21"/>
            <p:cNvSpPr/>
            <p:nvPr/>
          </p:nvSpPr>
          <p:spPr>
            <a:xfrm>
              <a:off x="826327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48" name="Google Shape;2148;p21"/>
            <p:cNvSpPr/>
            <p:nvPr/>
          </p:nvSpPr>
          <p:spPr>
            <a:xfrm>
              <a:off x="805608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49" name="Google Shape;2149;p21"/>
            <p:cNvSpPr/>
            <p:nvPr/>
          </p:nvSpPr>
          <p:spPr>
            <a:xfrm>
              <a:off x="78488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50" name="Google Shape;2150;p21"/>
            <p:cNvSpPr/>
            <p:nvPr/>
          </p:nvSpPr>
          <p:spPr>
            <a:xfrm>
              <a:off x="764169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51" name="Google Shape;2151;p21"/>
            <p:cNvSpPr/>
            <p:nvPr/>
          </p:nvSpPr>
          <p:spPr>
            <a:xfrm>
              <a:off x="74345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52" name="Google Shape;2152;p21"/>
            <p:cNvSpPr/>
            <p:nvPr/>
          </p:nvSpPr>
          <p:spPr>
            <a:xfrm>
              <a:off x="722730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53" name="Google Shape;2153;p21"/>
            <p:cNvSpPr/>
            <p:nvPr/>
          </p:nvSpPr>
          <p:spPr>
            <a:xfrm>
              <a:off x="702093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54" name="Google Shape;2154;p21"/>
            <p:cNvSpPr/>
            <p:nvPr/>
          </p:nvSpPr>
          <p:spPr>
            <a:xfrm>
              <a:off x="68137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55" name="Google Shape;2155;p21"/>
            <p:cNvSpPr/>
            <p:nvPr/>
          </p:nvSpPr>
          <p:spPr>
            <a:xfrm>
              <a:off x="66065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56" name="Google Shape;2156;p21"/>
            <p:cNvSpPr/>
            <p:nvPr/>
          </p:nvSpPr>
          <p:spPr>
            <a:xfrm>
              <a:off x="639934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57" name="Google Shape;2157;p21"/>
            <p:cNvSpPr/>
            <p:nvPr/>
          </p:nvSpPr>
          <p:spPr>
            <a:xfrm>
              <a:off x="619297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58" name="Google Shape;2158;p21"/>
            <p:cNvSpPr/>
            <p:nvPr/>
          </p:nvSpPr>
          <p:spPr>
            <a:xfrm>
              <a:off x="598577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59" name="Google Shape;2159;p21"/>
            <p:cNvSpPr/>
            <p:nvPr/>
          </p:nvSpPr>
          <p:spPr>
            <a:xfrm>
              <a:off x="577858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60" name="Google Shape;2160;p21"/>
            <p:cNvSpPr/>
            <p:nvPr/>
          </p:nvSpPr>
          <p:spPr>
            <a:xfrm>
              <a:off x="55713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61" name="Google Shape;2161;p21"/>
            <p:cNvSpPr/>
            <p:nvPr/>
          </p:nvSpPr>
          <p:spPr>
            <a:xfrm>
              <a:off x="536501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62" name="Google Shape;2162;p21"/>
            <p:cNvSpPr/>
            <p:nvPr/>
          </p:nvSpPr>
          <p:spPr>
            <a:xfrm>
              <a:off x="515863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63" name="Google Shape;2163;p21"/>
            <p:cNvSpPr/>
            <p:nvPr/>
          </p:nvSpPr>
          <p:spPr>
            <a:xfrm>
              <a:off x="495144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64" name="Google Shape;2164;p21"/>
            <p:cNvSpPr/>
            <p:nvPr/>
          </p:nvSpPr>
          <p:spPr>
            <a:xfrm>
              <a:off x="47442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65" name="Google Shape;2165;p21"/>
            <p:cNvSpPr/>
            <p:nvPr/>
          </p:nvSpPr>
          <p:spPr>
            <a:xfrm>
              <a:off x="453705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66" name="Google Shape;2166;p21"/>
            <p:cNvSpPr/>
            <p:nvPr/>
          </p:nvSpPr>
          <p:spPr>
            <a:xfrm>
              <a:off x="432986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67" name="Google Shape;2167;p21"/>
            <p:cNvSpPr/>
            <p:nvPr/>
          </p:nvSpPr>
          <p:spPr>
            <a:xfrm>
              <a:off x="412266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68" name="Google Shape;2168;p21"/>
            <p:cNvSpPr/>
            <p:nvPr/>
          </p:nvSpPr>
          <p:spPr>
            <a:xfrm>
              <a:off x="39162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69" name="Google Shape;2169;p21"/>
            <p:cNvSpPr/>
            <p:nvPr/>
          </p:nvSpPr>
          <p:spPr>
            <a:xfrm>
              <a:off x="370909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70" name="Google Shape;2170;p21"/>
            <p:cNvSpPr/>
            <p:nvPr/>
          </p:nvSpPr>
          <p:spPr>
            <a:xfrm>
              <a:off x="35019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71" name="Google Shape;2171;p21"/>
            <p:cNvSpPr/>
            <p:nvPr/>
          </p:nvSpPr>
          <p:spPr>
            <a:xfrm>
              <a:off x="329470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72" name="Google Shape;2172;p21"/>
            <p:cNvSpPr/>
            <p:nvPr/>
          </p:nvSpPr>
          <p:spPr>
            <a:xfrm>
              <a:off x="308751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73" name="Google Shape;2173;p21"/>
            <p:cNvSpPr/>
            <p:nvPr/>
          </p:nvSpPr>
          <p:spPr>
            <a:xfrm>
              <a:off x="28811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74" name="Google Shape;2174;p21"/>
            <p:cNvSpPr/>
            <p:nvPr/>
          </p:nvSpPr>
          <p:spPr>
            <a:xfrm>
              <a:off x="26739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75" name="Google Shape;2175;p21"/>
            <p:cNvSpPr/>
            <p:nvPr/>
          </p:nvSpPr>
          <p:spPr>
            <a:xfrm>
              <a:off x="246674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76" name="Google Shape;2176;p21"/>
            <p:cNvSpPr/>
            <p:nvPr/>
          </p:nvSpPr>
          <p:spPr>
            <a:xfrm>
              <a:off x="225955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77" name="Google Shape;2177;p21"/>
            <p:cNvSpPr/>
            <p:nvPr/>
          </p:nvSpPr>
          <p:spPr>
            <a:xfrm>
              <a:off x="205236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78" name="Google Shape;2178;p21"/>
            <p:cNvSpPr/>
            <p:nvPr/>
          </p:nvSpPr>
          <p:spPr>
            <a:xfrm>
              <a:off x="184598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79" name="Google Shape;2179;p21"/>
            <p:cNvSpPr/>
            <p:nvPr/>
          </p:nvSpPr>
          <p:spPr>
            <a:xfrm>
              <a:off x="16387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80" name="Google Shape;2180;p21"/>
            <p:cNvSpPr/>
            <p:nvPr/>
          </p:nvSpPr>
          <p:spPr>
            <a:xfrm>
              <a:off x="143159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81" name="Google Shape;2181;p21"/>
            <p:cNvSpPr/>
            <p:nvPr/>
          </p:nvSpPr>
          <p:spPr>
            <a:xfrm>
              <a:off x="122440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82" name="Google Shape;2182;p21"/>
            <p:cNvSpPr/>
            <p:nvPr/>
          </p:nvSpPr>
          <p:spPr>
            <a:xfrm>
              <a:off x="101720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83" name="Google Shape;2183;p21"/>
            <p:cNvSpPr/>
            <p:nvPr/>
          </p:nvSpPr>
          <p:spPr>
            <a:xfrm>
              <a:off x="81001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84" name="Google Shape;2184;p21"/>
            <p:cNvSpPr/>
            <p:nvPr/>
          </p:nvSpPr>
          <p:spPr>
            <a:xfrm>
              <a:off x="60363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85" name="Google Shape;2185;p21"/>
            <p:cNvSpPr/>
            <p:nvPr/>
          </p:nvSpPr>
          <p:spPr>
            <a:xfrm>
              <a:off x="39644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86" name="Google Shape;2186;p21"/>
            <p:cNvSpPr/>
            <p:nvPr/>
          </p:nvSpPr>
          <p:spPr>
            <a:xfrm>
              <a:off x="18925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87" name="Google Shape;2187;p21"/>
            <p:cNvSpPr/>
            <p:nvPr/>
          </p:nvSpPr>
          <p:spPr>
            <a:xfrm>
              <a:off x="8716176" y="19320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88" name="Google Shape;2188;p21"/>
            <p:cNvSpPr/>
            <p:nvPr/>
          </p:nvSpPr>
          <p:spPr>
            <a:xfrm>
              <a:off x="8716176" y="40112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89" name="Google Shape;2189;p21"/>
            <p:cNvSpPr/>
            <p:nvPr/>
          </p:nvSpPr>
          <p:spPr>
            <a:xfrm>
              <a:off x="8716176" y="60905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90" name="Google Shape;2190;p21"/>
            <p:cNvSpPr/>
            <p:nvPr/>
          </p:nvSpPr>
          <p:spPr>
            <a:xfrm>
              <a:off x="8716176" y="81698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91" name="Google Shape;2191;p21"/>
            <p:cNvSpPr/>
            <p:nvPr/>
          </p:nvSpPr>
          <p:spPr>
            <a:xfrm>
              <a:off x="8716176" y="102409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92" name="Google Shape;2192;p21"/>
            <p:cNvSpPr/>
            <p:nvPr/>
          </p:nvSpPr>
          <p:spPr>
            <a:xfrm>
              <a:off x="8716176" y="123201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93" name="Google Shape;2193;p21"/>
            <p:cNvSpPr/>
            <p:nvPr/>
          </p:nvSpPr>
          <p:spPr>
            <a:xfrm>
              <a:off x="8716176" y="143994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94" name="Google Shape;2194;p21"/>
            <p:cNvSpPr/>
            <p:nvPr/>
          </p:nvSpPr>
          <p:spPr>
            <a:xfrm>
              <a:off x="8716176" y="164787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95" name="Google Shape;2195;p21"/>
            <p:cNvSpPr/>
            <p:nvPr/>
          </p:nvSpPr>
          <p:spPr>
            <a:xfrm>
              <a:off x="8716176" y="185498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96" name="Google Shape;2196;p21"/>
            <p:cNvSpPr/>
            <p:nvPr/>
          </p:nvSpPr>
          <p:spPr>
            <a:xfrm>
              <a:off x="8716176" y="206290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97" name="Google Shape;2197;p21"/>
            <p:cNvSpPr/>
            <p:nvPr/>
          </p:nvSpPr>
          <p:spPr>
            <a:xfrm>
              <a:off x="8716176" y="227083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98" name="Google Shape;2198;p21"/>
            <p:cNvSpPr/>
            <p:nvPr/>
          </p:nvSpPr>
          <p:spPr>
            <a:xfrm>
              <a:off x="8716176" y="247876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99" name="Google Shape;2199;p21"/>
            <p:cNvSpPr/>
            <p:nvPr/>
          </p:nvSpPr>
          <p:spPr>
            <a:xfrm>
              <a:off x="8716176" y="268668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00" name="Google Shape;2200;p21"/>
            <p:cNvSpPr/>
            <p:nvPr/>
          </p:nvSpPr>
          <p:spPr>
            <a:xfrm>
              <a:off x="8716176" y="289461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01" name="Google Shape;2201;p21"/>
            <p:cNvSpPr/>
            <p:nvPr/>
          </p:nvSpPr>
          <p:spPr>
            <a:xfrm>
              <a:off x="8716176" y="310254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02" name="Google Shape;2202;p21"/>
            <p:cNvSpPr/>
            <p:nvPr/>
          </p:nvSpPr>
          <p:spPr>
            <a:xfrm>
              <a:off x="8716176" y="330965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03" name="Google Shape;2203;p21"/>
            <p:cNvSpPr/>
            <p:nvPr/>
          </p:nvSpPr>
          <p:spPr>
            <a:xfrm>
              <a:off x="8716176" y="351757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04" name="Google Shape;2204;p21"/>
            <p:cNvSpPr/>
            <p:nvPr/>
          </p:nvSpPr>
          <p:spPr>
            <a:xfrm>
              <a:off x="8716176" y="372550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05" name="Google Shape;2205;p21"/>
            <p:cNvSpPr/>
            <p:nvPr/>
          </p:nvSpPr>
          <p:spPr>
            <a:xfrm>
              <a:off x="8716176" y="393343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06" name="Google Shape;2206;p21"/>
            <p:cNvSpPr/>
            <p:nvPr/>
          </p:nvSpPr>
          <p:spPr>
            <a:xfrm>
              <a:off x="8716176" y="414054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07" name="Google Shape;2207;p21"/>
            <p:cNvSpPr/>
            <p:nvPr/>
          </p:nvSpPr>
          <p:spPr>
            <a:xfrm>
              <a:off x="8716176" y="434846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08" name="Google Shape;2208;p21"/>
            <p:cNvSpPr/>
            <p:nvPr/>
          </p:nvSpPr>
          <p:spPr>
            <a:xfrm>
              <a:off x="8716176" y="455639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09" name="Google Shape;2209;p21"/>
            <p:cNvSpPr/>
            <p:nvPr/>
          </p:nvSpPr>
          <p:spPr>
            <a:xfrm>
              <a:off x="8716176" y="476432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10" name="Google Shape;2210;p21"/>
            <p:cNvSpPr/>
            <p:nvPr/>
          </p:nvSpPr>
          <p:spPr>
            <a:xfrm>
              <a:off x="8716176" y="497225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11" name="Google Shape;2211;p21"/>
            <p:cNvSpPr/>
            <p:nvPr/>
          </p:nvSpPr>
          <p:spPr>
            <a:xfrm>
              <a:off x="907150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12" name="Google Shape;2212;p21"/>
            <p:cNvSpPr/>
            <p:nvPr/>
          </p:nvSpPr>
          <p:spPr>
            <a:xfrm>
              <a:off x="886430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sp>
        <p:nvSpPr>
          <p:cNvPr id="2213" name="Google Shape;2213;p21"/>
          <p:cNvSpPr txBox="1">
            <a:spLocks noGrp="1"/>
          </p:cNvSpPr>
          <p:nvPr>
            <p:ph type="title"/>
          </p:nvPr>
        </p:nvSpPr>
        <p:spPr>
          <a:xfrm>
            <a:off x="3561175" y="539500"/>
            <a:ext cx="4869600" cy="1196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800"/>
              <a:buNone/>
              <a:defRPr sz="7000">
                <a:solidFill>
                  <a:schemeClr val="accen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214" name="Google Shape;2214;p21"/>
          <p:cNvSpPr txBox="1">
            <a:spLocks noGrp="1"/>
          </p:cNvSpPr>
          <p:nvPr>
            <p:ph type="subTitle" idx="1"/>
          </p:nvPr>
        </p:nvSpPr>
        <p:spPr>
          <a:xfrm>
            <a:off x="3561175" y="1765250"/>
            <a:ext cx="4869600" cy="1196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215" name="Google Shape;2215;p21"/>
          <p:cNvSpPr txBox="1"/>
          <p:nvPr/>
        </p:nvSpPr>
        <p:spPr>
          <a:xfrm>
            <a:off x="3561175" y="3840550"/>
            <a:ext cx="4869600" cy="5562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200" b="1">
                <a:solidFill>
                  <a:schemeClr val="dk2"/>
                </a:solidFill>
                <a:latin typeface="Lato"/>
                <a:ea typeface="Lato"/>
                <a:cs typeface="Lato"/>
                <a:sym typeface="Lato"/>
              </a:rPr>
              <a:t>CREDITS:</a:t>
            </a:r>
            <a:r>
              <a:rPr lang="en" sz="1200">
                <a:solidFill>
                  <a:schemeClr val="dk2"/>
                </a:solidFill>
                <a:latin typeface="Lato"/>
                <a:ea typeface="Lato"/>
                <a:cs typeface="Lato"/>
                <a:sym typeface="Lato"/>
              </a:rPr>
              <a:t> This presentation template was created by </a:t>
            </a:r>
            <a:r>
              <a:rPr lang="en" sz="1200" b="1" u="sng">
                <a:solidFill>
                  <a:schemeClr val="dk2"/>
                </a:solidFill>
                <a:latin typeface="Lato"/>
                <a:ea typeface="Lato"/>
                <a:cs typeface="Lato"/>
                <a:sym typeface="Lato"/>
                <a:hlinkClick r:id="rId2">
                  <a:extLst>
                    <a:ext uri="{A12FA001-AC4F-418D-AE19-62706E023703}">
                      <ahyp:hlinkClr xmlns:ahyp="http://schemas.microsoft.com/office/drawing/2018/hyperlinkcolor" val="tx"/>
                    </a:ext>
                  </a:extLst>
                </a:hlinkClick>
              </a:rPr>
              <a:t>Slidesgo</a:t>
            </a:r>
            <a:r>
              <a:rPr lang="en" sz="1200">
                <a:solidFill>
                  <a:schemeClr val="dk2"/>
                </a:solidFill>
                <a:latin typeface="Lato"/>
                <a:ea typeface="Lato"/>
                <a:cs typeface="Lato"/>
                <a:sym typeface="Lato"/>
              </a:rPr>
              <a:t>, and includes icons by </a:t>
            </a:r>
            <a:r>
              <a:rPr lang="en" sz="1200" b="1" u="sng">
                <a:solidFill>
                  <a:schemeClr val="dk2"/>
                </a:solidFill>
                <a:latin typeface="Lato"/>
                <a:ea typeface="Lato"/>
                <a:cs typeface="Lato"/>
                <a:sym typeface="Lato"/>
                <a:hlinkClick r:id="rId3">
                  <a:extLst>
                    <a:ext uri="{A12FA001-AC4F-418D-AE19-62706E023703}">
                      <ahyp:hlinkClr xmlns:ahyp="http://schemas.microsoft.com/office/drawing/2018/hyperlinkcolor" val="tx"/>
                    </a:ext>
                  </a:extLst>
                </a:hlinkClick>
              </a:rPr>
              <a:t>Flaticon</a:t>
            </a:r>
            <a:r>
              <a:rPr lang="en" sz="1200">
                <a:solidFill>
                  <a:schemeClr val="dk2"/>
                </a:solidFill>
                <a:latin typeface="Lato"/>
                <a:ea typeface="Lato"/>
                <a:cs typeface="Lato"/>
                <a:sym typeface="Lato"/>
              </a:rPr>
              <a:t>, and infographics &amp; images by </a:t>
            </a:r>
            <a:r>
              <a:rPr lang="en" sz="1200" b="1" u="sng">
                <a:solidFill>
                  <a:schemeClr val="dk2"/>
                </a:solidFill>
                <a:latin typeface="Lato"/>
                <a:ea typeface="Lato"/>
                <a:cs typeface="Lato"/>
                <a:sym typeface="Lato"/>
                <a:hlinkClick r:id="rId4">
                  <a:extLst>
                    <a:ext uri="{A12FA001-AC4F-418D-AE19-62706E023703}">
                      <ahyp:hlinkClr xmlns:ahyp="http://schemas.microsoft.com/office/drawing/2018/hyperlinkcolor" val="tx"/>
                    </a:ext>
                  </a:extLst>
                </a:hlinkClick>
              </a:rPr>
              <a:t>Freepik</a:t>
            </a:r>
            <a:r>
              <a:rPr lang="en" sz="1200" u="sng">
                <a:solidFill>
                  <a:schemeClr val="dk2"/>
                </a:solidFill>
                <a:latin typeface="Lato"/>
                <a:ea typeface="Lato"/>
                <a:cs typeface="Lato"/>
                <a:sym typeface="Lato"/>
              </a:rPr>
              <a:t> </a:t>
            </a:r>
            <a:endParaRPr sz="1200" b="1" u="sng">
              <a:solidFill>
                <a:schemeClr val="dk2"/>
              </a:solidFill>
              <a:latin typeface="Lato"/>
              <a:ea typeface="Lato"/>
              <a:cs typeface="Lato"/>
              <a:sym typeface="Lato"/>
            </a:endParaRPr>
          </a:p>
        </p:txBody>
      </p:sp>
      <p:grpSp>
        <p:nvGrpSpPr>
          <p:cNvPr id="2216" name="Google Shape;2216;p21"/>
          <p:cNvGrpSpPr/>
          <p:nvPr/>
        </p:nvGrpSpPr>
        <p:grpSpPr>
          <a:xfrm rot="10800000">
            <a:off x="8690758" y="539499"/>
            <a:ext cx="453231" cy="4057299"/>
            <a:chOff x="-17" y="539499"/>
            <a:chExt cx="453231" cy="4057299"/>
          </a:xfrm>
        </p:grpSpPr>
        <p:sp>
          <p:nvSpPr>
            <p:cNvPr id="2217" name="Google Shape;2217;p21"/>
            <p:cNvSpPr/>
            <p:nvPr/>
          </p:nvSpPr>
          <p:spPr>
            <a:xfrm rot="5400000">
              <a:off x="53069" y="1582766"/>
              <a:ext cx="82937" cy="189109"/>
            </a:xfrm>
            <a:custGeom>
              <a:avLst/>
              <a:gdLst/>
              <a:ahLst/>
              <a:cxnLst/>
              <a:rect l="l" t="t" r="r" b="b"/>
              <a:pathLst>
                <a:path w="251" h="1500" extrusionOk="0">
                  <a:moveTo>
                    <a:pt x="0" y="0"/>
                  </a:moveTo>
                  <a:lnTo>
                    <a:pt x="251" y="0"/>
                  </a:lnTo>
                  <a:lnTo>
                    <a:pt x="251" y="1500"/>
                  </a:lnTo>
                  <a:lnTo>
                    <a:pt x="0" y="150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18" name="Google Shape;2218;p21"/>
            <p:cNvSpPr/>
            <p:nvPr/>
          </p:nvSpPr>
          <p:spPr>
            <a:xfrm rot="5400000">
              <a:off x="127680" y="1919535"/>
              <a:ext cx="82606" cy="338000"/>
            </a:xfrm>
            <a:custGeom>
              <a:avLst/>
              <a:gdLst/>
              <a:ahLst/>
              <a:cxnLst/>
              <a:rect l="l" t="t" r="r" b="b"/>
              <a:pathLst>
                <a:path w="250" h="2681" extrusionOk="0">
                  <a:moveTo>
                    <a:pt x="0" y="0"/>
                  </a:moveTo>
                  <a:lnTo>
                    <a:pt x="250" y="0"/>
                  </a:lnTo>
                  <a:lnTo>
                    <a:pt x="250" y="2681"/>
                  </a:lnTo>
                  <a:lnTo>
                    <a:pt x="0" y="268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19" name="Google Shape;2219;p21"/>
            <p:cNvSpPr/>
            <p:nvPr/>
          </p:nvSpPr>
          <p:spPr>
            <a:xfrm rot="5400000">
              <a:off x="185130" y="2409932"/>
              <a:ext cx="82937" cy="453231"/>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20" name="Google Shape;2220;p21"/>
            <p:cNvSpPr/>
            <p:nvPr/>
          </p:nvSpPr>
          <p:spPr>
            <a:xfrm rot="5400000">
              <a:off x="150752" y="3267071"/>
              <a:ext cx="82606" cy="384143"/>
            </a:xfrm>
            <a:custGeom>
              <a:avLst/>
              <a:gdLst/>
              <a:ahLst/>
              <a:cxnLst/>
              <a:rect l="l" t="t" r="r" b="b"/>
              <a:pathLst>
                <a:path w="250" h="3047" extrusionOk="0">
                  <a:moveTo>
                    <a:pt x="0" y="0"/>
                  </a:moveTo>
                  <a:lnTo>
                    <a:pt x="250" y="0"/>
                  </a:lnTo>
                  <a:lnTo>
                    <a:pt x="250" y="3047"/>
                  </a:lnTo>
                  <a:lnTo>
                    <a:pt x="0" y="304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21" name="Google Shape;2221;p21"/>
            <p:cNvSpPr/>
            <p:nvPr/>
          </p:nvSpPr>
          <p:spPr>
            <a:xfrm rot="5400000">
              <a:off x="90741" y="2778574"/>
              <a:ext cx="82606" cy="264122"/>
            </a:xfrm>
            <a:custGeom>
              <a:avLst/>
              <a:gdLst/>
              <a:ahLst/>
              <a:cxnLst/>
              <a:rect l="l" t="t" r="r" b="b"/>
              <a:pathLst>
                <a:path w="250" h="2095" extrusionOk="0">
                  <a:moveTo>
                    <a:pt x="0" y="0"/>
                  </a:moveTo>
                  <a:lnTo>
                    <a:pt x="250" y="0"/>
                  </a:lnTo>
                  <a:lnTo>
                    <a:pt x="250" y="2095"/>
                  </a:lnTo>
                  <a:lnTo>
                    <a:pt x="0" y="209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22" name="Google Shape;2222;p21"/>
            <p:cNvSpPr/>
            <p:nvPr/>
          </p:nvSpPr>
          <p:spPr>
            <a:xfrm rot="5400000">
              <a:off x="32370" y="1466670"/>
              <a:ext cx="82606"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23" name="Google Shape;2223;p21"/>
            <p:cNvSpPr/>
            <p:nvPr/>
          </p:nvSpPr>
          <p:spPr>
            <a:xfrm rot="5400000">
              <a:off x="32306" y="1877783"/>
              <a:ext cx="82606"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24" name="Google Shape;2224;p21"/>
            <p:cNvSpPr/>
            <p:nvPr/>
          </p:nvSpPr>
          <p:spPr>
            <a:xfrm rot="5400000">
              <a:off x="97321" y="2360945"/>
              <a:ext cx="82937" cy="277612"/>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25" name="Google Shape;2225;p21"/>
            <p:cNvSpPr/>
            <p:nvPr/>
          </p:nvSpPr>
          <p:spPr>
            <a:xfrm rot="5400000">
              <a:off x="19447" y="3124122"/>
              <a:ext cx="82606" cy="121534"/>
            </a:xfrm>
            <a:custGeom>
              <a:avLst/>
              <a:gdLst/>
              <a:ahLst/>
              <a:cxnLst/>
              <a:rect l="l" t="t" r="r" b="b"/>
              <a:pathLst>
                <a:path w="250" h="964" extrusionOk="0">
                  <a:moveTo>
                    <a:pt x="0" y="0"/>
                  </a:moveTo>
                  <a:lnTo>
                    <a:pt x="250" y="0"/>
                  </a:lnTo>
                  <a:lnTo>
                    <a:pt x="250" y="964"/>
                  </a:lnTo>
                  <a:lnTo>
                    <a:pt x="0" y="96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26" name="Google Shape;2226;p21"/>
            <p:cNvSpPr/>
            <p:nvPr/>
          </p:nvSpPr>
          <p:spPr>
            <a:xfrm rot="5400000">
              <a:off x="-10936" y="3839808"/>
              <a:ext cx="82606" cy="60767"/>
            </a:xfrm>
            <a:custGeom>
              <a:avLst/>
              <a:gdLst/>
              <a:ahLst/>
              <a:cxnLst/>
              <a:rect l="l" t="t" r="r" b="b"/>
              <a:pathLst>
                <a:path w="250" h="482" extrusionOk="0">
                  <a:moveTo>
                    <a:pt x="0" y="0"/>
                  </a:moveTo>
                  <a:lnTo>
                    <a:pt x="250" y="0"/>
                  </a:lnTo>
                  <a:lnTo>
                    <a:pt x="250" y="482"/>
                  </a:lnTo>
                  <a:lnTo>
                    <a:pt x="0" y="48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27" name="Google Shape;2227;p21"/>
            <p:cNvSpPr/>
            <p:nvPr/>
          </p:nvSpPr>
          <p:spPr>
            <a:xfrm rot="5400000">
              <a:off x="36404" y="3655341"/>
              <a:ext cx="82606" cy="155447"/>
            </a:xfrm>
            <a:custGeom>
              <a:avLst/>
              <a:gdLst/>
              <a:ahLst/>
              <a:cxnLst/>
              <a:rect l="l" t="t" r="r" b="b"/>
              <a:pathLst>
                <a:path w="250" h="1233" extrusionOk="0">
                  <a:moveTo>
                    <a:pt x="0" y="0"/>
                  </a:moveTo>
                  <a:lnTo>
                    <a:pt x="250" y="0"/>
                  </a:lnTo>
                  <a:lnTo>
                    <a:pt x="250" y="1233"/>
                  </a:lnTo>
                  <a:lnTo>
                    <a:pt x="0" y="123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28" name="Google Shape;2228;p21"/>
            <p:cNvSpPr/>
            <p:nvPr/>
          </p:nvSpPr>
          <p:spPr>
            <a:xfrm rot="5400000">
              <a:off x="23001" y="4354047"/>
              <a:ext cx="82937" cy="128972"/>
            </a:xfrm>
            <a:custGeom>
              <a:avLst/>
              <a:gdLst/>
              <a:ahLst/>
              <a:cxnLst/>
              <a:rect l="l" t="t" r="r" b="b"/>
              <a:pathLst>
                <a:path w="251" h="1023" extrusionOk="0">
                  <a:moveTo>
                    <a:pt x="0" y="0"/>
                  </a:moveTo>
                  <a:lnTo>
                    <a:pt x="251" y="0"/>
                  </a:lnTo>
                  <a:lnTo>
                    <a:pt x="251" y="1023"/>
                  </a:lnTo>
                  <a:lnTo>
                    <a:pt x="0" y="102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29" name="Google Shape;2229;p21"/>
            <p:cNvSpPr/>
            <p:nvPr/>
          </p:nvSpPr>
          <p:spPr>
            <a:xfrm rot="5400000">
              <a:off x="2995" y="4237257"/>
              <a:ext cx="82606" cy="88629"/>
            </a:xfrm>
            <a:custGeom>
              <a:avLst/>
              <a:gdLst/>
              <a:ahLst/>
              <a:cxnLst/>
              <a:rect l="l" t="t" r="r" b="b"/>
              <a:pathLst>
                <a:path w="250" h="703" extrusionOk="0">
                  <a:moveTo>
                    <a:pt x="0" y="0"/>
                  </a:moveTo>
                  <a:lnTo>
                    <a:pt x="250" y="0"/>
                  </a:lnTo>
                  <a:lnTo>
                    <a:pt x="250" y="703"/>
                  </a:lnTo>
                  <a:lnTo>
                    <a:pt x="0" y="70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30" name="Google Shape;2230;p21"/>
            <p:cNvSpPr/>
            <p:nvPr/>
          </p:nvSpPr>
          <p:spPr>
            <a:xfrm rot="5400000">
              <a:off x="12324" y="4501851"/>
              <a:ext cx="82606" cy="107288"/>
            </a:xfrm>
            <a:custGeom>
              <a:avLst/>
              <a:gdLst/>
              <a:ahLst/>
              <a:cxnLst/>
              <a:rect l="l" t="t" r="r" b="b"/>
              <a:pathLst>
                <a:path w="250" h="851" extrusionOk="0">
                  <a:moveTo>
                    <a:pt x="0" y="0"/>
                  </a:moveTo>
                  <a:lnTo>
                    <a:pt x="250" y="0"/>
                  </a:lnTo>
                  <a:lnTo>
                    <a:pt x="250" y="851"/>
                  </a:lnTo>
                  <a:lnTo>
                    <a:pt x="0" y="85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31" name="Google Shape;2231;p21"/>
            <p:cNvSpPr/>
            <p:nvPr/>
          </p:nvSpPr>
          <p:spPr>
            <a:xfrm rot="5400000">
              <a:off x="67418" y="4035708"/>
              <a:ext cx="82606" cy="217475"/>
            </a:xfrm>
            <a:custGeom>
              <a:avLst/>
              <a:gdLst/>
              <a:ahLst/>
              <a:cxnLst/>
              <a:rect l="l" t="t" r="r" b="b"/>
              <a:pathLst>
                <a:path w="250" h="1725" extrusionOk="0">
                  <a:moveTo>
                    <a:pt x="0" y="0"/>
                  </a:moveTo>
                  <a:lnTo>
                    <a:pt x="250" y="0"/>
                  </a:lnTo>
                  <a:lnTo>
                    <a:pt x="250" y="1725"/>
                  </a:lnTo>
                  <a:lnTo>
                    <a:pt x="0" y="172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32" name="Google Shape;2232;p21"/>
            <p:cNvSpPr/>
            <p:nvPr/>
          </p:nvSpPr>
          <p:spPr>
            <a:xfrm rot="5400000">
              <a:off x="46427" y="3234269"/>
              <a:ext cx="82606" cy="175493"/>
            </a:xfrm>
            <a:custGeom>
              <a:avLst/>
              <a:gdLst/>
              <a:ahLst/>
              <a:cxnLst/>
              <a:rect l="l" t="t" r="r" b="b"/>
              <a:pathLst>
                <a:path w="250" h="1392" extrusionOk="0">
                  <a:moveTo>
                    <a:pt x="0" y="0"/>
                  </a:moveTo>
                  <a:lnTo>
                    <a:pt x="250" y="0"/>
                  </a:lnTo>
                  <a:lnTo>
                    <a:pt x="250" y="1392"/>
                  </a:lnTo>
                  <a:lnTo>
                    <a:pt x="0" y="139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33" name="Google Shape;2233;p21"/>
            <p:cNvSpPr/>
            <p:nvPr/>
          </p:nvSpPr>
          <p:spPr>
            <a:xfrm rot="5400000">
              <a:off x="32370" y="2151973"/>
              <a:ext cx="82606"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34" name="Google Shape;2234;p21"/>
            <p:cNvSpPr/>
            <p:nvPr/>
          </p:nvSpPr>
          <p:spPr>
            <a:xfrm rot="5400000">
              <a:off x="32306" y="1192479"/>
              <a:ext cx="82606"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35" name="Google Shape;2235;p21"/>
            <p:cNvSpPr/>
            <p:nvPr/>
          </p:nvSpPr>
          <p:spPr>
            <a:xfrm rot="5400000">
              <a:off x="6777" y="943756"/>
              <a:ext cx="82606" cy="96193"/>
            </a:xfrm>
            <a:custGeom>
              <a:avLst/>
              <a:gdLst/>
              <a:ahLst/>
              <a:cxnLst/>
              <a:rect l="l" t="t" r="r" b="b"/>
              <a:pathLst>
                <a:path w="250" h="763" extrusionOk="0">
                  <a:moveTo>
                    <a:pt x="0" y="0"/>
                  </a:moveTo>
                  <a:lnTo>
                    <a:pt x="250" y="0"/>
                  </a:lnTo>
                  <a:lnTo>
                    <a:pt x="250" y="763"/>
                  </a:lnTo>
                  <a:lnTo>
                    <a:pt x="0" y="76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36" name="Google Shape;2236;p21"/>
            <p:cNvSpPr/>
            <p:nvPr/>
          </p:nvSpPr>
          <p:spPr>
            <a:xfrm rot="5400000">
              <a:off x="6549" y="669730"/>
              <a:ext cx="82937" cy="96067"/>
            </a:xfrm>
            <a:custGeom>
              <a:avLst/>
              <a:gdLst/>
              <a:ahLst/>
              <a:cxnLst/>
              <a:rect l="l" t="t" r="r" b="b"/>
              <a:pathLst>
                <a:path w="251" h="762" extrusionOk="0">
                  <a:moveTo>
                    <a:pt x="0" y="0"/>
                  </a:moveTo>
                  <a:lnTo>
                    <a:pt x="251" y="0"/>
                  </a:lnTo>
                  <a:lnTo>
                    <a:pt x="251" y="762"/>
                  </a:lnTo>
                  <a:lnTo>
                    <a:pt x="0" y="76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37" name="Google Shape;2237;p21"/>
            <p:cNvSpPr/>
            <p:nvPr/>
          </p:nvSpPr>
          <p:spPr>
            <a:xfrm rot="5400000">
              <a:off x="38988" y="774417"/>
              <a:ext cx="82606" cy="160616"/>
            </a:xfrm>
            <a:custGeom>
              <a:avLst/>
              <a:gdLst/>
              <a:ahLst/>
              <a:cxnLst/>
              <a:rect l="l" t="t" r="r" b="b"/>
              <a:pathLst>
                <a:path w="250" h="1274" extrusionOk="0">
                  <a:moveTo>
                    <a:pt x="0" y="0"/>
                  </a:moveTo>
                  <a:lnTo>
                    <a:pt x="250" y="0"/>
                  </a:lnTo>
                  <a:lnTo>
                    <a:pt x="250" y="1274"/>
                  </a:lnTo>
                  <a:lnTo>
                    <a:pt x="0" y="127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38" name="Google Shape;2238;p21"/>
            <p:cNvSpPr/>
            <p:nvPr/>
          </p:nvSpPr>
          <p:spPr>
            <a:xfrm rot="5400000">
              <a:off x="-10747" y="1372660"/>
              <a:ext cx="82606"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39" name="Google Shape;2239;p21"/>
            <p:cNvSpPr/>
            <p:nvPr/>
          </p:nvSpPr>
          <p:spPr>
            <a:xfrm rot="5400000">
              <a:off x="-10912" y="1783875"/>
              <a:ext cx="82937" cy="61145"/>
            </a:xfrm>
            <a:custGeom>
              <a:avLst/>
              <a:gdLst/>
              <a:ahLst/>
              <a:cxnLst/>
              <a:rect l="l" t="t" r="r" b="b"/>
              <a:pathLst>
                <a:path w="251" h="485" extrusionOk="0">
                  <a:moveTo>
                    <a:pt x="0" y="0"/>
                  </a:moveTo>
                  <a:lnTo>
                    <a:pt x="251" y="0"/>
                  </a:lnTo>
                  <a:lnTo>
                    <a:pt x="251" y="485"/>
                  </a:lnTo>
                  <a:lnTo>
                    <a:pt x="0" y="48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40" name="Google Shape;2240;p21"/>
            <p:cNvSpPr/>
            <p:nvPr/>
          </p:nvSpPr>
          <p:spPr>
            <a:xfrm rot="5400000">
              <a:off x="-10747" y="2332216"/>
              <a:ext cx="82606"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41" name="Google Shape;2241;p21"/>
            <p:cNvSpPr/>
            <p:nvPr/>
          </p:nvSpPr>
          <p:spPr>
            <a:xfrm rot="5400000">
              <a:off x="73532" y="2932910"/>
              <a:ext cx="82606" cy="229704"/>
            </a:xfrm>
            <a:custGeom>
              <a:avLst/>
              <a:gdLst/>
              <a:ahLst/>
              <a:cxnLst/>
              <a:rect l="l" t="t" r="r" b="b"/>
              <a:pathLst>
                <a:path w="250" h="1822" extrusionOk="0">
                  <a:moveTo>
                    <a:pt x="0" y="0"/>
                  </a:moveTo>
                  <a:lnTo>
                    <a:pt x="250" y="0"/>
                  </a:lnTo>
                  <a:lnTo>
                    <a:pt x="250" y="1822"/>
                  </a:lnTo>
                  <a:lnTo>
                    <a:pt x="0" y="182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42" name="Google Shape;2242;p21"/>
            <p:cNvSpPr/>
            <p:nvPr/>
          </p:nvSpPr>
          <p:spPr>
            <a:xfrm rot="5400000">
              <a:off x="-22283" y="2754471"/>
              <a:ext cx="82606"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43" name="Google Shape;2243;p21"/>
            <p:cNvSpPr/>
            <p:nvPr/>
          </p:nvSpPr>
          <p:spPr>
            <a:xfrm rot="5400000">
              <a:off x="-22448" y="3577067"/>
              <a:ext cx="82937" cy="38074"/>
            </a:xfrm>
            <a:custGeom>
              <a:avLst/>
              <a:gdLst/>
              <a:ahLst/>
              <a:cxnLst/>
              <a:rect l="l" t="t" r="r" b="b"/>
              <a:pathLst>
                <a:path w="251" h="302" extrusionOk="0">
                  <a:moveTo>
                    <a:pt x="0" y="0"/>
                  </a:moveTo>
                  <a:lnTo>
                    <a:pt x="251" y="0"/>
                  </a:lnTo>
                  <a:lnTo>
                    <a:pt x="251" y="302"/>
                  </a:lnTo>
                  <a:lnTo>
                    <a:pt x="0" y="3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44" name="Google Shape;2244;p21"/>
            <p:cNvSpPr/>
            <p:nvPr/>
          </p:nvSpPr>
          <p:spPr>
            <a:xfrm rot="5400000">
              <a:off x="-22283" y="3988282"/>
              <a:ext cx="82606"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45" name="Google Shape;2245;p21"/>
            <p:cNvSpPr/>
            <p:nvPr/>
          </p:nvSpPr>
          <p:spPr>
            <a:xfrm rot="5400000">
              <a:off x="-26065" y="1113724"/>
              <a:ext cx="82606" cy="30510"/>
            </a:xfrm>
            <a:custGeom>
              <a:avLst/>
              <a:gdLst/>
              <a:ahLst/>
              <a:cxnLst/>
              <a:rect l="l" t="t" r="r" b="b"/>
              <a:pathLst>
                <a:path w="250" h="242" extrusionOk="0">
                  <a:moveTo>
                    <a:pt x="0" y="0"/>
                  </a:moveTo>
                  <a:lnTo>
                    <a:pt x="250" y="0"/>
                  </a:lnTo>
                  <a:lnTo>
                    <a:pt x="250" y="242"/>
                  </a:lnTo>
                  <a:lnTo>
                    <a:pt x="0" y="242"/>
                  </a:lnTo>
                  <a:lnTo>
                    <a:pt x="0" y="0"/>
                  </a:lnTo>
                  <a:close/>
                </a:path>
              </a:pathLst>
            </a:custGeom>
            <a:solidFill>
              <a:schemeClr val="lt2"/>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46" name="Google Shape;2246;p21"/>
            <p:cNvSpPr/>
            <p:nvPr/>
          </p:nvSpPr>
          <p:spPr>
            <a:xfrm rot="5400000">
              <a:off x="78071" y="461412"/>
              <a:ext cx="82606" cy="238781"/>
            </a:xfrm>
            <a:custGeom>
              <a:avLst/>
              <a:gdLst/>
              <a:ahLst/>
              <a:cxnLst/>
              <a:rect l="l" t="t" r="r" b="b"/>
              <a:pathLst>
                <a:path w="250" h="1894" extrusionOk="0">
                  <a:moveTo>
                    <a:pt x="0" y="0"/>
                  </a:moveTo>
                  <a:lnTo>
                    <a:pt x="250" y="0"/>
                  </a:lnTo>
                  <a:lnTo>
                    <a:pt x="250" y="1894"/>
                  </a:lnTo>
                  <a:lnTo>
                    <a:pt x="0" y="189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247"/>
        <p:cNvGrpSpPr/>
        <p:nvPr/>
      </p:nvGrpSpPr>
      <p:grpSpPr>
        <a:xfrm>
          <a:off x="0" y="0"/>
          <a:ext cx="0" cy="0"/>
          <a:chOff x="0" y="0"/>
          <a:chExt cx="0" cy="0"/>
        </a:xfrm>
      </p:grpSpPr>
      <p:grpSp>
        <p:nvGrpSpPr>
          <p:cNvPr id="2248" name="Google Shape;2248;p22"/>
          <p:cNvGrpSpPr/>
          <p:nvPr/>
        </p:nvGrpSpPr>
        <p:grpSpPr>
          <a:xfrm>
            <a:off x="0" y="0"/>
            <a:ext cx="9143995" cy="5143491"/>
            <a:chOff x="0" y="0"/>
            <a:chExt cx="9143995" cy="5143491"/>
          </a:xfrm>
        </p:grpSpPr>
        <p:sp>
          <p:nvSpPr>
            <p:cNvPr id="2249" name="Google Shape;2249;p22"/>
            <p:cNvSpPr/>
            <p:nvPr/>
          </p:nvSpPr>
          <p:spPr>
            <a:xfrm>
              <a:off x="0" y="19319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50" name="Google Shape;2250;p22"/>
            <p:cNvSpPr/>
            <p:nvPr/>
          </p:nvSpPr>
          <p:spPr>
            <a:xfrm>
              <a:off x="0" y="401120"/>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51" name="Google Shape;2251;p22"/>
            <p:cNvSpPr/>
            <p:nvPr/>
          </p:nvSpPr>
          <p:spPr>
            <a:xfrm>
              <a:off x="0" y="60904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52" name="Google Shape;2252;p22"/>
            <p:cNvSpPr/>
            <p:nvPr/>
          </p:nvSpPr>
          <p:spPr>
            <a:xfrm>
              <a:off x="0" y="81697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53" name="Google Shape;2253;p22"/>
            <p:cNvSpPr/>
            <p:nvPr/>
          </p:nvSpPr>
          <p:spPr>
            <a:xfrm>
              <a:off x="0" y="102408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54" name="Google Shape;2254;p22"/>
            <p:cNvSpPr/>
            <p:nvPr/>
          </p:nvSpPr>
          <p:spPr>
            <a:xfrm>
              <a:off x="0" y="123201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55" name="Google Shape;2255;p22"/>
            <p:cNvSpPr/>
            <p:nvPr/>
          </p:nvSpPr>
          <p:spPr>
            <a:xfrm>
              <a:off x="0" y="143994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56" name="Google Shape;2256;p22"/>
            <p:cNvSpPr/>
            <p:nvPr/>
          </p:nvSpPr>
          <p:spPr>
            <a:xfrm>
              <a:off x="0" y="164786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57" name="Google Shape;2257;p22"/>
            <p:cNvSpPr/>
            <p:nvPr/>
          </p:nvSpPr>
          <p:spPr>
            <a:xfrm>
              <a:off x="0" y="1854977"/>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58" name="Google Shape;2258;p22"/>
            <p:cNvSpPr/>
            <p:nvPr/>
          </p:nvSpPr>
          <p:spPr>
            <a:xfrm>
              <a:off x="0" y="206290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59" name="Google Shape;2259;p22"/>
            <p:cNvSpPr/>
            <p:nvPr/>
          </p:nvSpPr>
          <p:spPr>
            <a:xfrm>
              <a:off x="0" y="227083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60" name="Google Shape;2260;p22"/>
            <p:cNvSpPr/>
            <p:nvPr/>
          </p:nvSpPr>
          <p:spPr>
            <a:xfrm>
              <a:off x="0" y="247876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61" name="Google Shape;2261;p22"/>
            <p:cNvSpPr/>
            <p:nvPr/>
          </p:nvSpPr>
          <p:spPr>
            <a:xfrm>
              <a:off x="0" y="268668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62" name="Google Shape;2262;p22"/>
            <p:cNvSpPr/>
            <p:nvPr/>
          </p:nvSpPr>
          <p:spPr>
            <a:xfrm>
              <a:off x="0" y="289461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63" name="Google Shape;2263;p22"/>
            <p:cNvSpPr/>
            <p:nvPr/>
          </p:nvSpPr>
          <p:spPr>
            <a:xfrm>
              <a:off x="0" y="3102544"/>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64" name="Google Shape;2264;p22"/>
            <p:cNvSpPr/>
            <p:nvPr/>
          </p:nvSpPr>
          <p:spPr>
            <a:xfrm>
              <a:off x="0" y="330965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65" name="Google Shape;2265;p22"/>
            <p:cNvSpPr/>
            <p:nvPr/>
          </p:nvSpPr>
          <p:spPr>
            <a:xfrm>
              <a:off x="0" y="351758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66" name="Google Shape;2266;p22"/>
            <p:cNvSpPr/>
            <p:nvPr/>
          </p:nvSpPr>
          <p:spPr>
            <a:xfrm>
              <a:off x="0" y="372550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67" name="Google Shape;2267;p22"/>
            <p:cNvSpPr/>
            <p:nvPr/>
          </p:nvSpPr>
          <p:spPr>
            <a:xfrm>
              <a:off x="0" y="393343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68" name="Google Shape;2268;p22"/>
            <p:cNvSpPr/>
            <p:nvPr/>
          </p:nvSpPr>
          <p:spPr>
            <a:xfrm>
              <a:off x="0" y="414054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69" name="Google Shape;2269;p22"/>
            <p:cNvSpPr/>
            <p:nvPr/>
          </p:nvSpPr>
          <p:spPr>
            <a:xfrm>
              <a:off x="0" y="434847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70" name="Google Shape;2270;p22"/>
            <p:cNvSpPr/>
            <p:nvPr/>
          </p:nvSpPr>
          <p:spPr>
            <a:xfrm>
              <a:off x="0" y="455640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71" name="Google Shape;2271;p22"/>
            <p:cNvSpPr/>
            <p:nvPr/>
          </p:nvSpPr>
          <p:spPr>
            <a:xfrm>
              <a:off x="0" y="476432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72" name="Google Shape;2272;p22"/>
            <p:cNvSpPr/>
            <p:nvPr/>
          </p:nvSpPr>
          <p:spPr>
            <a:xfrm>
              <a:off x="0" y="497225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73" name="Google Shape;2273;p22"/>
            <p:cNvSpPr/>
            <p:nvPr/>
          </p:nvSpPr>
          <p:spPr>
            <a:xfrm>
              <a:off x="86768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74" name="Google Shape;2274;p22"/>
            <p:cNvSpPr/>
            <p:nvPr/>
          </p:nvSpPr>
          <p:spPr>
            <a:xfrm>
              <a:off x="847046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75" name="Google Shape;2275;p22"/>
            <p:cNvSpPr/>
            <p:nvPr/>
          </p:nvSpPr>
          <p:spPr>
            <a:xfrm>
              <a:off x="826327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76" name="Google Shape;2276;p22"/>
            <p:cNvSpPr/>
            <p:nvPr/>
          </p:nvSpPr>
          <p:spPr>
            <a:xfrm>
              <a:off x="805608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77" name="Google Shape;2277;p22"/>
            <p:cNvSpPr/>
            <p:nvPr/>
          </p:nvSpPr>
          <p:spPr>
            <a:xfrm>
              <a:off x="78488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78" name="Google Shape;2278;p22"/>
            <p:cNvSpPr/>
            <p:nvPr/>
          </p:nvSpPr>
          <p:spPr>
            <a:xfrm>
              <a:off x="764169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79" name="Google Shape;2279;p22"/>
            <p:cNvSpPr/>
            <p:nvPr/>
          </p:nvSpPr>
          <p:spPr>
            <a:xfrm>
              <a:off x="74345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80" name="Google Shape;2280;p22"/>
            <p:cNvSpPr/>
            <p:nvPr/>
          </p:nvSpPr>
          <p:spPr>
            <a:xfrm>
              <a:off x="722730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81" name="Google Shape;2281;p22"/>
            <p:cNvSpPr/>
            <p:nvPr/>
          </p:nvSpPr>
          <p:spPr>
            <a:xfrm>
              <a:off x="702093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82" name="Google Shape;2282;p22"/>
            <p:cNvSpPr/>
            <p:nvPr/>
          </p:nvSpPr>
          <p:spPr>
            <a:xfrm>
              <a:off x="68137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83" name="Google Shape;2283;p22"/>
            <p:cNvSpPr/>
            <p:nvPr/>
          </p:nvSpPr>
          <p:spPr>
            <a:xfrm>
              <a:off x="66065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84" name="Google Shape;2284;p22"/>
            <p:cNvSpPr/>
            <p:nvPr/>
          </p:nvSpPr>
          <p:spPr>
            <a:xfrm>
              <a:off x="639934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85" name="Google Shape;2285;p22"/>
            <p:cNvSpPr/>
            <p:nvPr/>
          </p:nvSpPr>
          <p:spPr>
            <a:xfrm>
              <a:off x="619297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86" name="Google Shape;2286;p22"/>
            <p:cNvSpPr/>
            <p:nvPr/>
          </p:nvSpPr>
          <p:spPr>
            <a:xfrm>
              <a:off x="598577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87" name="Google Shape;2287;p22"/>
            <p:cNvSpPr/>
            <p:nvPr/>
          </p:nvSpPr>
          <p:spPr>
            <a:xfrm>
              <a:off x="577858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88" name="Google Shape;2288;p22"/>
            <p:cNvSpPr/>
            <p:nvPr/>
          </p:nvSpPr>
          <p:spPr>
            <a:xfrm>
              <a:off x="55713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89" name="Google Shape;2289;p22"/>
            <p:cNvSpPr/>
            <p:nvPr/>
          </p:nvSpPr>
          <p:spPr>
            <a:xfrm>
              <a:off x="536501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90" name="Google Shape;2290;p22"/>
            <p:cNvSpPr/>
            <p:nvPr/>
          </p:nvSpPr>
          <p:spPr>
            <a:xfrm>
              <a:off x="515863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91" name="Google Shape;2291;p22"/>
            <p:cNvSpPr/>
            <p:nvPr/>
          </p:nvSpPr>
          <p:spPr>
            <a:xfrm>
              <a:off x="495144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92" name="Google Shape;2292;p22"/>
            <p:cNvSpPr/>
            <p:nvPr/>
          </p:nvSpPr>
          <p:spPr>
            <a:xfrm>
              <a:off x="47442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93" name="Google Shape;2293;p22"/>
            <p:cNvSpPr/>
            <p:nvPr/>
          </p:nvSpPr>
          <p:spPr>
            <a:xfrm>
              <a:off x="453705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94" name="Google Shape;2294;p22"/>
            <p:cNvSpPr/>
            <p:nvPr/>
          </p:nvSpPr>
          <p:spPr>
            <a:xfrm>
              <a:off x="432986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95" name="Google Shape;2295;p22"/>
            <p:cNvSpPr/>
            <p:nvPr/>
          </p:nvSpPr>
          <p:spPr>
            <a:xfrm>
              <a:off x="412266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96" name="Google Shape;2296;p22"/>
            <p:cNvSpPr/>
            <p:nvPr/>
          </p:nvSpPr>
          <p:spPr>
            <a:xfrm>
              <a:off x="39162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97" name="Google Shape;2297;p22"/>
            <p:cNvSpPr/>
            <p:nvPr/>
          </p:nvSpPr>
          <p:spPr>
            <a:xfrm>
              <a:off x="370909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98" name="Google Shape;2298;p22"/>
            <p:cNvSpPr/>
            <p:nvPr/>
          </p:nvSpPr>
          <p:spPr>
            <a:xfrm>
              <a:off x="35019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99" name="Google Shape;2299;p22"/>
            <p:cNvSpPr/>
            <p:nvPr/>
          </p:nvSpPr>
          <p:spPr>
            <a:xfrm>
              <a:off x="329470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00" name="Google Shape;2300;p22"/>
            <p:cNvSpPr/>
            <p:nvPr/>
          </p:nvSpPr>
          <p:spPr>
            <a:xfrm>
              <a:off x="308751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01" name="Google Shape;2301;p22"/>
            <p:cNvSpPr/>
            <p:nvPr/>
          </p:nvSpPr>
          <p:spPr>
            <a:xfrm>
              <a:off x="28811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02" name="Google Shape;2302;p22"/>
            <p:cNvSpPr/>
            <p:nvPr/>
          </p:nvSpPr>
          <p:spPr>
            <a:xfrm>
              <a:off x="26739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03" name="Google Shape;2303;p22"/>
            <p:cNvSpPr/>
            <p:nvPr/>
          </p:nvSpPr>
          <p:spPr>
            <a:xfrm>
              <a:off x="246674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04" name="Google Shape;2304;p22"/>
            <p:cNvSpPr/>
            <p:nvPr/>
          </p:nvSpPr>
          <p:spPr>
            <a:xfrm>
              <a:off x="225955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05" name="Google Shape;2305;p22"/>
            <p:cNvSpPr/>
            <p:nvPr/>
          </p:nvSpPr>
          <p:spPr>
            <a:xfrm>
              <a:off x="205236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06" name="Google Shape;2306;p22"/>
            <p:cNvSpPr/>
            <p:nvPr/>
          </p:nvSpPr>
          <p:spPr>
            <a:xfrm>
              <a:off x="184598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07" name="Google Shape;2307;p22"/>
            <p:cNvSpPr/>
            <p:nvPr/>
          </p:nvSpPr>
          <p:spPr>
            <a:xfrm>
              <a:off x="16387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08" name="Google Shape;2308;p22"/>
            <p:cNvSpPr/>
            <p:nvPr/>
          </p:nvSpPr>
          <p:spPr>
            <a:xfrm>
              <a:off x="143159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09" name="Google Shape;2309;p22"/>
            <p:cNvSpPr/>
            <p:nvPr/>
          </p:nvSpPr>
          <p:spPr>
            <a:xfrm>
              <a:off x="122440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10" name="Google Shape;2310;p22"/>
            <p:cNvSpPr/>
            <p:nvPr/>
          </p:nvSpPr>
          <p:spPr>
            <a:xfrm>
              <a:off x="101720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11" name="Google Shape;2311;p22"/>
            <p:cNvSpPr/>
            <p:nvPr/>
          </p:nvSpPr>
          <p:spPr>
            <a:xfrm>
              <a:off x="81001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12" name="Google Shape;2312;p22"/>
            <p:cNvSpPr/>
            <p:nvPr/>
          </p:nvSpPr>
          <p:spPr>
            <a:xfrm>
              <a:off x="60363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13" name="Google Shape;2313;p22"/>
            <p:cNvSpPr/>
            <p:nvPr/>
          </p:nvSpPr>
          <p:spPr>
            <a:xfrm>
              <a:off x="39644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14" name="Google Shape;2314;p22"/>
            <p:cNvSpPr/>
            <p:nvPr/>
          </p:nvSpPr>
          <p:spPr>
            <a:xfrm>
              <a:off x="18925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15" name="Google Shape;2315;p22"/>
            <p:cNvSpPr/>
            <p:nvPr/>
          </p:nvSpPr>
          <p:spPr>
            <a:xfrm>
              <a:off x="8716176" y="19320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16" name="Google Shape;2316;p22"/>
            <p:cNvSpPr/>
            <p:nvPr/>
          </p:nvSpPr>
          <p:spPr>
            <a:xfrm>
              <a:off x="8716176" y="40112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17" name="Google Shape;2317;p22"/>
            <p:cNvSpPr/>
            <p:nvPr/>
          </p:nvSpPr>
          <p:spPr>
            <a:xfrm>
              <a:off x="8716176" y="60905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18" name="Google Shape;2318;p22"/>
            <p:cNvSpPr/>
            <p:nvPr/>
          </p:nvSpPr>
          <p:spPr>
            <a:xfrm>
              <a:off x="8716176" y="81698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19" name="Google Shape;2319;p22"/>
            <p:cNvSpPr/>
            <p:nvPr/>
          </p:nvSpPr>
          <p:spPr>
            <a:xfrm>
              <a:off x="8716176" y="102409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20" name="Google Shape;2320;p22"/>
            <p:cNvSpPr/>
            <p:nvPr/>
          </p:nvSpPr>
          <p:spPr>
            <a:xfrm>
              <a:off x="8716176" y="123201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21" name="Google Shape;2321;p22"/>
            <p:cNvSpPr/>
            <p:nvPr/>
          </p:nvSpPr>
          <p:spPr>
            <a:xfrm>
              <a:off x="8716176" y="143994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22" name="Google Shape;2322;p22"/>
            <p:cNvSpPr/>
            <p:nvPr/>
          </p:nvSpPr>
          <p:spPr>
            <a:xfrm>
              <a:off x="8716176" y="164787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23" name="Google Shape;2323;p22"/>
            <p:cNvSpPr/>
            <p:nvPr/>
          </p:nvSpPr>
          <p:spPr>
            <a:xfrm>
              <a:off x="8716176" y="185498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24" name="Google Shape;2324;p22"/>
            <p:cNvSpPr/>
            <p:nvPr/>
          </p:nvSpPr>
          <p:spPr>
            <a:xfrm>
              <a:off x="8716176" y="206290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25" name="Google Shape;2325;p22"/>
            <p:cNvSpPr/>
            <p:nvPr/>
          </p:nvSpPr>
          <p:spPr>
            <a:xfrm>
              <a:off x="8716176" y="227083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26" name="Google Shape;2326;p22"/>
            <p:cNvSpPr/>
            <p:nvPr/>
          </p:nvSpPr>
          <p:spPr>
            <a:xfrm>
              <a:off x="8716176" y="247876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27" name="Google Shape;2327;p22"/>
            <p:cNvSpPr/>
            <p:nvPr/>
          </p:nvSpPr>
          <p:spPr>
            <a:xfrm>
              <a:off x="8716176" y="268668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28" name="Google Shape;2328;p22"/>
            <p:cNvSpPr/>
            <p:nvPr/>
          </p:nvSpPr>
          <p:spPr>
            <a:xfrm>
              <a:off x="8716176" y="289461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29" name="Google Shape;2329;p22"/>
            <p:cNvSpPr/>
            <p:nvPr/>
          </p:nvSpPr>
          <p:spPr>
            <a:xfrm>
              <a:off x="8716176" y="310254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30" name="Google Shape;2330;p22"/>
            <p:cNvSpPr/>
            <p:nvPr/>
          </p:nvSpPr>
          <p:spPr>
            <a:xfrm>
              <a:off x="8716176" y="330965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31" name="Google Shape;2331;p22"/>
            <p:cNvSpPr/>
            <p:nvPr/>
          </p:nvSpPr>
          <p:spPr>
            <a:xfrm>
              <a:off x="8716176" y="351757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32" name="Google Shape;2332;p22"/>
            <p:cNvSpPr/>
            <p:nvPr/>
          </p:nvSpPr>
          <p:spPr>
            <a:xfrm>
              <a:off x="8716176" y="372550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33" name="Google Shape;2333;p22"/>
            <p:cNvSpPr/>
            <p:nvPr/>
          </p:nvSpPr>
          <p:spPr>
            <a:xfrm>
              <a:off x="8716176" y="393343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34" name="Google Shape;2334;p22"/>
            <p:cNvSpPr/>
            <p:nvPr/>
          </p:nvSpPr>
          <p:spPr>
            <a:xfrm>
              <a:off x="8716176" y="414054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35" name="Google Shape;2335;p22"/>
            <p:cNvSpPr/>
            <p:nvPr/>
          </p:nvSpPr>
          <p:spPr>
            <a:xfrm>
              <a:off x="8716176" y="434846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36" name="Google Shape;2336;p22"/>
            <p:cNvSpPr/>
            <p:nvPr/>
          </p:nvSpPr>
          <p:spPr>
            <a:xfrm>
              <a:off x="8716176" y="455639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37" name="Google Shape;2337;p22"/>
            <p:cNvSpPr/>
            <p:nvPr/>
          </p:nvSpPr>
          <p:spPr>
            <a:xfrm>
              <a:off x="8716176" y="476432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38" name="Google Shape;2338;p22"/>
            <p:cNvSpPr/>
            <p:nvPr/>
          </p:nvSpPr>
          <p:spPr>
            <a:xfrm>
              <a:off x="8716176" y="497225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39" name="Google Shape;2339;p22"/>
            <p:cNvSpPr/>
            <p:nvPr/>
          </p:nvSpPr>
          <p:spPr>
            <a:xfrm>
              <a:off x="907150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40" name="Google Shape;2340;p22"/>
            <p:cNvSpPr/>
            <p:nvPr/>
          </p:nvSpPr>
          <p:spPr>
            <a:xfrm>
              <a:off x="886430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grpSp>
        <p:nvGrpSpPr>
          <p:cNvPr id="2341" name="Google Shape;2341;p22"/>
          <p:cNvGrpSpPr/>
          <p:nvPr/>
        </p:nvGrpSpPr>
        <p:grpSpPr>
          <a:xfrm rot="10800000" flipH="1">
            <a:off x="-25" y="539501"/>
            <a:ext cx="713204" cy="4057299"/>
            <a:chOff x="-17" y="539499"/>
            <a:chExt cx="453231" cy="4057299"/>
          </a:xfrm>
        </p:grpSpPr>
        <p:sp>
          <p:nvSpPr>
            <p:cNvPr id="2342" name="Google Shape;2342;p22"/>
            <p:cNvSpPr/>
            <p:nvPr/>
          </p:nvSpPr>
          <p:spPr>
            <a:xfrm rot="5400000">
              <a:off x="53069" y="1582766"/>
              <a:ext cx="82937" cy="189109"/>
            </a:xfrm>
            <a:custGeom>
              <a:avLst/>
              <a:gdLst/>
              <a:ahLst/>
              <a:cxnLst/>
              <a:rect l="l" t="t" r="r" b="b"/>
              <a:pathLst>
                <a:path w="251" h="1500" extrusionOk="0">
                  <a:moveTo>
                    <a:pt x="0" y="0"/>
                  </a:moveTo>
                  <a:lnTo>
                    <a:pt x="251" y="0"/>
                  </a:lnTo>
                  <a:lnTo>
                    <a:pt x="251" y="1500"/>
                  </a:lnTo>
                  <a:lnTo>
                    <a:pt x="0" y="150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43" name="Google Shape;2343;p22"/>
            <p:cNvSpPr/>
            <p:nvPr/>
          </p:nvSpPr>
          <p:spPr>
            <a:xfrm rot="5400000">
              <a:off x="127680" y="1919535"/>
              <a:ext cx="82606" cy="338000"/>
            </a:xfrm>
            <a:custGeom>
              <a:avLst/>
              <a:gdLst/>
              <a:ahLst/>
              <a:cxnLst/>
              <a:rect l="l" t="t" r="r" b="b"/>
              <a:pathLst>
                <a:path w="250" h="2681" extrusionOk="0">
                  <a:moveTo>
                    <a:pt x="0" y="0"/>
                  </a:moveTo>
                  <a:lnTo>
                    <a:pt x="250" y="0"/>
                  </a:lnTo>
                  <a:lnTo>
                    <a:pt x="250" y="2681"/>
                  </a:lnTo>
                  <a:lnTo>
                    <a:pt x="0" y="268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44" name="Google Shape;2344;p22"/>
            <p:cNvSpPr/>
            <p:nvPr/>
          </p:nvSpPr>
          <p:spPr>
            <a:xfrm rot="5400000">
              <a:off x="185130" y="2409932"/>
              <a:ext cx="82937" cy="453231"/>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45" name="Google Shape;2345;p22"/>
            <p:cNvSpPr/>
            <p:nvPr/>
          </p:nvSpPr>
          <p:spPr>
            <a:xfrm rot="5400000">
              <a:off x="150752" y="3267071"/>
              <a:ext cx="82606" cy="384143"/>
            </a:xfrm>
            <a:custGeom>
              <a:avLst/>
              <a:gdLst/>
              <a:ahLst/>
              <a:cxnLst/>
              <a:rect l="l" t="t" r="r" b="b"/>
              <a:pathLst>
                <a:path w="250" h="3047" extrusionOk="0">
                  <a:moveTo>
                    <a:pt x="0" y="0"/>
                  </a:moveTo>
                  <a:lnTo>
                    <a:pt x="250" y="0"/>
                  </a:lnTo>
                  <a:lnTo>
                    <a:pt x="250" y="3047"/>
                  </a:lnTo>
                  <a:lnTo>
                    <a:pt x="0" y="304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46" name="Google Shape;2346;p22"/>
            <p:cNvSpPr/>
            <p:nvPr/>
          </p:nvSpPr>
          <p:spPr>
            <a:xfrm rot="5400000">
              <a:off x="90741" y="2778574"/>
              <a:ext cx="82606" cy="264122"/>
            </a:xfrm>
            <a:custGeom>
              <a:avLst/>
              <a:gdLst/>
              <a:ahLst/>
              <a:cxnLst/>
              <a:rect l="l" t="t" r="r" b="b"/>
              <a:pathLst>
                <a:path w="250" h="2095" extrusionOk="0">
                  <a:moveTo>
                    <a:pt x="0" y="0"/>
                  </a:moveTo>
                  <a:lnTo>
                    <a:pt x="250" y="0"/>
                  </a:lnTo>
                  <a:lnTo>
                    <a:pt x="250" y="2095"/>
                  </a:lnTo>
                  <a:lnTo>
                    <a:pt x="0" y="209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47" name="Google Shape;2347;p22"/>
            <p:cNvSpPr/>
            <p:nvPr/>
          </p:nvSpPr>
          <p:spPr>
            <a:xfrm rot="5400000">
              <a:off x="32370" y="1466670"/>
              <a:ext cx="82606"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48" name="Google Shape;2348;p22"/>
            <p:cNvSpPr/>
            <p:nvPr/>
          </p:nvSpPr>
          <p:spPr>
            <a:xfrm rot="5400000">
              <a:off x="32306" y="1877783"/>
              <a:ext cx="82606"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49" name="Google Shape;2349;p22"/>
            <p:cNvSpPr/>
            <p:nvPr/>
          </p:nvSpPr>
          <p:spPr>
            <a:xfrm rot="5400000">
              <a:off x="97321" y="2360945"/>
              <a:ext cx="82937" cy="277612"/>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50" name="Google Shape;2350;p22"/>
            <p:cNvSpPr/>
            <p:nvPr/>
          </p:nvSpPr>
          <p:spPr>
            <a:xfrm rot="5400000">
              <a:off x="19447" y="3124122"/>
              <a:ext cx="82606" cy="121534"/>
            </a:xfrm>
            <a:custGeom>
              <a:avLst/>
              <a:gdLst/>
              <a:ahLst/>
              <a:cxnLst/>
              <a:rect l="l" t="t" r="r" b="b"/>
              <a:pathLst>
                <a:path w="250" h="964" extrusionOk="0">
                  <a:moveTo>
                    <a:pt x="0" y="0"/>
                  </a:moveTo>
                  <a:lnTo>
                    <a:pt x="250" y="0"/>
                  </a:lnTo>
                  <a:lnTo>
                    <a:pt x="250" y="964"/>
                  </a:lnTo>
                  <a:lnTo>
                    <a:pt x="0" y="96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51" name="Google Shape;2351;p22"/>
            <p:cNvSpPr/>
            <p:nvPr/>
          </p:nvSpPr>
          <p:spPr>
            <a:xfrm rot="5400000">
              <a:off x="-10936" y="3839808"/>
              <a:ext cx="82606" cy="60767"/>
            </a:xfrm>
            <a:custGeom>
              <a:avLst/>
              <a:gdLst/>
              <a:ahLst/>
              <a:cxnLst/>
              <a:rect l="l" t="t" r="r" b="b"/>
              <a:pathLst>
                <a:path w="250" h="482" extrusionOk="0">
                  <a:moveTo>
                    <a:pt x="0" y="0"/>
                  </a:moveTo>
                  <a:lnTo>
                    <a:pt x="250" y="0"/>
                  </a:lnTo>
                  <a:lnTo>
                    <a:pt x="250" y="482"/>
                  </a:lnTo>
                  <a:lnTo>
                    <a:pt x="0" y="48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52" name="Google Shape;2352;p22"/>
            <p:cNvSpPr/>
            <p:nvPr/>
          </p:nvSpPr>
          <p:spPr>
            <a:xfrm rot="5400000">
              <a:off x="36404" y="3655341"/>
              <a:ext cx="82606" cy="155447"/>
            </a:xfrm>
            <a:custGeom>
              <a:avLst/>
              <a:gdLst/>
              <a:ahLst/>
              <a:cxnLst/>
              <a:rect l="l" t="t" r="r" b="b"/>
              <a:pathLst>
                <a:path w="250" h="1233" extrusionOk="0">
                  <a:moveTo>
                    <a:pt x="0" y="0"/>
                  </a:moveTo>
                  <a:lnTo>
                    <a:pt x="250" y="0"/>
                  </a:lnTo>
                  <a:lnTo>
                    <a:pt x="250" y="1233"/>
                  </a:lnTo>
                  <a:lnTo>
                    <a:pt x="0" y="123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53" name="Google Shape;2353;p22"/>
            <p:cNvSpPr/>
            <p:nvPr/>
          </p:nvSpPr>
          <p:spPr>
            <a:xfrm rot="5400000">
              <a:off x="23001" y="4354047"/>
              <a:ext cx="82937" cy="128972"/>
            </a:xfrm>
            <a:custGeom>
              <a:avLst/>
              <a:gdLst/>
              <a:ahLst/>
              <a:cxnLst/>
              <a:rect l="l" t="t" r="r" b="b"/>
              <a:pathLst>
                <a:path w="251" h="1023" extrusionOk="0">
                  <a:moveTo>
                    <a:pt x="0" y="0"/>
                  </a:moveTo>
                  <a:lnTo>
                    <a:pt x="251" y="0"/>
                  </a:lnTo>
                  <a:lnTo>
                    <a:pt x="251" y="1023"/>
                  </a:lnTo>
                  <a:lnTo>
                    <a:pt x="0" y="102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54" name="Google Shape;2354;p22"/>
            <p:cNvSpPr/>
            <p:nvPr/>
          </p:nvSpPr>
          <p:spPr>
            <a:xfrm rot="5400000">
              <a:off x="2995" y="4237257"/>
              <a:ext cx="82606" cy="88629"/>
            </a:xfrm>
            <a:custGeom>
              <a:avLst/>
              <a:gdLst/>
              <a:ahLst/>
              <a:cxnLst/>
              <a:rect l="l" t="t" r="r" b="b"/>
              <a:pathLst>
                <a:path w="250" h="703" extrusionOk="0">
                  <a:moveTo>
                    <a:pt x="0" y="0"/>
                  </a:moveTo>
                  <a:lnTo>
                    <a:pt x="250" y="0"/>
                  </a:lnTo>
                  <a:lnTo>
                    <a:pt x="250" y="703"/>
                  </a:lnTo>
                  <a:lnTo>
                    <a:pt x="0" y="70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55" name="Google Shape;2355;p22"/>
            <p:cNvSpPr/>
            <p:nvPr/>
          </p:nvSpPr>
          <p:spPr>
            <a:xfrm rot="5400000">
              <a:off x="12324" y="4501851"/>
              <a:ext cx="82606" cy="107288"/>
            </a:xfrm>
            <a:custGeom>
              <a:avLst/>
              <a:gdLst/>
              <a:ahLst/>
              <a:cxnLst/>
              <a:rect l="l" t="t" r="r" b="b"/>
              <a:pathLst>
                <a:path w="250" h="851" extrusionOk="0">
                  <a:moveTo>
                    <a:pt x="0" y="0"/>
                  </a:moveTo>
                  <a:lnTo>
                    <a:pt x="250" y="0"/>
                  </a:lnTo>
                  <a:lnTo>
                    <a:pt x="250" y="851"/>
                  </a:lnTo>
                  <a:lnTo>
                    <a:pt x="0" y="85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56" name="Google Shape;2356;p22"/>
            <p:cNvSpPr/>
            <p:nvPr/>
          </p:nvSpPr>
          <p:spPr>
            <a:xfrm rot="5400000">
              <a:off x="67418" y="4035708"/>
              <a:ext cx="82606" cy="217475"/>
            </a:xfrm>
            <a:custGeom>
              <a:avLst/>
              <a:gdLst/>
              <a:ahLst/>
              <a:cxnLst/>
              <a:rect l="l" t="t" r="r" b="b"/>
              <a:pathLst>
                <a:path w="250" h="1725" extrusionOk="0">
                  <a:moveTo>
                    <a:pt x="0" y="0"/>
                  </a:moveTo>
                  <a:lnTo>
                    <a:pt x="250" y="0"/>
                  </a:lnTo>
                  <a:lnTo>
                    <a:pt x="250" y="1725"/>
                  </a:lnTo>
                  <a:lnTo>
                    <a:pt x="0" y="172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57" name="Google Shape;2357;p22"/>
            <p:cNvSpPr/>
            <p:nvPr/>
          </p:nvSpPr>
          <p:spPr>
            <a:xfrm rot="5400000">
              <a:off x="46427" y="3234269"/>
              <a:ext cx="82606" cy="175493"/>
            </a:xfrm>
            <a:custGeom>
              <a:avLst/>
              <a:gdLst/>
              <a:ahLst/>
              <a:cxnLst/>
              <a:rect l="l" t="t" r="r" b="b"/>
              <a:pathLst>
                <a:path w="250" h="1392" extrusionOk="0">
                  <a:moveTo>
                    <a:pt x="0" y="0"/>
                  </a:moveTo>
                  <a:lnTo>
                    <a:pt x="250" y="0"/>
                  </a:lnTo>
                  <a:lnTo>
                    <a:pt x="250" y="1392"/>
                  </a:lnTo>
                  <a:lnTo>
                    <a:pt x="0" y="139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58" name="Google Shape;2358;p22"/>
            <p:cNvSpPr/>
            <p:nvPr/>
          </p:nvSpPr>
          <p:spPr>
            <a:xfrm rot="5400000">
              <a:off x="32370" y="2151973"/>
              <a:ext cx="82606"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59" name="Google Shape;2359;p22"/>
            <p:cNvSpPr/>
            <p:nvPr/>
          </p:nvSpPr>
          <p:spPr>
            <a:xfrm rot="5400000">
              <a:off x="32306" y="1192479"/>
              <a:ext cx="82606"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60" name="Google Shape;2360;p22"/>
            <p:cNvSpPr/>
            <p:nvPr/>
          </p:nvSpPr>
          <p:spPr>
            <a:xfrm rot="5400000">
              <a:off x="6777" y="943756"/>
              <a:ext cx="82606" cy="96193"/>
            </a:xfrm>
            <a:custGeom>
              <a:avLst/>
              <a:gdLst/>
              <a:ahLst/>
              <a:cxnLst/>
              <a:rect l="l" t="t" r="r" b="b"/>
              <a:pathLst>
                <a:path w="250" h="763" extrusionOk="0">
                  <a:moveTo>
                    <a:pt x="0" y="0"/>
                  </a:moveTo>
                  <a:lnTo>
                    <a:pt x="250" y="0"/>
                  </a:lnTo>
                  <a:lnTo>
                    <a:pt x="250" y="763"/>
                  </a:lnTo>
                  <a:lnTo>
                    <a:pt x="0" y="76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61" name="Google Shape;2361;p22"/>
            <p:cNvSpPr/>
            <p:nvPr/>
          </p:nvSpPr>
          <p:spPr>
            <a:xfrm rot="5400000">
              <a:off x="6549" y="669730"/>
              <a:ext cx="82937" cy="96067"/>
            </a:xfrm>
            <a:custGeom>
              <a:avLst/>
              <a:gdLst/>
              <a:ahLst/>
              <a:cxnLst/>
              <a:rect l="l" t="t" r="r" b="b"/>
              <a:pathLst>
                <a:path w="251" h="762" extrusionOk="0">
                  <a:moveTo>
                    <a:pt x="0" y="0"/>
                  </a:moveTo>
                  <a:lnTo>
                    <a:pt x="251" y="0"/>
                  </a:lnTo>
                  <a:lnTo>
                    <a:pt x="251" y="762"/>
                  </a:lnTo>
                  <a:lnTo>
                    <a:pt x="0" y="76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62" name="Google Shape;2362;p22"/>
            <p:cNvSpPr/>
            <p:nvPr/>
          </p:nvSpPr>
          <p:spPr>
            <a:xfrm rot="5400000">
              <a:off x="38988" y="774417"/>
              <a:ext cx="82606" cy="160616"/>
            </a:xfrm>
            <a:custGeom>
              <a:avLst/>
              <a:gdLst/>
              <a:ahLst/>
              <a:cxnLst/>
              <a:rect l="l" t="t" r="r" b="b"/>
              <a:pathLst>
                <a:path w="250" h="1274" extrusionOk="0">
                  <a:moveTo>
                    <a:pt x="0" y="0"/>
                  </a:moveTo>
                  <a:lnTo>
                    <a:pt x="250" y="0"/>
                  </a:lnTo>
                  <a:lnTo>
                    <a:pt x="250" y="1274"/>
                  </a:lnTo>
                  <a:lnTo>
                    <a:pt x="0" y="127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63" name="Google Shape;2363;p22"/>
            <p:cNvSpPr/>
            <p:nvPr/>
          </p:nvSpPr>
          <p:spPr>
            <a:xfrm rot="5400000">
              <a:off x="-10747" y="1372660"/>
              <a:ext cx="82606"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64" name="Google Shape;2364;p22"/>
            <p:cNvSpPr/>
            <p:nvPr/>
          </p:nvSpPr>
          <p:spPr>
            <a:xfrm rot="5400000">
              <a:off x="-10912" y="1783875"/>
              <a:ext cx="82937" cy="61145"/>
            </a:xfrm>
            <a:custGeom>
              <a:avLst/>
              <a:gdLst/>
              <a:ahLst/>
              <a:cxnLst/>
              <a:rect l="l" t="t" r="r" b="b"/>
              <a:pathLst>
                <a:path w="251" h="485" extrusionOk="0">
                  <a:moveTo>
                    <a:pt x="0" y="0"/>
                  </a:moveTo>
                  <a:lnTo>
                    <a:pt x="251" y="0"/>
                  </a:lnTo>
                  <a:lnTo>
                    <a:pt x="251" y="485"/>
                  </a:lnTo>
                  <a:lnTo>
                    <a:pt x="0" y="48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65" name="Google Shape;2365;p22"/>
            <p:cNvSpPr/>
            <p:nvPr/>
          </p:nvSpPr>
          <p:spPr>
            <a:xfrm rot="5400000">
              <a:off x="-10747" y="2332216"/>
              <a:ext cx="82606"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66" name="Google Shape;2366;p22"/>
            <p:cNvSpPr/>
            <p:nvPr/>
          </p:nvSpPr>
          <p:spPr>
            <a:xfrm rot="5400000">
              <a:off x="73532" y="2932910"/>
              <a:ext cx="82606" cy="229704"/>
            </a:xfrm>
            <a:custGeom>
              <a:avLst/>
              <a:gdLst/>
              <a:ahLst/>
              <a:cxnLst/>
              <a:rect l="l" t="t" r="r" b="b"/>
              <a:pathLst>
                <a:path w="250" h="1822" extrusionOk="0">
                  <a:moveTo>
                    <a:pt x="0" y="0"/>
                  </a:moveTo>
                  <a:lnTo>
                    <a:pt x="250" y="0"/>
                  </a:lnTo>
                  <a:lnTo>
                    <a:pt x="250" y="1822"/>
                  </a:lnTo>
                  <a:lnTo>
                    <a:pt x="0" y="182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67" name="Google Shape;2367;p22"/>
            <p:cNvSpPr/>
            <p:nvPr/>
          </p:nvSpPr>
          <p:spPr>
            <a:xfrm rot="5400000">
              <a:off x="-22283" y="2754471"/>
              <a:ext cx="82606"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68" name="Google Shape;2368;p22"/>
            <p:cNvSpPr/>
            <p:nvPr/>
          </p:nvSpPr>
          <p:spPr>
            <a:xfrm rot="5400000">
              <a:off x="-22448" y="3577067"/>
              <a:ext cx="82937" cy="38074"/>
            </a:xfrm>
            <a:custGeom>
              <a:avLst/>
              <a:gdLst/>
              <a:ahLst/>
              <a:cxnLst/>
              <a:rect l="l" t="t" r="r" b="b"/>
              <a:pathLst>
                <a:path w="251" h="302" extrusionOk="0">
                  <a:moveTo>
                    <a:pt x="0" y="0"/>
                  </a:moveTo>
                  <a:lnTo>
                    <a:pt x="251" y="0"/>
                  </a:lnTo>
                  <a:lnTo>
                    <a:pt x="251" y="302"/>
                  </a:lnTo>
                  <a:lnTo>
                    <a:pt x="0" y="3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69" name="Google Shape;2369;p22"/>
            <p:cNvSpPr/>
            <p:nvPr/>
          </p:nvSpPr>
          <p:spPr>
            <a:xfrm rot="5400000">
              <a:off x="-22283" y="3988282"/>
              <a:ext cx="82606"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70" name="Google Shape;2370;p22"/>
            <p:cNvSpPr/>
            <p:nvPr/>
          </p:nvSpPr>
          <p:spPr>
            <a:xfrm rot="5400000">
              <a:off x="-26065" y="1113724"/>
              <a:ext cx="82606" cy="30510"/>
            </a:xfrm>
            <a:custGeom>
              <a:avLst/>
              <a:gdLst/>
              <a:ahLst/>
              <a:cxnLst/>
              <a:rect l="l" t="t" r="r" b="b"/>
              <a:pathLst>
                <a:path w="250" h="242" extrusionOk="0">
                  <a:moveTo>
                    <a:pt x="0" y="0"/>
                  </a:moveTo>
                  <a:lnTo>
                    <a:pt x="250" y="0"/>
                  </a:lnTo>
                  <a:lnTo>
                    <a:pt x="250" y="242"/>
                  </a:lnTo>
                  <a:lnTo>
                    <a:pt x="0" y="242"/>
                  </a:lnTo>
                  <a:lnTo>
                    <a:pt x="0" y="0"/>
                  </a:lnTo>
                  <a:close/>
                </a:path>
              </a:pathLst>
            </a:custGeom>
            <a:solidFill>
              <a:schemeClr val="lt2"/>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71" name="Google Shape;2371;p22"/>
            <p:cNvSpPr/>
            <p:nvPr/>
          </p:nvSpPr>
          <p:spPr>
            <a:xfrm rot="5400000">
              <a:off x="78071" y="461412"/>
              <a:ext cx="82606" cy="238781"/>
            </a:xfrm>
            <a:custGeom>
              <a:avLst/>
              <a:gdLst/>
              <a:ahLst/>
              <a:cxnLst/>
              <a:rect l="l" t="t" r="r" b="b"/>
              <a:pathLst>
                <a:path w="250" h="1894" extrusionOk="0">
                  <a:moveTo>
                    <a:pt x="0" y="0"/>
                  </a:moveTo>
                  <a:lnTo>
                    <a:pt x="250" y="0"/>
                  </a:lnTo>
                  <a:lnTo>
                    <a:pt x="250" y="1894"/>
                  </a:lnTo>
                  <a:lnTo>
                    <a:pt x="0" y="189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372" name="Google Shape;2372;p22"/>
          <p:cNvGrpSpPr/>
          <p:nvPr/>
        </p:nvGrpSpPr>
        <p:grpSpPr>
          <a:xfrm>
            <a:off x="-12" y="539500"/>
            <a:ext cx="499460" cy="4057299"/>
            <a:chOff x="-17" y="539499"/>
            <a:chExt cx="453231" cy="4057299"/>
          </a:xfrm>
        </p:grpSpPr>
        <p:sp>
          <p:nvSpPr>
            <p:cNvPr id="2373" name="Google Shape;2373;p22"/>
            <p:cNvSpPr/>
            <p:nvPr/>
          </p:nvSpPr>
          <p:spPr>
            <a:xfrm rot="5400000">
              <a:off x="53069" y="1582766"/>
              <a:ext cx="82937" cy="189109"/>
            </a:xfrm>
            <a:custGeom>
              <a:avLst/>
              <a:gdLst/>
              <a:ahLst/>
              <a:cxnLst/>
              <a:rect l="l" t="t" r="r" b="b"/>
              <a:pathLst>
                <a:path w="251" h="1500" extrusionOk="0">
                  <a:moveTo>
                    <a:pt x="0" y="0"/>
                  </a:moveTo>
                  <a:lnTo>
                    <a:pt x="251" y="0"/>
                  </a:lnTo>
                  <a:lnTo>
                    <a:pt x="251" y="1500"/>
                  </a:lnTo>
                  <a:lnTo>
                    <a:pt x="0" y="150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74" name="Google Shape;2374;p22"/>
            <p:cNvSpPr/>
            <p:nvPr/>
          </p:nvSpPr>
          <p:spPr>
            <a:xfrm rot="5400000">
              <a:off x="127680" y="1919535"/>
              <a:ext cx="82606" cy="338000"/>
            </a:xfrm>
            <a:custGeom>
              <a:avLst/>
              <a:gdLst/>
              <a:ahLst/>
              <a:cxnLst/>
              <a:rect l="l" t="t" r="r" b="b"/>
              <a:pathLst>
                <a:path w="250" h="2681" extrusionOk="0">
                  <a:moveTo>
                    <a:pt x="0" y="0"/>
                  </a:moveTo>
                  <a:lnTo>
                    <a:pt x="250" y="0"/>
                  </a:lnTo>
                  <a:lnTo>
                    <a:pt x="250" y="2681"/>
                  </a:lnTo>
                  <a:lnTo>
                    <a:pt x="0" y="268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75" name="Google Shape;2375;p22"/>
            <p:cNvSpPr/>
            <p:nvPr/>
          </p:nvSpPr>
          <p:spPr>
            <a:xfrm rot="5400000">
              <a:off x="185130" y="2409932"/>
              <a:ext cx="82937" cy="453231"/>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76" name="Google Shape;2376;p22"/>
            <p:cNvSpPr/>
            <p:nvPr/>
          </p:nvSpPr>
          <p:spPr>
            <a:xfrm rot="5400000">
              <a:off x="150752" y="3267071"/>
              <a:ext cx="82606" cy="384143"/>
            </a:xfrm>
            <a:custGeom>
              <a:avLst/>
              <a:gdLst/>
              <a:ahLst/>
              <a:cxnLst/>
              <a:rect l="l" t="t" r="r" b="b"/>
              <a:pathLst>
                <a:path w="250" h="3047" extrusionOk="0">
                  <a:moveTo>
                    <a:pt x="0" y="0"/>
                  </a:moveTo>
                  <a:lnTo>
                    <a:pt x="250" y="0"/>
                  </a:lnTo>
                  <a:lnTo>
                    <a:pt x="250" y="3047"/>
                  </a:lnTo>
                  <a:lnTo>
                    <a:pt x="0" y="304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77" name="Google Shape;2377;p22"/>
            <p:cNvSpPr/>
            <p:nvPr/>
          </p:nvSpPr>
          <p:spPr>
            <a:xfrm rot="5400000">
              <a:off x="90741" y="2778574"/>
              <a:ext cx="82606" cy="264122"/>
            </a:xfrm>
            <a:custGeom>
              <a:avLst/>
              <a:gdLst/>
              <a:ahLst/>
              <a:cxnLst/>
              <a:rect l="l" t="t" r="r" b="b"/>
              <a:pathLst>
                <a:path w="250" h="2095" extrusionOk="0">
                  <a:moveTo>
                    <a:pt x="0" y="0"/>
                  </a:moveTo>
                  <a:lnTo>
                    <a:pt x="250" y="0"/>
                  </a:lnTo>
                  <a:lnTo>
                    <a:pt x="250" y="2095"/>
                  </a:lnTo>
                  <a:lnTo>
                    <a:pt x="0" y="20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78" name="Google Shape;2378;p22"/>
            <p:cNvSpPr/>
            <p:nvPr/>
          </p:nvSpPr>
          <p:spPr>
            <a:xfrm rot="5400000">
              <a:off x="32370" y="1466670"/>
              <a:ext cx="82606"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79" name="Google Shape;2379;p22"/>
            <p:cNvSpPr/>
            <p:nvPr/>
          </p:nvSpPr>
          <p:spPr>
            <a:xfrm rot="5400000">
              <a:off x="32306" y="1877783"/>
              <a:ext cx="82606"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80" name="Google Shape;2380;p22"/>
            <p:cNvSpPr/>
            <p:nvPr/>
          </p:nvSpPr>
          <p:spPr>
            <a:xfrm rot="5400000">
              <a:off x="97321" y="2360945"/>
              <a:ext cx="82937" cy="277612"/>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81" name="Google Shape;2381;p22"/>
            <p:cNvSpPr/>
            <p:nvPr/>
          </p:nvSpPr>
          <p:spPr>
            <a:xfrm rot="5400000">
              <a:off x="19447" y="3124122"/>
              <a:ext cx="82606" cy="121534"/>
            </a:xfrm>
            <a:custGeom>
              <a:avLst/>
              <a:gdLst/>
              <a:ahLst/>
              <a:cxnLst/>
              <a:rect l="l" t="t" r="r" b="b"/>
              <a:pathLst>
                <a:path w="250" h="964" extrusionOk="0">
                  <a:moveTo>
                    <a:pt x="0" y="0"/>
                  </a:moveTo>
                  <a:lnTo>
                    <a:pt x="250" y="0"/>
                  </a:lnTo>
                  <a:lnTo>
                    <a:pt x="250" y="964"/>
                  </a:lnTo>
                  <a:lnTo>
                    <a:pt x="0" y="96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82" name="Google Shape;2382;p22"/>
            <p:cNvSpPr/>
            <p:nvPr/>
          </p:nvSpPr>
          <p:spPr>
            <a:xfrm rot="5400000">
              <a:off x="-10936" y="3839808"/>
              <a:ext cx="82606" cy="60767"/>
            </a:xfrm>
            <a:custGeom>
              <a:avLst/>
              <a:gdLst/>
              <a:ahLst/>
              <a:cxnLst/>
              <a:rect l="l" t="t" r="r" b="b"/>
              <a:pathLst>
                <a:path w="250" h="482" extrusionOk="0">
                  <a:moveTo>
                    <a:pt x="0" y="0"/>
                  </a:moveTo>
                  <a:lnTo>
                    <a:pt x="250" y="0"/>
                  </a:lnTo>
                  <a:lnTo>
                    <a:pt x="250" y="482"/>
                  </a:lnTo>
                  <a:lnTo>
                    <a:pt x="0" y="48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83" name="Google Shape;2383;p22"/>
            <p:cNvSpPr/>
            <p:nvPr/>
          </p:nvSpPr>
          <p:spPr>
            <a:xfrm rot="5400000">
              <a:off x="36404" y="3655341"/>
              <a:ext cx="82606" cy="155447"/>
            </a:xfrm>
            <a:custGeom>
              <a:avLst/>
              <a:gdLst/>
              <a:ahLst/>
              <a:cxnLst/>
              <a:rect l="l" t="t" r="r" b="b"/>
              <a:pathLst>
                <a:path w="250" h="1233" extrusionOk="0">
                  <a:moveTo>
                    <a:pt x="0" y="0"/>
                  </a:moveTo>
                  <a:lnTo>
                    <a:pt x="250" y="0"/>
                  </a:lnTo>
                  <a:lnTo>
                    <a:pt x="250" y="1233"/>
                  </a:lnTo>
                  <a:lnTo>
                    <a:pt x="0" y="123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84" name="Google Shape;2384;p22"/>
            <p:cNvSpPr/>
            <p:nvPr/>
          </p:nvSpPr>
          <p:spPr>
            <a:xfrm rot="5400000">
              <a:off x="23001" y="4354047"/>
              <a:ext cx="82937" cy="128972"/>
            </a:xfrm>
            <a:custGeom>
              <a:avLst/>
              <a:gdLst/>
              <a:ahLst/>
              <a:cxnLst/>
              <a:rect l="l" t="t" r="r" b="b"/>
              <a:pathLst>
                <a:path w="251" h="1023" extrusionOk="0">
                  <a:moveTo>
                    <a:pt x="0" y="0"/>
                  </a:moveTo>
                  <a:lnTo>
                    <a:pt x="251" y="0"/>
                  </a:lnTo>
                  <a:lnTo>
                    <a:pt x="251" y="1023"/>
                  </a:lnTo>
                  <a:lnTo>
                    <a:pt x="0" y="10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85" name="Google Shape;2385;p22"/>
            <p:cNvSpPr/>
            <p:nvPr/>
          </p:nvSpPr>
          <p:spPr>
            <a:xfrm rot="5400000">
              <a:off x="2995" y="4237257"/>
              <a:ext cx="82606" cy="88629"/>
            </a:xfrm>
            <a:custGeom>
              <a:avLst/>
              <a:gdLst/>
              <a:ahLst/>
              <a:cxnLst/>
              <a:rect l="l" t="t" r="r" b="b"/>
              <a:pathLst>
                <a:path w="250" h="703" extrusionOk="0">
                  <a:moveTo>
                    <a:pt x="0" y="0"/>
                  </a:moveTo>
                  <a:lnTo>
                    <a:pt x="250" y="0"/>
                  </a:lnTo>
                  <a:lnTo>
                    <a:pt x="250" y="703"/>
                  </a:lnTo>
                  <a:lnTo>
                    <a:pt x="0" y="70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86" name="Google Shape;2386;p22"/>
            <p:cNvSpPr/>
            <p:nvPr/>
          </p:nvSpPr>
          <p:spPr>
            <a:xfrm rot="5400000">
              <a:off x="12324" y="4501851"/>
              <a:ext cx="82606" cy="107288"/>
            </a:xfrm>
            <a:custGeom>
              <a:avLst/>
              <a:gdLst/>
              <a:ahLst/>
              <a:cxnLst/>
              <a:rect l="l" t="t" r="r" b="b"/>
              <a:pathLst>
                <a:path w="250" h="851" extrusionOk="0">
                  <a:moveTo>
                    <a:pt x="0" y="0"/>
                  </a:moveTo>
                  <a:lnTo>
                    <a:pt x="250" y="0"/>
                  </a:lnTo>
                  <a:lnTo>
                    <a:pt x="250" y="851"/>
                  </a:lnTo>
                  <a:lnTo>
                    <a:pt x="0" y="85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87" name="Google Shape;2387;p22"/>
            <p:cNvSpPr/>
            <p:nvPr/>
          </p:nvSpPr>
          <p:spPr>
            <a:xfrm rot="5400000">
              <a:off x="67418" y="4035708"/>
              <a:ext cx="82606" cy="217475"/>
            </a:xfrm>
            <a:custGeom>
              <a:avLst/>
              <a:gdLst/>
              <a:ahLst/>
              <a:cxnLst/>
              <a:rect l="l" t="t" r="r" b="b"/>
              <a:pathLst>
                <a:path w="250" h="1725" extrusionOk="0">
                  <a:moveTo>
                    <a:pt x="0" y="0"/>
                  </a:moveTo>
                  <a:lnTo>
                    <a:pt x="250" y="0"/>
                  </a:lnTo>
                  <a:lnTo>
                    <a:pt x="250" y="1725"/>
                  </a:lnTo>
                  <a:lnTo>
                    <a:pt x="0" y="172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88" name="Google Shape;2388;p22"/>
            <p:cNvSpPr/>
            <p:nvPr/>
          </p:nvSpPr>
          <p:spPr>
            <a:xfrm rot="5400000">
              <a:off x="46427" y="3234269"/>
              <a:ext cx="82606" cy="175493"/>
            </a:xfrm>
            <a:custGeom>
              <a:avLst/>
              <a:gdLst/>
              <a:ahLst/>
              <a:cxnLst/>
              <a:rect l="l" t="t" r="r" b="b"/>
              <a:pathLst>
                <a:path w="250" h="1392" extrusionOk="0">
                  <a:moveTo>
                    <a:pt x="0" y="0"/>
                  </a:moveTo>
                  <a:lnTo>
                    <a:pt x="250" y="0"/>
                  </a:lnTo>
                  <a:lnTo>
                    <a:pt x="250" y="1392"/>
                  </a:lnTo>
                  <a:lnTo>
                    <a:pt x="0" y="139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89" name="Google Shape;2389;p22"/>
            <p:cNvSpPr/>
            <p:nvPr/>
          </p:nvSpPr>
          <p:spPr>
            <a:xfrm rot="5400000">
              <a:off x="32370" y="2151973"/>
              <a:ext cx="82606"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90" name="Google Shape;2390;p22"/>
            <p:cNvSpPr/>
            <p:nvPr/>
          </p:nvSpPr>
          <p:spPr>
            <a:xfrm rot="5400000">
              <a:off x="32306" y="1192479"/>
              <a:ext cx="82606"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91" name="Google Shape;2391;p22"/>
            <p:cNvSpPr/>
            <p:nvPr/>
          </p:nvSpPr>
          <p:spPr>
            <a:xfrm rot="5400000">
              <a:off x="6777" y="943756"/>
              <a:ext cx="82606" cy="96193"/>
            </a:xfrm>
            <a:custGeom>
              <a:avLst/>
              <a:gdLst/>
              <a:ahLst/>
              <a:cxnLst/>
              <a:rect l="l" t="t" r="r" b="b"/>
              <a:pathLst>
                <a:path w="250" h="763" extrusionOk="0">
                  <a:moveTo>
                    <a:pt x="0" y="0"/>
                  </a:moveTo>
                  <a:lnTo>
                    <a:pt x="250" y="0"/>
                  </a:lnTo>
                  <a:lnTo>
                    <a:pt x="250" y="763"/>
                  </a:lnTo>
                  <a:lnTo>
                    <a:pt x="0" y="76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92" name="Google Shape;2392;p22"/>
            <p:cNvSpPr/>
            <p:nvPr/>
          </p:nvSpPr>
          <p:spPr>
            <a:xfrm rot="5400000">
              <a:off x="6549" y="669730"/>
              <a:ext cx="82937" cy="96067"/>
            </a:xfrm>
            <a:custGeom>
              <a:avLst/>
              <a:gdLst/>
              <a:ahLst/>
              <a:cxnLst/>
              <a:rect l="l" t="t" r="r" b="b"/>
              <a:pathLst>
                <a:path w="251" h="762" extrusionOk="0">
                  <a:moveTo>
                    <a:pt x="0" y="0"/>
                  </a:moveTo>
                  <a:lnTo>
                    <a:pt x="251" y="0"/>
                  </a:lnTo>
                  <a:lnTo>
                    <a:pt x="251" y="762"/>
                  </a:lnTo>
                  <a:lnTo>
                    <a:pt x="0" y="76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93" name="Google Shape;2393;p22"/>
            <p:cNvSpPr/>
            <p:nvPr/>
          </p:nvSpPr>
          <p:spPr>
            <a:xfrm rot="5400000">
              <a:off x="38988" y="774417"/>
              <a:ext cx="82606" cy="160616"/>
            </a:xfrm>
            <a:custGeom>
              <a:avLst/>
              <a:gdLst/>
              <a:ahLst/>
              <a:cxnLst/>
              <a:rect l="l" t="t" r="r" b="b"/>
              <a:pathLst>
                <a:path w="250" h="1274" extrusionOk="0">
                  <a:moveTo>
                    <a:pt x="0" y="0"/>
                  </a:moveTo>
                  <a:lnTo>
                    <a:pt x="250" y="0"/>
                  </a:lnTo>
                  <a:lnTo>
                    <a:pt x="250" y="1274"/>
                  </a:lnTo>
                  <a:lnTo>
                    <a:pt x="0" y="127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94" name="Google Shape;2394;p22"/>
            <p:cNvSpPr/>
            <p:nvPr/>
          </p:nvSpPr>
          <p:spPr>
            <a:xfrm rot="5400000">
              <a:off x="-10747" y="1372660"/>
              <a:ext cx="82606"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95" name="Google Shape;2395;p22"/>
            <p:cNvSpPr/>
            <p:nvPr/>
          </p:nvSpPr>
          <p:spPr>
            <a:xfrm rot="5400000">
              <a:off x="-10912" y="1783875"/>
              <a:ext cx="82937" cy="61145"/>
            </a:xfrm>
            <a:custGeom>
              <a:avLst/>
              <a:gdLst/>
              <a:ahLst/>
              <a:cxnLst/>
              <a:rect l="l" t="t" r="r" b="b"/>
              <a:pathLst>
                <a:path w="251" h="485" extrusionOk="0">
                  <a:moveTo>
                    <a:pt x="0" y="0"/>
                  </a:moveTo>
                  <a:lnTo>
                    <a:pt x="251" y="0"/>
                  </a:lnTo>
                  <a:lnTo>
                    <a:pt x="251"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96" name="Google Shape;2396;p22"/>
            <p:cNvSpPr/>
            <p:nvPr/>
          </p:nvSpPr>
          <p:spPr>
            <a:xfrm rot="5400000">
              <a:off x="-10747" y="2332216"/>
              <a:ext cx="82606"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97" name="Google Shape;2397;p22"/>
            <p:cNvSpPr/>
            <p:nvPr/>
          </p:nvSpPr>
          <p:spPr>
            <a:xfrm rot="5400000">
              <a:off x="73532" y="2932910"/>
              <a:ext cx="82606" cy="229704"/>
            </a:xfrm>
            <a:custGeom>
              <a:avLst/>
              <a:gdLst/>
              <a:ahLst/>
              <a:cxnLst/>
              <a:rect l="l" t="t" r="r" b="b"/>
              <a:pathLst>
                <a:path w="250" h="1822" extrusionOk="0">
                  <a:moveTo>
                    <a:pt x="0" y="0"/>
                  </a:moveTo>
                  <a:lnTo>
                    <a:pt x="250" y="0"/>
                  </a:lnTo>
                  <a:lnTo>
                    <a:pt x="250" y="1822"/>
                  </a:lnTo>
                  <a:lnTo>
                    <a:pt x="0" y="182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98" name="Google Shape;2398;p22"/>
            <p:cNvSpPr/>
            <p:nvPr/>
          </p:nvSpPr>
          <p:spPr>
            <a:xfrm rot="5400000">
              <a:off x="-22283" y="2754471"/>
              <a:ext cx="82606"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99" name="Google Shape;2399;p22"/>
            <p:cNvSpPr/>
            <p:nvPr/>
          </p:nvSpPr>
          <p:spPr>
            <a:xfrm rot="5400000">
              <a:off x="-22448" y="3577067"/>
              <a:ext cx="82937" cy="38074"/>
            </a:xfrm>
            <a:custGeom>
              <a:avLst/>
              <a:gdLst/>
              <a:ahLst/>
              <a:cxnLst/>
              <a:rect l="l" t="t" r="r" b="b"/>
              <a:pathLst>
                <a:path w="251" h="302" extrusionOk="0">
                  <a:moveTo>
                    <a:pt x="0" y="0"/>
                  </a:moveTo>
                  <a:lnTo>
                    <a:pt x="251" y="0"/>
                  </a:lnTo>
                  <a:lnTo>
                    <a:pt x="251"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00" name="Google Shape;2400;p22"/>
            <p:cNvSpPr/>
            <p:nvPr/>
          </p:nvSpPr>
          <p:spPr>
            <a:xfrm rot="5400000">
              <a:off x="-22283" y="3988282"/>
              <a:ext cx="82606"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01" name="Google Shape;2401;p22"/>
            <p:cNvSpPr/>
            <p:nvPr/>
          </p:nvSpPr>
          <p:spPr>
            <a:xfrm rot="5400000">
              <a:off x="-26065" y="1113724"/>
              <a:ext cx="82606" cy="30510"/>
            </a:xfrm>
            <a:custGeom>
              <a:avLst/>
              <a:gdLst/>
              <a:ahLst/>
              <a:cxnLst/>
              <a:rect l="l" t="t" r="r" b="b"/>
              <a:pathLst>
                <a:path w="250" h="242" extrusionOk="0">
                  <a:moveTo>
                    <a:pt x="0" y="0"/>
                  </a:moveTo>
                  <a:lnTo>
                    <a:pt x="250" y="0"/>
                  </a:lnTo>
                  <a:lnTo>
                    <a:pt x="250" y="242"/>
                  </a:lnTo>
                  <a:lnTo>
                    <a:pt x="0" y="242"/>
                  </a:lnTo>
                  <a:lnTo>
                    <a:pt x="0" y="0"/>
                  </a:lnTo>
                  <a:close/>
                </a:path>
              </a:pathLst>
            </a:custGeom>
            <a:solidFill>
              <a:schemeClr val="accent1"/>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02" name="Google Shape;2402;p22"/>
            <p:cNvSpPr/>
            <p:nvPr/>
          </p:nvSpPr>
          <p:spPr>
            <a:xfrm rot="5400000">
              <a:off x="78071" y="461412"/>
              <a:ext cx="82606" cy="238781"/>
            </a:xfrm>
            <a:custGeom>
              <a:avLst/>
              <a:gdLst/>
              <a:ahLst/>
              <a:cxnLst/>
              <a:rect l="l" t="t" r="r" b="b"/>
              <a:pathLst>
                <a:path w="250" h="1894" extrusionOk="0">
                  <a:moveTo>
                    <a:pt x="0" y="0"/>
                  </a:moveTo>
                  <a:lnTo>
                    <a:pt x="250" y="0"/>
                  </a:lnTo>
                  <a:lnTo>
                    <a:pt x="250" y="1894"/>
                  </a:lnTo>
                  <a:lnTo>
                    <a:pt x="0" y="189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403" name="Google Shape;2403;p22"/>
          <p:cNvGrpSpPr/>
          <p:nvPr/>
        </p:nvGrpSpPr>
        <p:grpSpPr>
          <a:xfrm flipH="1">
            <a:off x="8430796" y="543100"/>
            <a:ext cx="713204" cy="4057299"/>
            <a:chOff x="-17" y="539499"/>
            <a:chExt cx="453231" cy="4057299"/>
          </a:xfrm>
        </p:grpSpPr>
        <p:sp>
          <p:nvSpPr>
            <p:cNvPr id="2404" name="Google Shape;2404;p22"/>
            <p:cNvSpPr/>
            <p:nvPr/>
          </p:nvSpPr>
          <p:spPr>
            <a:xfrm rot="5400000">
              <a:off x="53069" y="1582766"/>
              <a:ext cx="82937" cy="189109"/>
            </a:xfrm>
            <a:custGeom>
              <a:avLst/>
              <a:gdLst/>
              <a:ahLst/>
              <a:cxnLst/>
              <a:rect l="l" t="t" r="r" b="b"/>
              <a:pathLst>
                <a:path w="251" h="1500" extrusionOk="0">
                  <a:moveTo>
                    <a:pt x="0" y="0"/>
                  </a:moveTo>
                  <a:lnTo>
                    <a:pt x="251" y="0"/>
                  </a:lnTo>
                  <a:lnTo>
                    <a:pt x="251" y="1500"/>
                  </a:lnTo>
                  <a:lnTo>
                    <a:pt x="0" y="150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05" name="Google Shape;2405;p22"/>
            <p:cNvSpPr/>
            <p:nvPr/>
          </p:nvSpPr>
          <p:spPr>
            <a:xfrm rot="5400000">
              <a:off x="127680" y="1919535"/>
              <a:ext cx="82606" cy="338000"/>
            </a:xfrm>
            <a:custGeom>
              <a:avLst/>
              <a:gdLst/>
              <a:ahLst/>
              <a:cxnLst/>
              <a:rect l="l" t="t" r="r" b="b"/>
              <a:pathLst>
                <a:path w="250" h="2681" extrusionOk="0">
                  <a:moveTo>
                    <a:pt x="0" y="0"/>
                  </a:moveTo>
                  <a:lnTo>
                    <a:pt x="250" y="0"/>
                  </a:lnTo>
                  <a:lnTo>
                    <a:pt x="250" y="2681"/>
                  </a:lnTo>
                  <a:lnTo>
                    <a:pt x="0" y="268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06" name="Google Shape;2406;p22"/>
            <p:cNvSpPr/>
            <p:nvPr/>
          </p:nvSpPr>
          <p:spPr>
            <a:xfrm rot="5400000">
              <a:off x="185130" y="2409932"/>
              <a:ext cx="82937" cy="453231"/>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07" name="Google Shape;2407;p22"/>
            <p:cNvSpPr/>
            <p:nvPr/>
          </p:nvSpPr>
          <p:spPr>
            <a:xfrm rot="5400000">
              <a:off x="150752" y="3267071"/>
              <a:ext cx="82606" cy="384143"/>
            </a:xfrm>
            <a:custGeom>
              <a:avLst/>
              <a:gdLst/>
              <a:ahLst/>
              <a:cxnLst/>
              <a:rect l="l" t="t" r="r" b="b"/>
              <a:pathLst>
                <a:path w="250" h="3047" extrusionOk="0">
                  <a:moveTo>
                    <a:pt x="0" y="0"/>
                  </a:moveTo>
                  <a:lnTo>
                    <a:pt x="250" y="0"/>
                  </a:lnTo>
                  <a:lnTo>
                    <a:pt x="250" y="3047"/>
                  </a:lnTo>
                  <a:lnTo>
                    <a:pt x="0" y="304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08" name="Google Shape;2408;p22"/>
            <p:cNvSpPr/>
            <p:nvPr/>
          </p:nvSpPr>
          <p:spPr>
            <a:xfrm rot="5400000">
              <a:off x="90741" y="2778574"/>
              <a:ext cx="82606" cy="264122"/>
            </a:xfrm>
            <a:custGeom>
              <a:avLst/>
              <a:gdLst/>
              <a:ahLst/>
              <a:cxnLst/>
              <a:rect l="l" t="t" r="r" b="b"/>
              <a:pathLst>
                <a:path w="250" h="2095" extrusionOk="0">
                  <a:moveTo>
                    <a:pt x="0" y="0"/>
                  </a:moveTo>
                  <a:lnTo>
                    <a:pt x="250" y="0"/>
                  </a:lnTo>
                  <a:lnTo>
                    <a:pt x="250" y="2095"/>
                  </a:lnTo>
                  <a:lnTo>
                    <a:pt x="0" y="209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09" name="Google Shape;2409;p22"/>
            <p:cNvSpPr/>
            <p:nvPr/>
          </p:nvSpPr>
          <p:spPr>
            <a:xfrm rot="5400000">
              <a:off x="32370" y="1466670"/>
              <a:ext cx="82606"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10" name="Google Shape;2410;p22"/>
            <p:cNvSpPr/>
            <p:nvPr/>
          </p:nvSpPr>
          <p:spPr>
            <a:xfrm rot="5400000">
              <a:off x="32306" y="1877783"/>
              <a:ext cx="82606"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11" name="Google Shape;2411;p22"/>
            <p:cNvSpPr/>
            <p:nvPr/>
          </p:nvSpPr>
          <p:spPr>
            <a:xfrm rot="5400000">
              <a:off x="97321" y="2360945"/>
              <a:ext cx="82937" cy="277612"/>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12" name="Google Shape;2412;p22"/>
            <p:cNvSpPr/>
            <p:nvPr/>
          </p:nvSpPr>
          <p:spPr>
            <a:xfrm rot="5400000">
              <a:off x="19447" y="3124122"/>
              <a:ext cx="82606" cy="121534"/>
            </a:xfrm>
            <a:custGeom>
              <a:avLst/>
              <a:gdLst/>
              <a:ahLst/>
              <a:cxnLst/>
              <a:rect l="l" t="t" r="r" b="b"/>
              <a:pathLst>
                <a:path w="250" h="964" extrusionOk="0">
                  <a:moveTo>
                    <a:pt x="0" y="0"/>
                  </a:moveTo>
                  <a:lnTo>
                    <a:pt x="250" y="0"/>
                  </a:lnTo>
                  <a:lnTo>
                    <a:pt x="250" y="964"/>
                  </a:lnTo>
                  <a:lnTo>
                    <a:pt x="0" y="96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13" name="Google Shape;2413;p22"/>
            <p:cNvSpPr/>
            <p:nvPr/>
          </p:nvSpPr>
          <p:spPr>
            <a:xfrm rot="5400000">
              <a:off x="-10936" y="3839808"/>
              <a:ext cx="82606" cy="60767"/>
            </a:xfrm>
            <a:custGeom>
              <a:avLst/>
              <a:gdLst/>
              <a:ahLst/>
              <a:cxnLst/>
              <a:rect l="l" t="t" r="r" b="b"/>
              <a:pathLst>
                <a:path w="250" h="482" extrusionOk="0">
                  <a:moveTo>
                    <a:pt x="0" y="0"/>
                  </a:moveTo>
                  <a:lnTo>
                    <a:pt x="250" y="0"/>
                  </a:lnTo>
                  <a:lnTo>
                    <a:pt x="250" y="482"/>
                  </a:lnTo>
                  <a:lnTo>
                    <a:pt x="0" y="48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14" name="Google Shape;2414;p22"/>
            <p:cNvSpPr/>
            <p:nvPr/>
          </p:nvSpPr>
          <p:spPr>
            <a:xfrm rot="5400000">
              <a:off x="36404" y="3655341"/>
              <a:ext cx="82606" cy="155447"/>
            </a:xfrm>
            <a:custGeom>
              <a:avLst/>
              <a:gdLst/>
              <a:ahLst/>
              <a:cxnLst/>
              <a:rect l="l" t="t" r="r" b="b"/>
              <a:pathLst>
                <a:path w="250" h="1233" extrusionOk="0">
                  <a:moveTo>
                    <a:pt x="0" y="0"/>
                  </a:moveTo>
                  <a:lnTo>
                    <a:pt x="250" y="0"/>
                  </a:lnTo>
                  <a:lnTo>
                    <a:pt x="250" y="1233"/>
                  </a:lnTo>
                  <a:lnTo>
                    <a:pt x="0" y="123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15" name="Google Shape;2415;p22"/>
            <p:cNvSpPr/>
            <p:nvPr/>
          </p:nvSpPr>
          <p:spPr>
            <a:xfrm rot="5400000">
              <a:off x="23001" y="4354047"/>
              <a:ext cx="82937" cy="128972"/>
            </a:xfrm>
            <a:custGeom>
              <a:avLst/>
              <a:gdLst/>
              <a:ahLst/>
              <a:cxnLst/>
              <a:rect l="l" t="t" r="r" b="b"/>
              <a:pathLst>
                <a:path w="251" h="1023" extrusionOk="0">
                  <a:moveTo>
                    <a:pt x="0" y="0"/>
                  </a:moveTo>
                  <a:lnTo>
                    <a:pt x="251" y="0"/>
                  </a:lnTo>
                  <a:lnTo>
                    <a:pt x="251" y="1023"/>
                  </a:lnTo>
                  <a:lnTo>
                    <a:pt x="0" y="102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16" name="Google Shape;2416;p22"/>
            <p:cNvSpPr/>
            <p:nvPr/>
          </p:nvSpPr>
          <p:spPr>
            <a:xfrm rot="5400000">
              <a:off x="2995" y="4237257"/>
              <a:ext cx="82606" cy="88629"/>
            </a:xfrm>
            <a:custGeom>
              <a:avLst/>
              <a:gdLst/>
              <a:ahLst/>
              <a:cxnLst/>
              <a:rect l="l" t="t" r="r" b="b"/>
              <a:pathLst>
                <a:path w="250" h="703" extrusionOk="0">
                  <a:moveTo>
                    <a:pt x="0" y="0"/>
                  </a:moveTo>
                  <a:lnTo>
                    <a:pt x="250" y="0"/>
                  </a:lnTo>
                  <a:lnTo>
                    <a:pt x="250" y="703"/>
                  </a:lnTo>
                  <a:lnTo>
                    <a:pt x="0" y="70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17" name="Google Shape;2417;p22"/>
            <p:cNvSpPr/>
            <p:nvPr/>
          </p:nvSpPr>
          <p:spPr>
            <a:xfrm rot="5400000">
              <a:off x="12324" y="4501851"/>
              <a:ext cx="82606" cy="107288"/>
            </a:xfrm>
            <a:custGeom>
              <a:avLst/>
              <a:gdLst/>
              <a:ahLst/>
              <a:cxnLst/>
              <a:rect l="l" t="t" r="r" b="b"/>
              <a:pathLst>
                <a:path w="250" h="851" extrusionOk="0">
                  <a:moveTo>
                    <a:pt x="0" y="0"/>
                  </a:moveTo>
                  <a:lnTo>
                    <a:pt x="250" y="0"/>
                  </a:lnTo>
                  <a:lnTo>
                    <a:pt x="250" y="851"/>
                  </a:lnTo>
                  <a:lnTo>
                    <a:pt x="0" y="85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18" name="Google Shape;2418;p22"/>
            <p:cNvSpPr/>
            <p:nvPr/>
          </p:nvSpPr>
          <p:spPr>
            <a:xfrm rot="5400000">
              <a:off x="67418" y="4035708"/>
              <a:ext cx="82606" cy="217475"/>
            </a:xfrm>
            <a:custGeom>
              <a:avLst/>
              <a:gdLst/>
              <a:ahLst/>
              <a:cxnLst/>
              <a:rect l="l" t="t" r="r" b="b"/>
              <a:pathLst>
                <a:path w="250" h="1725" extrusionOk="0">
                  <a:moveTo>
                    <a:pt x="0" y="0"/>
                  </a:moveTo>
                  <a:lnTo>
                    <a:pt x="250" y="0"/>
                  </a:lnTo>
                  <a:lnTo>
                    <a:pt x="250" y="1725"/>
                  </a:lnTo>
                  <a:lnTo>
                    <a:pt x="0" y="172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19" name="Google Shape;2419;p22"/>
            <p:cNvSpPr/>
            <p:nvPr/>
          </p:nvSpPr>
          <p:spPr>
            <a:xfrm rot="5400000">
              <a:off x="46427" y="3234269"/>
              <a:ext cx="82606" cy="175493"/>
            </a:xfrm>
            <a:custGeom>
              <a:avLst/>
              <a:gdLst/>
              <a:ahLst/>
              <a:cxnLst/>
              <a:rect l="l" t="t" r="r" b="b"/>
              <a:pathLst>
                <a:path w="250" h="1392" extrusionOk="0">
                  <a:moveTo>
                    <a:pt x="0" y="0"/>
                  </a:moveTo>
                  <a:lnTo>
                    <a:pt x="250" y="0"/>
                  </a:lnTo>
                  <a:lnTo>
                    <a:pt x="250" y="1392"/>
                  </a:lnTo>
                  <a:lnTo>
                    <a:pt x="0" y="139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20" name="Google Shape;2420;p22"/>
            <p:cNvSpPr/>
            <p:nvPr/>
          </p:nvSpPr>
          <p:spPr>
            <a:xfrm rot="5400000">
              <a:off x="32370" y="2151973"/>
              <a:ext cx="82606"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21" name="Google Shape;2421;p22"/>
            <p:cNvSpPr/>
            <p:nvPr/>
          </p:nvSpPr>
          <p:spPr>
            <a:xfrm rot="5400000">
              <a:off x="32306" y="1192479"/>
              <a:ext cx="82606"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22" name="Google Shape;2422;p22"/>
            <p:cNvSpPr/>
            <p:nvPr/>
          </p:nvSpPr>
          <p:spPr>
            <a:xfrm rot="5400000">
              <a:off x="6777" y="943756"/>
              <a:ext cx="82606" cy="96193"/>
            </a:xfrm>
            <a:custGeom>
              <a:avLst/>
              <a:gdLst/>
              <a:ahLst/>
              <a:cxnLst/>
              <a:rect l="l" t="t" r="r" b="b"/>
              <a:pathLst>
                <a:path w="250" h="763" extrusionOk="0">
                  <a:moveTo>
                    <a:pt x="0" y="0"/>
                  </a:moveTo>
                  <a:lnTo>
                    <a:pt x="250" y="0"/>
                  </a:lnTo>
                  <a:lnTo>
                    <a:pt x="250" y="763"/>
                  </a:lnTo>
                  <a:lnTo>
                    <a:pt x="0" y="76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23" name="Google Shape;2423;p22"/>
            <p:cNvSpPr/>
            <p:nvPr/>
          </p:nvSpPr>
          <p:spPr>
            <a:xfrm rot="5400000">
              <a:off x="6549" y="669730"/>
              <a:ext cx="82937" cy="96067"/>
            </a:xfrm>
            <a:custGeom>
              <a:avLst/>
              <a:gdLst/>
              <a:ahLst/>
              <a:cxnLst/>
              <a:rect l="l" t="t" r="r" b="b"/>
              <a:pathLst>
                <a:path w="251" h="762" extrusionOk="0">
                  <a:moveTo>
                    <a:pt x="0" y="0"/>
                  </a:moveTo>
                  <a:lnTo>
                    <a:pt x="251" y="0"/>
                  </a:lnTo>
                  <a:lnTo>
                    <a:pt x="251" y="762"/>
                  </a:lnTo>
                  <a:lnTo>
                    <a:pt x="0" y="76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24" name="Google Shape;2424;p22"/>
            <p:cNvSpPr/>
            <p:nvPr/>
          </p:nvSpPr>
          <p:spPr>
            <a:xfrm rot="5400000">
              <a:off x="38988" y="774417"/>
              <a:ext cx="82606" cy="160616"/>
            </a:xfrm>
            <a:custGeom>
              <a:avLst/>
              <a:gdLst/>
              <a:ahLst/>
              <a:cxnLst/>
              <a:rect l="l" t="t" r="r" b="b"/>
              <a:pathLst>
                <a:path w="250" h="1274" extrusionOk="0">
                  <a:moveTo>
                    <a:pt x="0" y="0"/>
                  </a:moveTo>
                  <a:lnTo>
                    <a:pt x="250" y="0"/>
                  </a:lnTo>
                  <a:lnTo>
                    <a:pt x="250" y="1274"/>
                  </a:lnTo>
                  <a:lnTo>
                    <a:pt x="0" y="127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25" name="Google Shape;2425;p22"/>
            <p:cNvSpPr/>
            <p:nvPr/>
          </p:nvSpPr>
          <p:spPr>
            <a:xfrm rot="5400000">
              <a:off x="-10747" y="1372660"/>
              <a:ext cx="82606"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26" name="Google Shape;2426;p22"/>
            <p:cNvSpPr/>
            <p:nvPr/>
          </p:nvSpPr>
          <p:spPr>
            <a:xfrm rot="5400000">
              <a:off x="-10912" y="1783875"/>
              <a:ext cx="82937" cy="61145"/>
            </a:xfrm>
            <a:custGeom>
              <a:avLst/>
              <a:gdLst/>
              <a:ahLst/>
              <a:cxnLst/>
              <a:rect l="l" t="t" r="r" b="b"/>
              <a:pathLst>
                <a:path w="251" h="485" extrusionOk="0">
                  <a:moveTo>
                    <a:pt x="0" y="0"/>
                  </a:moveTo>
                  <a:lnTo>
                    <a:pt x="251" y="0"/>
                  </a:lnTo>
                  <a:lnTo>
                    <a:pt x="251" y="485"/>
                  </a:lnTo>
                  <a:lnTo>
                    <a:pt x="0" y="48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27" name="Google Shape;2427;p22"/>
            <p:cNvSpPr/>
            <p:nvPr/>
          </p:nvSpPr>
          <p:spPr>
            <a:xfrm rot="5400000">
              <a:off x="-10747" y="2332216"/>
              <a:ext cx="82606"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28" name="Google Shape;2428;p22"/>
            <p:cNvSpPr/>
            <p:nvPr/>
          </p:nvSpPr>
          <p:spPr>
            <a:xfrm rot="5400000">
              <a:off x="73532" y="2932910"/>
              <a:ext cx="82606" cy="229704"/>
            </a:xfrm>
            <a:custGeom>
              <a:avLst/>
              <a:gdLst/>
              <a:ahLst/>
              <a:cxnLst/>
              <a:rect l="l" t="t" r="r" b="b"/>
              <a:pathLst>
                <a:path w="250" h="1822" extrusionOk="0">
                  <a:moveTo>
                    <a:pt x="0" y="0"/>
                  </a:moveTo>
                  <a:lnTo>
                    <a:pt x="250" y="0"/>
                  </a:lnTo>
                  <a:lnTo>
                    <a:pt x="250" y="1822"/>
                  </a:lnTo>
                  <a:lnTo>
                    <a:pt x="0" y="182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29" name="Google Shape;2429;p22"/>
            <p:cNvSpPr/>
            <p:nvPr/>
          </p:nvSpPr>
          <p:spPr>
            <a:xfrm rot="5400000">
              <a:off x="-22283" y="2754471"/>
              <a:ext cx="82606"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30" name="Google Shape;2430;p22"/>
            <p:cNvSpPr/>
            <p:nvPr/>
          </p:nvSpPr>
          <p:spPr>
            <a:xfrm rot="5400000">
              <a:off x="-22448" y="3577067"/>
              <a:ext cx="82937" cy="38074"/>
            </a:xfrm>
            <a:custGeom>
              <a:avLst/>
              <a:gdLst/>
              <a:ahLst/>
              <a:cxnLst/>
              <a:rect l="l" t="t" r="r" b="b"/>
              <a:pathLst>
                <a:path w="251" h="302" extrusionOk="0">
                  <a:moveTo>
                    <a:pt x="0" y="0"/>
                  </a:moveTo>
                  <a:lnTo>
                    <a:pt x="251" y="0"/>
                  </a:lnTo>
                  <a:lnTo>
                    <a:pt x="251" y="302"/>
                  </a:lnTo>
                  <a:lnTo>
                    <a:pt x="0" y="3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31" name="Google Shape;2431;p22"/>
            <p:cNvSpPr/>
            <p:nvPr/>
          </p:nvSpPr>
          <p:spPr>
            <a:xfrm rot="5400000">
              <a:off x="-22283" y="3988282"/>
              <a:ext cx="82606"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32" name="Google Shape;2432;p22"/>
            <p:cNvSpPr/>
            <p:nvPr/>
          </p:nvSpPr>
          <p:spPr>
            <a:xfrm rot="5400000">
              <a:off x="-26065" y="1113724"/>
              <a:ext cx="82606" cy="30510"/>
            </a:xfrm>
            <a:custGeom>
              <a:avLst/>
              <a:gdLst/>
              <a:ahLst/>
              <a:cxnLst/>
              <a:rect l="l" t="t" r="r" b="b"/>
              <a:pathLst>
                <a:path w="250" h="242" extrusionOk="0">
                  <a:moveTo>
                    <a:pt x="0" y="0"/>
                  </a:moveTo>
                  <a:lnTo>
                    <a:pt x="250" y="0"/>
                  </a:lnTo>
                  <a:lnTo>
                    <a:pt x="250" y="242"/>
                  </a:lnTo>
                  <a:lnTo>
                    <a:pt x="0" y="242"/>
                  </a:lnTo>
                  <a:lnTo>
                    <a:pt x="0" y="0"/>
                  </a:lnTo>
                  <a:close/>
                </a:path>
              </a:pathLst>
            </a:custGeom>
            <a:solidFill>
              <a:schemeClr val="lt2"/>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33" name="Google Shape;2433;p22"/>
            <p:cNvSpPr/>
            <p:nvPr/>
          </p:nvSpPr>
          <p:spPr>
            <a:xfrm rot="5400000">
              <a:off x="78071" y="461412"/>
              <a:ext cx="82606" cy="238781"/>
            </a:xfrm>
            <a:custGeom>
              <a:avLst/>
              <a:gdLst/>
              <a:ahLst/>
              <a:cxnLst/>
              <a:rect l="l" t="t" r="r" b="b"/>
              <a:pathLst>
                <a:path w="250" h="1894" extrusionOk="0">
                  <a:moveTo>
                    <a:pt x="0" y="0"/>
                  </a:moveTo>
                  <a:lnTo>
                    <a:pt x="250" y="0"/>
                  </a:lnTo>
                  <a:lnTo>
                    <a:pt x="250" y="1894"/>
                  </a:lnTo>
                  <a:lnTo>
                    <a:pt x="0" y="189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434" name="Google Shape;2434;p22"/>
          <p:cNvGrpSpPr/>
          <p:nvPr/>
        </p:nvGrpSpPr>
        <p:grpSpPr>
          <a:xfrm rot="10800000">
            <a:off x="8644526" y="543101"/>
            <a:ext cx="499460" cy="4057299"/>
            <a:chOff x="-17" y="539499"/>
            <a:chExt cx="453231" cy="4057299"/>
          </a:xfrm>
        </p:grpSpPr>
        <p:sp>
          <p:nvSpPr>
            <p:cNvPr id="2435" name="Google Shape;2435;p22"/>
            <p:cNvSpPr/>
            <p:nvPr/>
          </p:nvSpPr>
          <p:spPr>
            <a:xfrm rot="5400000">
              <a:off x="53069" y="1582766"/>
              <a:ext cx="82937" cy="189109"/>
            </a:xfrm>
            <a:custGeom>
              <a:avLst/>
              <a:gdLst/>
              <a:ahLst/>
              <a:cxnLst/>
              <a:rect l="l" t="t" r="r" b="b"/>
              <a:pathLst>
                <a:path w="251" h="1500" extrusionOk="0">
                  <a:moveTo>
                    <a:pt x="0" y="0"/>
                  </a:moveTo>
                  <a:lnTo>
                    <a:pt x="251" y="0"/>
                  </a:lnTo>
                  <a:lnTo>
                    <a:pt x="251" y="1500"/>
                  </a:lnTo>
                  <a:lnTo>
                    <a:pt x="0" y="150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36" name="Google Shape;2436;p22"/>
            <p:cNvSpPr/>
            <p:nvPr/>
          </p:nvSpPr>
          <p:spPr>
            <a:xfrm rot="5400000">
              <a:off x="127680" y="1919535"/>
              <a:ext cx="82606" cy="338000"/>
            </a:xfrm>
            <a:custGeom>
              <a:avLst/>
              <a:gdLst/>
              <a:ahLst/>
              <a:cxnLst/>
              <a:rect l="l" t="t" r="r" b="b"/>
              <a:pathLst>
                <a:path w="250" h="2681" extrusionOk="0">
                  <a:moveTo>
                    <a:pt x="0" y="0"/>
                  </a:moveTo>
                  <a:lnTo>
                    <a:pt x="250" y="0"/>
                  </a:lnTo>
                  <a:lnTo>
                    <a:pt x="250" y="2681"/>
                  </a:lnTo>
                  <a:lnTo>
                    <a:pt x="0" y="268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37" name="Google Shape;2437;p22"/>
            <p:cNvSpPr/>
            <p:nvPr/>
          </p:nvSpPr>
          <p:spPr>
            <a:xfrm rot="5400000">
              <a:off x="185130" y="2409932"/>
              <a:ext cx="82937" cy="453231"/>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38" name="Google Shape;2438;p22"/>
            <p:cNvSpPr/>
            <p:nvPr/>
          </p:nvSpPr>
          <p:spPr>
            <a:xfrm rot="5400000">
              <a:off x="150752" y="3267071"/>
              <a:ext cx="82606" cy="384143"/>
            </a:xfrm>
            <a:custGeom>
              <a:avLst/>
              <a:gdLst/>
              <a:ahLst/>
              <a:cxnLst/>
              <a:rect l="l" t="t" r="r" b="b"/>
              <a:pathLst>
                <a:path w="250" h="3047" extrusionOk="0">
                  <a:moveTo>
                    <a:pt x="0" y="0"/>
                  </a:moveTo>
                  <a:lnTo>
                    <a:pt x="250" y="0"/>
                  </a:lnTo>
                  <a:lnTo>
                    <a:pt x="250" y="3047"/>
                  </a:lnTo>
                  <a:lnTo>
                    <a:pt x="0" y="304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39" name="Google Shape;2439;p22"/>
            <p:cNvSpPr/>
            <p:nvPr/>
          </p:nvSpPr>
          <p:spPr>
            <a:xfrm rot="5400000">
              <a:off x="90741" y="2778574"/>
              <a:ext cx="82606" cy="264122"/>
            </a:xfrm>
            <a:custGeom>
              <a:avLst/>
              <a:gdLst/>
              <a:ahLst/>
              <a:cxnLst/>
              <a:rect l="l" t="t" r="r" b="b"/>
              <a:pathLst>
                <a:path w="250" h="2095" extrusionOk="0">
                  <a:moveTo>
                    <a:pt x="0" y="0"/>
                  </a:moveTo>
                  <a:lnTo>
                    <a:pt x="250" y="0"/>
                  </a:lnTo>
                  <a:lnTo>
                    <a:pt x="250" y="2095"/>
                  </a:lnTo>
                  <a:lnTo>
                    <a:pt x="0" y="20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40" name="Google Shape;2440;p22"/>
            <p:cNvSpPr/>
            <p:nvPr/>
          </p:nvSpPr>
          <p:spPr>
            <a:xfrm rot="5400000">
              <a:off x="32370" y="1466670"/>
              <a:ext cx="82606"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41" name="Google Shape;2441;p22"/>
            <p:cNvSpPr/>
            <p:nvPr/>
          </p:nvSpPr>
          <p:spPr>
            <a:xfrm rot="5400000">
              <a:off x="32306" y="1877783"/>
              <a:ext cx="82606"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42" name="Google Shape;2442;p22"/>
            <p:cNvSpPr/>
            <p:nvPr/>
          </p:nvSpPr>
          <p:spPr>
            <a:xfrm rot="5400000">
              <a:off x="97321" y="2360945"/>
              <a:ext cx="82937" cy="277612"/>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43" name="Google Shape;2443;p22"/>
            <p:cNvSpPr/>
            <p:nvPr/>
          </p:nvSpPr>
          <p:spPr>
            <a:xfrm rot="5400000">
              <a:off x="19447" y="3124122"/>
              <a:ext cx="82606" cy="121534"/>
            </a:xfrm>
            <a:custGeom>
              <a:avLst/>
              <a:gdLst/>
              <a:ahLst/>
              <a:cxnLst/>
              <a:rect l="l" t="t" r="r" b="b"/>
              <a:pathLst>
                <a:path w="250" h="964" extrusionOk="0">
                  <a:moveTo>
                    <a:pt x="0" y="0"/>
                  </a:moveTo>
                  <a:lnTo>
                    <a:pt x="250" y="0"/>
                  </a:lnTo>
                  <a:lnTo>
                    <a:pt x="250" y="964"/>
                  </a:lnTo>
                  <a:lnTo>
                    <a:pt x="0" y="96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44" name="Google Shape;2444;p22"/>
            <p:cNvSpPr/>
            <p:nvPr/>
          </p:nvSpPr>
          <p:spPr>
            <a:xfrm rot="5400000">
              <a:off x="-10936" y="3839808"/>
              <a:ext cx="82606" cy="60767"/>
            </a:xfrm>
            <a:custGeom>
              <a:avLst/>
              <a:gdLst/>
              <a:ahLst/>
              <a:cxnLst/>
              <a:rect l="l" t="t" r="r" b="b"/>
              <a:pathLst>
                <a:path w="250" h="482" extrusionOk="0">
                  <a:moveTo>
                    <a:pt x="0" y="0"/>
                  </a:moveTo>
                  <a:lnTo>
                    <a:pt x="250" y="0"/>
                  </a:lnTo>
                  <a:lnTo>
                    <a:pt x="250" y="482"/>
                  </a:lnTo>
                  <a:lnTo>
                    <a:pt x="0" y="48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45" name="Google Shape;2445;p22"/>
            <p:cNvSpPr/>
            <p:nvPr/>
          </p:nvSpPr>
          <p:spPr>
            <a:xfrm rot="5400000">
              <a:off x="36404" y="3655341"/>
              <a:ext cx="82606" cy="155447"/>
            </a:xfrm>
            <a:custGeom>
              <a:avLst/>
              <a:gdLst/>
              <a:ahLst/>
              <a:cxnLst/>
              <a:rect l="l" t="t" r="r" b="b"/>
              <a:pathLst>
                <a:path w="250" h="1233" extrusionOk="0">
                  <a:moveTo>
                    <a:pt x="0" y="0"/>
                  </a:moveTo>
                  <a:lnTo>
                    <a:pt x="250" y="0"/>
                  </a:lnTo>
                  <a:lnTo>
                    <a:pt x="250" y="1233"/>
                  </a:lnTo>
                  <a:lnTo>
                    <a:pt x="0" y="123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46" name="Google Shape;2446;p22"/>
            <p:cNvSpPr/>
            <p:nvPr/>
          </p:nvSpPr>
          <p:spPr>
            <a:xfrm rot="5400000">
              <a:off x="23001" y="4354047"/>
              <a:ext cx="82937" cy="128972"/>
            </a:xfrm>
            <a:custGeom>
              <a:avLst/>
              <a:gdLst/>
              <a:ahLst/>
              <a:cxnLst/>
              <a:rect l="l" t="t" r="r" b="b"/>
              <a:pathLst>
                <a:path w="251" h="1023" extrusionOk="0">
                  <a:moveTo>
                    <a:pt x="0" y="0"/>
                  </a:moveTo>
                  <a:lnTo>
                    <a:pt x="251" y="0"/>
                  </a:lnTo>
                  <a:lnTo>
                    <a:pt x="251" y="1023"/>
                  </a:lnTo>
                  <a:lnTo>
                    <a:pt x="0" y="10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47" name="Google Shape;2447;p22"/>
            <p:cNvSpPr/>
            <p:nvPr/>
          </p:nvSpPr>
          <p:spPr>
            <a:xfrm rot="5400000">
              <a:off x="2995" y="4237257"/>
              <a:ext cx="82606" cy="88629"/>
            </a:xfrm>
            <a:custGeom>
              <a:avLst/>
              <a:gdLst/>
              <a:ahLst/>
              <a:cxnLst/>
              <a:rect l="l" t="t" r="r" b="b"/>
              <a:pathLst>
                <a:path w="250" h="703" extrusionOk="0">
                  <a:moveTo>
                    <a:pt x="0" y="0"/>
                  </a:moveTo>
                  <a:lnTo>
                    <a:pt x="250" y="0"/>
                  </a:lnTo>
                  <a:lnTo>
                    <a:pt x="250" y="703"/>
                  </a:lnTo>
                  <a:lnTo>
                    <a:pt x="0" y="70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48" name="Google Shape;2448;p22"/>
            <p:cNvSpPr/>
            <p:nvPr/>
          </p:nvSpPr>
          <p:spPr>
            <a:xfrm rot="5400000">
              <a:off x="12324" y="4501851"/>
              <a:ext cx="82606" cy="107288"/>
            </a:xfrm>
            <a:custGeom>
              <a:avLst/>
              <a:gdLst/>
              <a:ahLst/>
              <a:cxnLst/>
              <a:rect l="l" t="t" r="r" b="b"/>
              <a:pathLst>
                <a:path w="250" h="851" extrusionOk="0">
                  <a:moveTo>
                    <a:pt x="0" y="0"/>
                  </a:moveTo>
                  <a:lnTo>
                    <a:pt x="250" y="0"/>
                  </a:lnTo>
                  <a:lnTo>
                    <a:pt x="250" y="851"/>
                  </a:lnTo>
                  <a:lnTo>
                    <a:pt x="0" y="85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49" name="Google Shape;2449;p22"/>
            <p:cNvSpPr/>
            <p:nvPr/>
          </p:nvSpPr>
          <p:spPr>
            <a:xfrm rot="5400000">
              <a:off x="67418" y="4035708"/>
              <a:ext cx="82606" cy="217475"/>
            </a:xfrm>
            <a:custGeom>
              <a:avLst/>
              <a:gdLst/>
              <a:ahLst/>
              <a:cxnLst/>
              <a:rect l="l" t="t" r="r" b="b"/>
              <a:pathLst>
                <a:path w="250" h="1725" extrusionOk="0">
                  <a:moveTo>
                    <a:pt x="0" y="0"/>
                  </a:moveTo>
                  <a:lnTo>
                    <a:pt x="250" y="0"/>
                  </a:lnTo>
                  <a:lnTo>
                    <a:pt x="250" y="1725"/>
                  </a:lnTo>
                  <a:lnTo>
                    <a:pt x="0" y="172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50" name="Google Shape;2450;p22"/>
            <p:cNvSpPr/>
            <p:nvPr/>
          </p:nvSpPr>
          <p:spPr>
            <a:xfrm rot="5400000">
              <a:off x="46427" y="3234269"/>
              <a:ext cx="82606" cy="175493"/>
            </a:xfrm>
            <a:custGeom>
              <a:avLst/>
              <a:gdLst/>
              <a:ahLst/>
              <a:cxnLst/>
              <a:rect l="l" t="t" r="r" b="b"/>
              <a:pathLst>
                <a:path w="250" h="1392" extrusionOk="0">
                  <a:moveTo>
                    <a:pt x="0" y="0"/>
                  </a:moveTo>
                  <a:lnTo>
                    <a:pt x="250" y="0"/>
                  </a:lnTo>
                  <a:lnTo>
                    <a:pt x="250" y="1392"/>
                  </a:lnTo>
                  <a:lnTo>
                    <a:pt x="0" y="139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51" name="Google Shape;2451;p22"/>
            <p:cNvSpPr/>
            <p:nvPr/>
          </p:nvSpPr>
          <p:spPr>
            <a:xfrm rot="5400000">
              <a:off x="32370" y="2151973"/>
              <a:ext cx="82606"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52" name="Google Shape;2452;p22"/>
            <p:cNvSpPr/>
            <p:nvPr/>
          </p:nvSpPr>
          <p:spPr>
            <a:xfrm rot="5400000">
              <a:off x="32306" y="1192479"/>
              <a:ext cx="82606"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53" name="Google Shape;2453;p22"/>
            <p:cNvSpPr/>
            <p:nvPr/>
          </p:nvSpPr>
          <p:spPr>
            <a:xfrm rot="5400000">
              <a:off x="6777" y="943756"/>
              <a:ext cx="82606" cy="96193"/>
            </a:xfrm>
            <a:custGeom>
              <a:avLst/>
              <a:gdLst/>
              <a:ahLst/>
              <a:cxnLst/>
              <a:rect l="l" t="t" r="r" b="b"/>
              <a:pathLst>
                <a:path w="250" h="763" extrusionOk="0">
                  <a:moveTo>
                    <a:pt x="0" y="0"/>
                  </a:moveTo>
                  <a:lnTo>
                    <a:pt x="250" y="0"/>
                  </a:lnTo>
                  <a:lnTo>
                    <a:pt x="250" y="763"/>
                  </a:lnTo>
                  <a:lnTo>
                    <a:pt x="0" y="76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54" name="Google Shape;2454;p22"/>
            <p:cNvSpPr/>
            <p:nvPr/>
          </p:nvSpPr>
          <p:spPr>
            <a:xfrm rot="5400000">
              <a:off x="6549" y="669730"/>
              <a:ext cx="82937" cy="96067"/>
            </a:xfrm>
            <a:custGeom>
              <a:avLst/>
              <a:gdLst/>
              <a:ahLst/>
              <a:cxnLst/>
              <a:rect l="l" t="t" r="r" b="b"/>
              <a:pathLst>
                <a:path w="251" h="762" extrusionOk="0">
                  <a:moveTo>
                    <a:pt x="0" y="0"/>
                  </a:moveTo>
                  <a:lnTo>
                    <a:pt x="251" y="0"/>
                  </a:lnTo>
                  <a:lnTo>
                    <a:pt x="251" y="762"/>
                  </a:lnTo>
                  <a:lnTo>
                    <a:pt x="0" y="76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55" name="Google Shape;2455;p22"/>
            <p:cNvSpPr/>
            <p:nvPr/>
          </p:nvSpPr>
          <p:spPr>
            <a:xfrm rot="5400000">
              <a:off x="38988" y="774417"/>
              <a:ext cx="82606" cy="160616"/>
            </a:xfrm>
            <a:custGeom>
              <a:avLst/>
              <a:gdLst/>
              <a:ahLst/>
              <a:cxnLst/>
              <a:rect l="l" t="t" r="r" b="b"/>
              <a:pathLst>
                <a:path w="250" h="1274" extrusionOk="0">
                  <a:moveTo>
                    <a:pt x="0" y="0"/>
                  </a:moveTo>
                  <a:lnTo>
                    <a:pt x="250" y="0"/>
                  </a:lnTo>
                  <a:lnTo>
                    <a:pt x="250" y="1274"/>
                  </a:lnTo>
                  <a:lnTo>
                    <a:pt x="0" y="127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56" name="Google Shape;2456;p22"/>
            <p:cNvSpPr/>
            <p:nvPr/>
          </p:nvSpPr>
          <p:spPr>
            <a:xfrm rot="5400000">
              <a:off x="-10747" y="1372660"/>
              <a:ext cx="82606"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57" name="Google Shape;2457;p22"/>
            <p:cNvSpPr/>
            <p:nvPr/>
          </p:nvSpPr>
          <p:spPr>
            <a:xfrm rot="5400000">
              <a:off x="-10912" y="1783875"/>
              <a:ext cx="82937" cy="61145"/>
            </a:xfrm>
            <a:custGeom>
              <a:avLst/>
              <a:gdLst/>
              <a:ahLst/>
              <a:cxnLst/>
              <a:rect l="l" t="t" r="r" b="b"/>
              <a:pathLst>
                <a:path w="251" h="485" extrusionOk="0">
                  <a:moveTo>
                    <a:pt x="0" y="0"/>
                  </a:moveTo>
                  <a:lnTo>
                    <a:pt x="251" y="0"/>
                  </a:lnTo>
                  <a:lnTo>
                    <a:pt x="251"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58" name="Google Shape;2458;p22"/>
            <p:cNvSpPr/>
            <p:nvPr/>
          </p:nvSpPr>
          <p:spPr>
            <a:xfrm rot="5400000">
              <a:off x="-10747" y="2332216"/>
              <a:ext cx="82606"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59" name="Google Shape;2459;p22"/>
            <p:cNvSpPr/>
            <p:nvPr/>
          </p:nvSpPr>
          <p:spPr>
            <a:xfrm rot="5400000">
              <a:off x="73532" y="2932910"/>
              <a:ext cx="82606" cy="229704"/>
            </a:xfrm>
            <a:custGeom>
              <a:avLst/>
              <a:gdLst/>
              <a:ahLst/>
              <a:cxnLst/>
              <a:rect l="l" t="t" r="r" b="b"/>
              <a:pathLst>
                <a:path w="250" h="1822" extrusionOk="0">
                  <a:moveTo>
                    <a:pt x="0" y="0"/>
                  </a:moveTo>
                  <a:lnTo>
                    <a:pt x="250" y="0"/>
                  </a:lnTo>
                  <a:lnTo>
                    <a:pt x="250" y="1822"/>
                  </a:lnTo>
                  <a:lnTo>
                    <a:pt x="0" y="182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60" name="Google Shape;2460;p22"/>
            <p:cNvSpPr/>
            <p:nvPr/>
          </p:nvSpPr>
          <p:spPr>
            <a:xfrm rot="5400000">
              <a:off x="-22283" y="2754471"/>
              <a:ext cx="82606"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61" name="Google Shape;2461;p22"/>
            <p:cNvSpPr/>
            <p:nvPr/>
          </p:nvSpPr>
          <p:spPr>
            <a:xfrm rot="5400000">
              <a:off x="-22448" y="3577067"/>
              <a:ext cx="82937" cy="38074"/>
            </a:xfrm>
            <a:custGeom>
              <a:avLst/>
              <a:gdLst/>
              <a:ahLst/>
              <a:cxnLst/>
              <a:rect l="l" t="t" r="r" b="b"/>
              <a:pathLst>
                <a:path w="251" h="302" extrusionOk="0">
                  <a:moveTo>
                    <a:pt x="0" y="0"/>
                  </a:moveTo>
                  <a:lnTo>
                    <a:pt x="251" y="0"/>
                  </a:lnTo>
                  <a:lnTo>
                    <a:pt x="251"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62" name="Google Shape;2462;p22"/>
            <p:cNvSpPr/>
            <p:nvPr/>
          </p:nvSpPr>
          <p:spPr>
            <a:xfrm rot="5400000">
              <a:off x="-22283" y="3988282"/>
              <a:ext cx="82606"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63" name="Google Shape;2463;p22"/>
            <p:cNvSpPr/>
            <p:nvPr/>
          </p:nvSpPr>
          <p:spPr>
            <a:xfrm rot="5400000">
              <a:off x="-26065" y="1113724"/>
              <a:ext cx="82606" cy="30510"/>
            </a:xfrm>
            <a:custGeom>
              <a:avLst/>
              <a:gdLst/>
              <a:ahLst/>
              <a:cxnLst/>
              <a:rect l="l" t="t" r="r" b="b"/>
              <a:pathLst>
                <a:path w="250" h="242" extrusionOk="0">
                  <a:moveTo>
                    <a:pt x="0" y="0"/>
                  </a:moveTo>
                  <a:lnTo>
                    <a:pt x="250" y="0"/>
                  </a:lnTo>
                  <a:lnTo>
                    <a:pt x="250" y="242"/>
                  </a:lnTo>
                  <a:lnTo>
                    <a:pt x="0" y="242"/>
                  </a:lnTo>
                  <a:lnTo>
                    <a:pt x="0" y="0"/>
                  </a:lnTo>
                  <a:close/>
                </a:path>
              </a:pathLst>
            </a:custGeom>
            <a:solidFill>
              <a:schemeClr val="accent1"/>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64" name="Google Shape;2464;p22"/>
            <p:cNvSpPr/>
            <p:nvPr/>
          </p:nvSpPr>
          <p:spPr>
            <a:xfrm rot="5400000">
              <a:off x="78071" y="461412"/>
              <a:ext cx="82606" cy="238781"/>
            </a:xfrm>
            <a:custGeom>
              <a:avLst/>
              <a:gdLst/>
              <a:ahLst/>
              <a:cxnLst/>
              <a:rect l="l" t="t" r="r" b="b"/>
              <a:pathLst>
                <a:path w="250" h="1894" extrusionOk="0">
                  <a:moveTo>
                    <a:pt x="0" y="0"/>
                  </a:moveTo>
                  <a:lnTo>
                    <a:pt x="250" y="0"/>
                  </a:lnTo>
                  <a:lnTo>
                    <a:pt x="250" y="1894"/>
                  </a:lnTo>
                  <a:lnTo>
                    <a:pt x="0" y="189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465"/>
        <p:cNvGrpSpPr/>
        <p:nvPr/>
      </p:nvGrpSpPr>
      <p:grpSpPr>
        <a:xfrm>
          <a:off x="0" y="0"/>
          <a:ext cx="0" cy="0"/>
          <a:chOff x="0" y="0"/>
          <a:chExt cx="0" cy="0"/>
        </a:xfrm>
      </p:grpSpPr>
      <p:grpSp>
        <p:nvGrpSpPr>
          <p:cNvPr id="2466" name="Google Shape;2466;p23"/>
          <p:cNvGrpSpPr/>
          <p:nvPr/>
        </p:nvGrpSpPr>
        <p:grpSpPr>
          <a:xfrm>
            <a:off x="0" y="0"/>
            <a:ext cx="9143995" cy="5143491"/>
            <a:chOff x="0" y="0"/>
            <a:chExt cx="9143995" cy="5143491"/>
          </a:xfrm>
        </p:grpSpPr>
        <p:sp>
          <p:nvSpPr>
            <p:cNvPr id="2467" name="Google Shape;2467;p23"/>
            <p:cNvSpPr/>
            <p:nvPr/>
          </p:nvSpPr>
          <p:spPr>
            <a:xfrm>
              <a:off x="0" y="19319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68" name="Google Shape;2468;p23"/>
            <p:cNvSpPr/>
            <p:nvPr/>
          </p:nvSpPr>
          <p:spPr>
            <a:xfrm>
              <a:off x="0" y="401120"/>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69" name="Google Shape;2469;p23"/>
            <p:cNvSpPr/>
            <p:nvPr/>
          </p:nvSpPr>
          <p:spPr>
            <a:xfrm>
              <a:off x="0" y="60904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70" name="Google Shape;2470;p23"/>
            <p:cNvSpPr/>
            <p:nvPr/>
          </p:nvSpPr>
          <p:spPr>
            <a:xfrm>
              <a:off x="0" y="81697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71" name="Google Shape;2471;p23"/>
            <p:cNvSpPr/>
            <p:nvPr/>
          </p:nvSpPr>
          <p:spPr>
            <a:xfrm>
              <a:off x="0" y="102408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72" name="Google Shape;2472;p23"/>
            <p:cNvSpPr/>
            <p:nvPr/>
          </p:nvSpPr>
          <p:spPr>
            <a:xfrm>
              <a:off x="0" y="123201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73" name="Google Shape;2473;p23"/>
            <p:cNvSpPr/>
            <p:nvPr/>
          </p:nvSpPr>
          <p:spPr>
            <a:xfrm>
              <a:off x="0" y="143994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74" name="Google Shape;2474;p23"/>
            <p:cNvSpPr/>
            <p:nvPr/>
          </p:nvSpPr>
          <p:spPr>
            <a:xfrm>
              <a:off x="0" y="164786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75" name="Google Shape;2475;p23"/>
            <p:cNvSpPr/>
            <p:nvPr/>
          </p:nvSpPr>
          <p:spPr>
            <a:xfrm>
              <a:off x="0" y="1854977"/>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76" name="Google Shape;2476;p23"/>
            <p:cNvSpPr/>
            <p:nvPr/>
          </p:nvSpPr>
          <p:spPr>
            <a:xfrm>
              <a:off x="0" y="206290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77" name="Google Shape;2477;p23"/>
            <p:cNvSpPr/>
            <p:nvPr/>
          </p:nvSpPr>
          <p:spPr>
            <a:xfrm>
              <a:off x="0" y="227083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78" name="Google Shape;2478;p23"/>
            <p:cNvSpPr/>
            <p:nvPr/>
          </p:nvSpPr>
          <p:spPr>
            <a:xfrm>
              <a:off x="0" y="247876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79" name="Google Shape;2479;p23"/>
            <p:cNvSpPr/>
            <p:nvPr/>
          </p:nvSpPr>
          <p:spPr>
            <a:xfrm>
              <a:off x="0" y="268668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80" name="Google Shape;2480;p23"/>
            <p:cNvSpPr/>
            <p:nvPr/>
          </p:nvSpPr>
          <p:spPr>
            <a:xfrm>
              <a:off x="0" y="289461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81" name="Google Shape;2481;p23"/>
            <p:cNvSpPr/>
            <p:nvPr/>
          </p:nvSpPr>
          <p:spPr>
            <a:xfrm>
              <a:off x="0" y="3102544"/>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82" name="Google Shape;2482;p23"/>
            <p:cNvSpPr/>
            <p:nvPr/>
          </p:nvSpPr>
          <p:spPr>
            <a:xfrm>
              <a:off x="0" y="330965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83" name="Google Shape;2483;p23"/>
            <p:cNvSpPr/>
            <p:nvPr/>
          </p:nvSpPr>
          <p:spPr>
            <a:xfrm>
              <a:off x="0" y="351758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84" name="Google Shape;2484;p23"/>
            <p:cNvSpPr/>
            <p:nvPr/>
          </p:nvSpPr>
          <p:spPr>
            <a:xfrm>
              <a:off x="0" y="372550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85" name="Google Shape;2485;p23"/>
            <p:cNvSpPr/>
            <p:nvPr/>
          </p:nvSpPr>
          <p:spPr>
            <a:xfrm>
              <a:off x="0" y="393343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86" name="Google Shape;2486;p23"/>
            <p:cNvSpPr/>
            <p:nvPr/>
          </p:nvSpPr>
          <p:spPr>
            <a:xfrm>
              <a:off x="0" y="414054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87" name="Google Shape;2487;p23"/>
            <p:cNvSpPr/>
            <p:nvPr/>
          </p:nvSpPr>
          <p:spPr>
            <a:xfrm>
              <a:off x="0" y="434847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88" name="Google Shape;2488;p23"/>
            <p:cNvSpPr/>
            <p:nvPr/>
          </p:nvSpPr>
          <p:spPr>
            <a:xfrm>
              <a:off x="0" y="455640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89" name="Google Shape;2489;p23"/>
            <p:cNvSpPr/>
            <p:nvPr/>
          </p:nvSpPr>
          <p:spPr>
            <a:xfrm>
              <a:off x="0" y="476432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90" name="Google Shape;2490;p23"/>
            <p:cNvSpPr/>
            <p:nvPr/>
          </p:nvSpPr>
          <p:spPr>
            <a:xfrm>
              <a:off x="0" y="497225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91" name="Google Shape;2491;p23"/>
            <p:cNvSpPr/>
            <p:nvPr/>
          </p:nvSpPr>
          <p:spPr>
            <a:xfrm>
              <a:off x="86768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92" name="Google Shape;2492;p23"/>
            <p:cNvSpPr/>
            <p:nvPr/>
          </p:nvSpPr>
          <p:spPr>
            <a:xfrm>
              <a:off x="847046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93" name="Google Shape;2493;p23"/>
            <p:cNvSpPr/>
            <p:nvPr/>
          </p:nvSpPr>
          <p:spPr>
            <a:xfrm>
              <a:off x="826327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94" name="Google Shape;2494;p23"/>
            <p:cNvSpPr/>
            <p:nvPr/>
          </p:nvSpPr>
          <p:spPr>
            <a:xfrm>
              <a:off x="805608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95" name="Google Shape;2495;p23"/>
            <p:cNvSpPr/>
            <p:nvPr/>
          </p:nvSpPr>
          <p:spPr>
            <a:xfrm>
              <a:off x="78488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96" name="Google Shape;2496;p23"/>
            <p:cNvSpPr/>
            <p:nvPr/>
          </p:nvSpPr>
          <p:spPr>
            <a:xfrm>
              <a:off x="764169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97" name="Google Shape;2497;p23"/>
            <p:cNvSpPr/>
            <p:nvPr/>
          </p:nvSpPr>
          <p:spPr>
            <a:xfrm>
              <a:off x="74345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98" name="Google Shape;2498;p23"/>
            <p:cNvSpPr/>
            <p:nvPr/>
          </p:nvSpPr>
          <p:spPr>
            <a:xfrm>
              <a:off x="722730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99" name="Google Shape;2499;p23"/>
            <p:cNvSpPr/>
            <p:nvPr/>
          </p:nvSpPr>
          <p:spPr>
            <a:xfrm>
              <a:off x="702093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00" name="Google Shape;2500;p23"/>
            <p:cNvSpPr/>
            <p:nvPr/>
          </p:nvSpPr>
          <p:spPr>
            <a:xfrm>
              <a:off x="68137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01" name="Google Shape;2501;p23"/>
            <p:cNvSpPr/>
            <p:nvPr/>
          </p:nvSpPr>
          <p:spPr>
            <a:xfrm>
              <a:off x="66065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02" name="Google Shape;2502;p23"/>
            <p:cNvSpPr/>
            <p:nvPr/>
          </p:nvSpPr>
          <p:spPr>
            <a:xfrm>
              <a:off x="639934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03" name="Google Shape;2503;p23"/>
            <p:cNvSpPr/>
            <p:nvPr/>
          </p:nvSpPr>
          <p:spPr>
            <a:xfrm>
              <a:off x="619297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04" name="Google Shape;2504;p23"/>
            <p:cNvSpPr/>
            <p:nvPr/>
          </p:nvSpPr>
          <p:spPr>
            <a:xfrm>
              <a:off x="598577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05" name="Google Shape;2505;p23"/>
            <p:cNvSpPr/>
            <p:nvPr/>
          </p:nvSpPr>
          <p:spPr>
            <a:xfrm>
              <a:off x="577858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06" name="Google Shape;2506;p23"/>
            <p:cNvSpPr/>
            <p:nvPr/>
          </p:nvSpPr>
          <p:spPr>
            <a:xfrm>
              <a:off x="55713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07" name="Google Shape;2507;p23"/>
            <p:cNvSpPr/>
            <p:nvPr/>
          </p:nvSpPr>
          <p:spPr>
            <a:xfrm>
              <a:off x="536501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08" name="Google Shape;2508;p23"/>
            <p:cNvSpPr/>
            <p:nvPr/>
          </p:nvSpPr>
          <p:spPr>
            <a:xfrm>
              <a:off x="515863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09" name="Google Shape;2509;p23"/>
            <p:cNvSpPr/>
            <p:nvPr/>
          </p:nvSpPr>
          <p:spPr>
            <a:xfrm>
              <a:off x="495144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10" name="Google Shape;2510;p23"/>
            <p:cNvSpPr/>
            <p:nvPr/>
          </p:nvSpPr>
          <p:spPr>
            <a:xfrm>
              <a:off x="47442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11" name="Google Shape;2511;p23"/>
            <p:cNvSpPr/>
            <p:nvPr/>
          </p:nvSpPr>
          <p:spPr>
            <a:xfrm>
              <a:off x="453705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12" name="Google Shape;2512;p23"/>
            <p:cNvSpPr/>
            <p:nvPr/>
          </p:nvSpPr>
          <p:spPr>
            <a:xfrm>
              <a:off x="432986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13" name="Google Shape;2513;p23"/>
            <p:cNvSpPr/>
            <p:nvPr/>
          </p:nvSpPr>
          <p:spPr>
            <a:xfrm>
              <a:off x="412266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14" name="Google Shape;2514;p23"/>
            <p:cNvSpPr/>
            <p:nvPr/>
          </p:nvSpPr>
          <p:spPr>
            <a:xfrm>
              <a:off x="39162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15" name="Google Shape;2515;p23"/>
            <p:cNvSpPr/>
            <p:nvPr/>
          </p:nvSpPr>
          <p:spPr>
            <a:xfrm>
              <a:off x="370909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16" name="Google Shape;2516;p23"/>
            <p:cNvSpPr/>
            <p:nvPr/>
          </p:nvSpPr>
          <p:spPr>
            <a:xfrm>
              <a:off x="35019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17" name="Google Shape;2517;p23"/>
            <p:cNvSpPr/>
            <p:nvPr/>
          </p:nvSpPr>
          <p:spPr>
            <a:xfrm>
              <a:off x="329470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18" name="Google Shape;2518;p23"/>
            <p:cNvSpPr/>
            <p:nvPr/>
          </p:nvSpPr>
          <p:spPr>
            <a:xfrm>
              <a:off x="308751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19" name="Google Shape;2519;p23"/>
            <p:cNvSpPr/>
            <p:nvPr/>
          </p:nvSpPr>
          <p:spPr>
            <a:xfrm>
              <a:off x="28811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20" name="Google Shape;2520;p23"/>
            <p:cNvSpPr/>
            <p:nvPr/>
          </p:nvSpPr>
          <p:spPr>
            <a:xfrm>
              <a:off x="26739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21" name="Google Shape;2521;p23"/>
            <p:cNvSpPr/>
            <p:nvPr/>
          </p:nvSpPr>
          <p:spPr>
            <a:xfrm>
              <a:off x="246674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22" name="Google Shape;2522;p23"/>
            <p:cNvSpPr/>
            <p:nvPr/>
          </p:nvSpPr>
          <p:spPr>
            <a:xfrm>
              <a:off x="225955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23" name="Google Shape;2523;p23"/>
            <p:cNvSpPr/>
            <p:nvPr/>
          </p:nvSpPr>
          <p:spPr>
            <a:xfrm>
              <a:off x="205236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24" name="Google Shape;2524;p23"/>
            <p:cNvSpPr/>
            <p:nvPr/>
          </p:nvSpPr>
          <p:spPr>
            <a:xfrm>
              <a:off x="184598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25" name="Google Shape;2525;p23"/>
            <p:cNvSpPr/>
            <p:nvPr/>
          </p:nvSpPr>
          <p:spPr>
            <a:xfrm>
              <a:off x="16387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26" name="Google Shape;2526;p23"/>
            <p:cNvSpPr/>
            <p:nvPr/>
          </p:nvSpPr>
          <p:spPr>
            <a:xfrm>
              <a:off x="143159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27" name="Google Shape;2527;p23"/>
            <p:cNvSpPr/>
            <p:nvPr/>
          </p:nvSpPr>
          <p:spPr>
            <a:xfrm>
              <a:off x="122440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28" name="Google Shape;2528;p23"/>
            <p:cNvSpPr/>
            <p:nvPr/>
          </p:nvSpPr>
          <p:spPr>
            <a:xfrm>
              <a:off x="101720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29" name="Google Shape;2529;p23"/>
            <p:cNvSpPr/>
            <p:nvPr/>
          </p:nvSpPr>
          <p:spPr>
            <a:xfrm>
              <a:off x="81001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30" name="Google Shape;2530;p23"/>
            <p:cNvSpPr/>
            <p:nvPr/>
          </p:nvSpPr>
          <p:spPr>
            <a:xfrm>
              <a:off x="60363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31" name="Google Shape;2531;p23"/>
            <p:cNvSpPr/>
            <p:nvPr/>
          </p:nvSpPr>
          <p:spPr>
            <a:xfrm>
              <a:off x="39644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32" name="Google Shape;2532;p23"/>
            <p:cNvSpPr/>
            <p:nvPr/>
          </p:nvSpPr>
          <p:spPr>
            <a:xfrm>
              <a:off x="18925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33" name="Google Shape;2533;p23"/>
            <p:cNvSpPr/>
            <p:nvPr/>
          </p:nvSpPr>
          <p:spPr>
            <a:xfrm>
              <a:off x="8716176" y="19320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34" name="Google Shape;2534;p23"/>
            <p:cNvSpPr/>
            <p:nvPr/>
          </p:nvSpPr>
          <p:spPr>
            <a:xfrm>
              <a:off x="8716176" y="40112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35" name="Google Shape;2535;p23"/>
            <p:cNvSpPr/>
            <p:nvPr/>
          </p:nvSpPr>
          <p:spPr>
            <a:xfrm>
              <a:off x="8716176" y="60905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36" name="Google Shape;2536;p23"/>
            <p:cNvSpPr/>
            <p:nvPr/>
          </p:nvSpPr>
          <p:spPr>
            <a:xfrm>
              <a:off x="8716176" y="81698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37" name="Google Shape;2537;p23"/>
            <p:cNvSpPr/>
            <p:nvPr/>
          </p:nvSpPr>
          <p:spPr>
            <a:xfrm>
              <a:off x="8716176" y="102409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38" name="Google Shape;2538;p23"/>
            <p:cNvSpPr/>
            <p:nvPr/>
          </p:nvSpPr>
          <p:spPr>
            <a:xfrm>
              <a:off x="8716176" y="123201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39" name="Google Shape;2539;p23"/>
            <p:cNvSpPr/>
            <p:nvPr/>
          </p:nvSpPr>
          <p:spPr>
            <a:xfrm>
              <a:off x="8716176" y="143994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40" name="Google Shape;2540;p23"/>
            <p:cNvSpPr/>
            <p:nvPr/>
          </p:nvSpPr>
          <p:spPr>
            <a:xfrm>
              <a:off x="8716176" y="164787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41" name="Google Shape;2541;p23"/>
            <p:cNvSpPr/>
            <p:nvPr/>
          </p:nvSpPr>
          <p:spPr>
            <a:xfrm>
              <a:off x="8716176" y="185498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42" name="Google Shape;2542;p23"/>
            <p:cNvSpPr/>
            <p:nvPr/>
          </p:nvSpPr>
          <p:spPr>
            <a:xfrm>
              <a:off x="8716176" y="206290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43" name="Google Shape;2543;p23"/>
            <p:cNvSpPr/>
            <p:nvPr/>
          </p:nvSpPr>
          <p:spPr>
            <a:xfrm>
              <a:off x="8716176" y="227083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44" name="Google Shape;2544;p23"/>
            <p:cNvSpPr/>
            <p:nvPr/>
          </p:nvSpPr>
          <p:spPr>
            <a:xfrm>
              <a:off x="8716176" y="247876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45" name="Google Shape;2545;p23"/>
            <p:cNvSpPr/>
            <p:nvPr/>
          </p:nvSpPr>
          <p:spPr>
            <a:xfrm>
              <a:off x="8716176" y="268668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46" name="Google Shape;2546;p23"/>
            <p:cNvSpPr/>
            <p:nvPr/>
          </p:nvSpPr>
          <p:spPr>
            <a:xfrm>
              <a:off x="8716176" y="289461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47" name="Google Shape;2547;p23"/>
            <p:cNvSpPr/>
            <p:nvPr/>
          </p:nvSpPr>
          <p:spPr>
            <a:xfrm>
              <a:off x="8716176" y="310254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48" name="Google Shape;2548;p23"/>
            <p:cNvSpPr/>
            <p:nvPr/>
          </p:nvSpPr>
          <p:spPr>
            <a:xfrm>
              <a:off x="8716176" y="330965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49" name="Google Shape;2549;p23"/>
            <p:cNvSpPr/>
            <p:nvPr/>
          </p:nvSpPr>
          <p:spPr>
            <a:xfrm>
              <a:off x="8716176" y="351757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50" name="Google Shape;2550;p23"/>
            <p:cNvSpPr/>
            <p:nvPr/>
          </p:nvSpPr>
          <p:spPr>
            <a:xfrm>
              <a:off x="8716176" y="372550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51" name="Google Shape;2551;p23"/>
            <p:cNvSpPr/>
            <p:nvPr/>
          </p:nvSpPr>
          <p:spPr>
            <a:xfrm>
              <a:off x="8716176" y="393343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52" name="Google Shape;2552;p23"/>
            <p:cNvSpPr/>
            <p:nvPr/>
          </p:nvSpPr>
          <p:spPr>
            <a:xfrm>
              <a:off x="8716176" y="414054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53" name="Google Shape;2553;p23"/>
            <p:cNvSpPr/>
            <p:nvPr/>
          </p:nvSpPr>
          <p:spPr>
            <a:xfrm>
              <a:off x="8716176" y="434846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54" name="Google Shape;2554;p23"/>
            <p:cNvSpPr/>
            <p:nvPr/>
          </p:nvSpPr>
          <p:spPr>
            <a:xfrm>
              <a:off x="8716176" y="455639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55" name="Google Shape;2555;p23"/>
            <p:cNvSpPr/>
            <p:nvPr/>
          </p:nvSpPr>
          <p:spPr>
            <a:xfrm>
              <a:off x="8716176" y="476432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56" name="Google Shape;2556;p23"/>
            <p:cNvSpPr/>
            <p:nvPr/>
          </p:nvSpPr>
          <p:spPr>
            <a:xfrm>
              <a:off x="8716176" y="497225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57" name="Google Shape;2557;p23"/>
            <p:cNvSpPr/>
            <p:nvPr/>
          </p:nvSpPr>
          <p:spPr>
            <a:xfrm>
              <a:off x="907150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58" name="Google Shape;2558;p23"/>
            <p:cNvSpPr/>
            <p:nvPr/>
          </p:nvSpPr>
          <p:spPr>
            <a:xfrm>
              <a:off x="886430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grpSp>
        <p:nvGrpSpPr>
          <p:cNvPr id="2559" name="Google Shape;2559;p23"/>
          <p:cNvGrpSpPr/>
          <p:nvPr/>
        </p:nvGrpSpPr>
        <p:grpSpPr>
          <a:xfrm>
            <a:off x="7980795" y="4448478"/>
            <a:ext cx="1163258" cy="618818"/>
            <a:chOff x="6180480" y="488520"/>
            <a:chExt cx="1135440" cy="1313280"/>
          </a:xfrm>
        </p:grpSpPr>
        <p:sp>
          <p:nvSpPr>
            <p:cNvPr id="2560" name="Google Shape;2560;p23"/>
            <p:cNvSpPr/>
            <p:nvPr/>
          </p:nvSpPr>
          <p:spPr>
            <a:xfrm>
              <a:off x="6479280" y="1249200"/>
              <a:ext cx="90000" cy="173520"/>
            </a:xfrm>
            <a:custGeom>
              <a:avLst/>
              <a:gdLst/>
              <a:ahLst/>
              <a:cxnLst/>
              <a:rect l="l" t="t" r="r" b="b"/>
              <a:pathLst>
                <a:path w="250" h="482" extrusionOk="0">
                  <a:moveTo>
                    <a:pt x="0" y="0"/>
                  </a:moveTo>
                  <a:lnTo>
                    <a:pt x="250" y="0"/>
                  </a:lnTo>
                  <a:lnTo>
                    <a:pt x="250" y="482"/>
                  </a:lnTo>
                  <a:lnTo>
                    <a:pt x="0" y="48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61" name="Google Shape;2561;p23"/>
            <p:cNvSpPr/>
            <p:nvPr/>
          </p:nvSpPr>
          <p:spPr>
            <a:xfrm>
              <a:off x="6329880" y="1249200"/>
              <a:ext cx="90000" cy="443880"/>
            </a:xfrm>
            <a:custGeom>
              <a:avLst/>
              <a:gdLst/>
              <a:ahLst/>
              <a:cxnLst/>
              <a:rect l="l" t="t" r="r" b="b"/>
              <a:pathLst>
                <a:path w="250" h="1233" extrusionOk="0">
                  <a:moveTo>
                    <a:pt x="0" y="0"/>
                  </a:moveTo>
                  <a:lnTo>
                    <a:pt x="250" y="0"/>
                  </a:lnTo>
                  <a:lnTo>
                    <a:pt x="250" y="1233"/>
                  </a:lnTo>
                  <a:lnTo>
                    <a:pt x="0" y="123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62" name="Google Shape;2562;p23"/>
            <p:cNvSpPr/>
            <p:nvPr/>
          </p:nvSpPr>
          <p:spPr>
            <a:xfrm>
              <a:off x="7076520" y="794880"/>
              <a:ext cx="90360" cy="368280"/>
            </a:xfrm>
            <a:custGeom>
              <a:avLst/>
              <a:gdLst/>
              <a:ahLst/>
              <a:cxnLst/>
              <a:rect l="l" t="t" r="r" b="b"/>
              <a:pathLst>
                <a:path w="251" h="1023" extrusionOk="0">
                  <a:moveTo>
                    <a:pt x="0" y="0"/>
                  </a:moveTo>
                  <a:lnTo>
                    <a:pt x="251" y="0"/>
                  </a:lnTo>
                  <a:lnTo>
                    <a:pt x="251" y="1023"/>
                  </a:lnTo>
                  <a:lnTo>
                    <a:pt x="0" y="10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63" name="Google Shape;2563;p23"/>
            <p:cNvSpPr/>
            <p:nvPr/>
          </p:nvSpPr>
          <p:spPr>
            <a:xfrm>
              <a:off x="6927480" y="910440"/>
              <a:ext cx="90000" cy="253080"/>
            </a:xfrm>
            <a:custGeom>
              <a:avLst/>
              <a:gdLst/>
              <a:ahLst/>
              <a:cxnLst/>
              <a:rect l="l" t="t" r="r" b="b"/>
              <a:pathLst>
                <a:path w="250" h="703" extrusionOk="0">
                  <a:moveTo>
                    <a:pt x="0" y="0"/>
                  </a:moveTo>
                  <a:lnTo>
                    <a:pt x="250" y="0"/>
                  </a:lnTo>
                  <a:lnTo>
                    <a:pt x="250" y="703"/>
                  </a:lnTo>
                  <a:lnTo>
                    <a:pt x="0" y="70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64" name="Google Shape;2564;p23"/>
            <p:cNvSpPr/>
            <p:nvPr/>
          </p:nvSpPr>
          <p:spPr>
            <a:xfrm>
              <a:off x="7225920" y="488520"/>
              <a:ext cx="90000" cy="306360"/>
            </a:xfrm>
            <a:custGeom>
              <a:avLst/>
              <a:gdLst/>
              <a:ahLst/>
              <a:cxnLst/>
              <a:rect l="l" t="t" r="r" b="b"/>
              <a:pathLst>
                <a:path w="250" h="851" extrusionOk="0">
                  <a:moveTo>
                    <a:pt x="0" y="0"/>
                  </a:moveTo>
                  <a:lnTo>
                    <a:pt x="250" y="0"/>
                  </a:lnTo>
                  <a:lnTo>
                    <a:pt x="250" y="851"/>
                  </a:lnTo>
                  <a:lnTo>
                    <a:pt x="0" y="85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65" name="Google Shape;2565;p23"/>
            <p:cNvSpPr/>
            <p:nvPr/>
          </p:nvSpPr>
          <p:spPr>
            <a:xfrm>
              <a:off x="6778080" y="910440"/>
              <a:ext cx="90000" cy="621000"/>
            </a:xfrm>
            <a:custGeom>
              <a:avLst/>
              <a:gdLst/>
              <a:ahLst/>
              <a:cxnLst/>
              <a:rect l="l" t="t" r="r" b="b"/>
              <a:pathLst>
                <a:path w="250" h="1725" extrusionOk="0">
                  <a:moveTo>
                    <a:pt x="0" y="0"/>
                  </a:moveTo>
                  <a:lnTo>
                    <a:pt x="250" y="0"/>
                  </a:lnTo>
                  <a:lnTo>
                    <a:pt x="250" y="1725"/>
                  </a:lnTo>
                  <a:lnTo>
                    <a:pt x="0" y="172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66" name="Google Shape;2566;p23"/>
            <p:cNvSpPr/>
            <p:nvPr/>
          </p:nvSpPr>
          <p:spPr>
            <a:xfrm>
              <a:off x="6180480" y="1693080"/>
              <a:ext cx="90360" cy="108720"/>
            </a:xfrm>
            <a:custGeom>
              <a:avLst/>
              <a:gdLst/>
              <a:ahLst/>
              <a:cxnLst/>
              <a:rect l="l" t="t" r="r" b="b"/>
              <a:pathLst>
                <a:path w="251" h="302" extrusionOk="0">
                  <a:moveTo>
                    <a:pt x="0" y="0"/>
                  </a:moveTo>
                  <a:lnTo>
                    <a:pt x="251" y="0"/>
                  </a:lnTo>
                  <a:lnTo>
                    <a:pt x="251"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67" name="Google Shape;2567;p23"/>
            <p:cNvSpPr/>
            <p:nvPr/>
          </p:nvSpPr>
          <p:spPr>
            <a:xfrm>
              <a:off x="6628680" y="1422720"/>
              <a:ext cx="90000" cy="108720"/>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568" name="Google Shape;2568;p23"/>
          <p:cNvGrpSpPr/>
          <p:nvPr/>
        </p:nvGrpSpPr>
        <p:grpSpPr>
          <a:xfrm>
            <a:off x="54301" y="23066"/>
            <a:ext cx="1469010" cy="516564"/>
            <a:chOff x="4687560" y="1801800"/>
            <a:chExt cx="1433880" cy="1767240"/>
          </a:xfrm>
        </p:grpSpPr>
        <p:sp>
          <p:nvSpPr>
            <p:cNvPr id="2569" name="Google Shape;2569;p23"/>
            <p:cNvSpPr/>
            <p:nvPr/>
          </p:nvSpPr>
          <p:spPr>
            <a:xfrm>
              <a:off x="5135040" y="2166120"/>
              <a:ext cx="90360" cy="1294200"/>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70" name="Google Shape;2570;p23"/>
            <p:cNvSpPr/>
            <p:nvPr/>
          </p:nvSpPr>
          <p:spPr>
            <a:xfrm>
              <a:off x="6031440" y="1801800"/>
              <a:ext cx="90000" cy="1096920"/>
            </a:xfrm>
            <a:custGeom>
              <a:avLst/>
              <a:gdLst/>
              <a:ahLst/>
              <a:cxnLst/>
              <a:rect l="l" t="t" r="r" b="b"/>
              <a:pathLst>
                <a:path w="250" h="3047" extrusionOk="0">
                  <a:moveTo>
                    <a:pt x="0" y="0"/>
                  </a:moveTo>
                  <a:lnTo>
                    <a:pt x="250" y="0"/>
                  </a:lnTo>
                  <a:lnTo>
                    <a:pt x="250" y="3047"/>
                  </a:lnTo>
                  <a:lnTo>
                    <a:pt x="0" y="304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71" name="Google Shape;2571;p23"/>
            <p:cNvSpPr/>
            <p:nvPr/>
          </p:nvSpPr>
          <p:spPr>
            <a:xfrm>
              <a:off x="5433840" y="2706120"/>
              <a:ext cx="90000" cy="754200"/>
            </a:xfrm>
            <a:custGeom>
              <a:avLst/>
              <a:gdLst/>
              <a:ahLst/>
              <a:cxnLst/>
              <a:rect l="l" t="t" r="r" b="b"/>
              <a:pathLst>
                <a:path w="250" h="2095" extrusionOk="0">
                  <a:moveTo>
                    <a:pt x="0" y="0"/>
                  </a:moveTo>
                  <a:lnTo>
                    <a:pt x="250" y="0"/>
                  </a:lnTo>
                  <a:lnTo>
                    <a:pt x="250" y="2095"/>
                  </a:lnTo>
                  <a:lnTo>
                    <a:pt x="0" y="20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72" name="Google Shape;2572;p23"/>
            <p:cNvSpPr/>
            <p:nvPr/>
          </p:nvSpPr>
          <p:spPr>
            <a:xfrm>
              <a:off x="4986000" y="2166120"/>
              <a:ext cx="90360" cy="792720"/>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73" name="Google Shape;2573;p23"/>
            <p:cNvSpPr/>
            <p:nvPr/>
          </p:nvSpPr>
          <p:spPr>
            <a:xfrm>
              <a:off x="5732640" y="2050560"/>
              <a:ext cx="90000" cy="347040"/>
            </a:xfrm>
            <a:custGeom>
              <a:avLst/>
              <a:gdLst/>
              <a:ahLst/>
              <a:cxnLst/>
              <a:rect l="l" t="t" r="r" b="b"/>
              <a:pathLst>
                <a:path w="250" h="964" extrusionOk="0">
                  <a:moveTo>
                    <a:pt x="0" y="0"/>
                  </a:moveTo>
                  <a:lnTo>
                    <a:pt x="250" y="0"/>
                  </a:lnTo>
                  <a:lnTo>
                    <a:pt x="250" y="964"/>
                  </a:lnTo>
                  <a:lnTo>
                    <a:pt x="0" y="96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74" name="Google Shape;2574;p23"/>
            <p:cNvSpPr/>
            <p:nvPr/>
          </p:nvSpPr>
          <p:spPr>
            <a:xfrm>
              <a:off x="5882040" y="2397600"/>
              <a:ext cx="90000" cy="501120"/>
            </a:xfrm>
            <a:custGeom>
              <a:avLst/>
              <a:gdLst/>
              <a:ahLst/>
              <a:cxnLst/>
              <a:rect l="l" t="t" r="r" b="b"/>
              <a:pathLst>
                <a:path w="250" h="1392" extrusionOk="0">
                  <a:moveTo>
                    <a:pt x="0" y="0"/>
                  </a:moveTo>
                  <a:lnTo>
                    <a:pt x="250" y="0"/>
                  </a:lnTo>
                  <a:lnTo>
                    <a:pt x="250" y="1392"/>
                  </a:lnTo>
                  <a:lnTo>
                    <a:pt x="0" y="139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75" name="Google Shape;2575;p23"/>
            <p:cNvSpPr/>
            <p:nvPr/>
          </p:nvSpPr>
          <p:spPr>
            <a:xfrm>
              <a:off x="4687560" y="3133800"/>
              <a:ext cx="90000" cy="420840"/>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76" name="Google Shape;2576;p23"/>
            <p:cNvSpPr/>
            <p:nvPr/>
          </p:nvSpPr>
          <p:spPr>
            <a:xfrm>
              <a:off x="4836960" y="2959200"/>
              <a:ext cx="90000" cy="174600"/>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77" name="Google Shape;2577;p23"/>
            <p:cNvSpPr/>
            <p:nvPr/>
          </p:nvSpPr>
          <p:spPr>
            <a:xfrm>
              <a:off x="5583240" y="2050560"/>
              <a:ext cx="90000" cy="655920"/>
            </a:xfrm>
            <a:custGeom>
              <a:avLst/>
              <a:gdLst/>
              <a:ahLst/>
              <a:cxnLst/>
              <a:rect l="l" t="t" r="r" b="b"/>
              <a:pathLst>
                <a:path w="250" h="1822" extrusionOk="0">
                  <a:moveTo>
                    <a:pt x="0" y="0"/>
                  </a:moveTo>
                  <a:lnTo>
                    <a:pt x="250" y="0"/>
                  </a:lnTo>
                  <a:lnTo>
                    <a:pt x="250" y="1822"/>
                  </a:lnTo>
                  <a:lnTo>
                    <a:pt x="0" y="182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78" name="Google Shape;2578;p23"/>
            <p:cNvSpPr/>
            <p:nvPr/>
          </p:nvSpPr>
          <p:spPr>
            <a:xfrm>
              <a:off x="5284440" y="3460320"/>
              <a:ext cx="90000" cy="108720"/>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Outfit ExtraBold"/>
              <a:buNone/>
              <a:defRPr sz="2800">
                <a:solidFill>
                  <a:schemeClr val="dk1"/>
                </a:solidFill>
                <a:latin typeface="Outfit ExtraBold"/>
                <a:ea typeface="Outfit ExtraBold"/>
                <a:cs typeface="Outfit ExtraBold"/>
                <a:sym typeface="Outfit ExtraBold"/>
              </a:defRPr>
            </a:lvl1pPr>
            <a:lvl2pPr lvl="1" rtl="0">
              <a:spcBef>
                <a:spcPts val="0"/>
              </a:spcBef>
              <a:spcAft>
                <a:spcPts val="0"/>
              </a:spcAft>
              <a:buClr>
                <a:schemeClr val="dk1"/>
              </a:buClr>
              <a:buSzPts val="2800"/>
              <a:buFont typeface="Outfit ExtraBold"/>
              <a:buNone/>
              <a:defRPr sz="2800">
                <a:solidFill>
                  <a:schemeClr val="dk1"/>
                </a:solidFill>
                <a:latin typeface="Outfit ExtraBold"/>
                <a:ea typeface="Outfit ExtraBold"/>
                <a:cs typeface="Outfit ExtraBold"/>
                <a:sym typeface="Outfit ExtraBold"/>
              </a:defRPr>
            </a:lvl2pPr>
            <a:lvl3pPr lvl="2" rtl="0">
              <a:spcBef>
                <a:spcPts val="0"/>
              </a:spcBef>
              <a:spcAft>
                <a:spcPts val="0"/>
              </a:spcAft>
              <a:buClr>
                <a:schemeClr val="dk1"/>
              </a:buClr>
              <a:buSzPts val="2800"/>
              <a:buFont typeface="Outfit ExtraBold"/>
              <a:buNone/>
              <a:defRPr sz="2800">
                <a:solidFill>
                  <a:schemeClr val="dk1"/>
                </a:solidFill>
                <a:latin typeface="Outfit ExtraBold"/>
                <a:ea typeface="Outfit ExtraBold"/>
                <a:cs typeface="Outfit ExtraBold"/>
                <a:sym typeface="Outfit ExtraBold"/>
              </a:defRPr>
            </a:lvl3pPr>
            <a:lvl4pPr lvl="3" rtl="0">
              <a:spcBef>
                <a:spcPts val="0"/>
              </a:spcBef>
              <a:spcAft>
                <a:spcPts val="0"/>
              </a:spcAft>
              <a:buClr>
                <a:schemeClr val="dk1"/>
              </a:buClr>
              <a:buSzPts val="2800"/>
              <a:buFont typeface="Outfit ExtraBold"/>
              <a:buNone/>
              <a:defRPr sz="2800">
                <a:solidFill>
                  <a:schemeClr val="dk1"/>
                </a:solidFill>
                <a:latin typeface="Outfit ExtraBold"/>
                <a:ea typeface="Outfit ExtraBold"/>
                <a:cs typeface="Outfit ExtraBold"/>
                <a:sym typeface="Outfit ExtraBold"/>
              </a:defRPr>
            </a:lvl4pPr>
            <a:lvl5pPr lvl="4" rtl="0">
              <a:spcBef>
                <a:spcPts val="0"/>
              </a:spcBef>
              <a:spcAft>
                <a:spcPts val="0"/>
              </a:spcAft>
              <a:buClr>
                <a:schemeClr val="dk1"/>
              </a:buClr>
              <a:buSzPts val="2800"/>
              <a:buFont typeface="Outfit ExtraBold"/>
              <a:buNone/>
              <a:defRPr sz="2800">
                <a:solidFill>
                  <a:schemeClr val="dk1"/>
                </a:solidFill>
                <a:latin typeface="Outfit ExtraBold"/>
                <a:ea typeface="Outfit ExtraBold"/>
                <a:cs typeface="Outfit ExtraBold"/>
                <a:sym typeface="Outfit ExtraBold"/>
              </a:defRPr>
            </a:lvl5pPr>
            <a:lvl6pPr lvl="5" rtl="0">
              <a:spcBef>
                <a:spcPts val="0"/>
              </a:spcBef>
              <a:spcAft>
                <a:spcPts val="0"/>
              </a:spcAft>
              <a:buClr>
                <a:schemeClr val="dk1"/>
              </a:buClr>
              <a:buSzPts val="2800"/>
              <a:buFont typeface="Outfit ExtraBold"/>
              <a:buNone/>
              <a:defRPr sz="2800">
                <a:solidFill>
                  <a:schemeClr val="dk1"/>
                </a:solidFill>
                <a:latin typeface="Outfit ExtraBold"/>
                <a:ea typeface="Outfit ExtraBold"/>
                <a:cs typeface="Outfit ExtraBold"/>
                <a:sym typeface="Outfit ExtraBold"/>
              </a:defRPr>
            </a:lvl6pPr>
            <a:lvl7pPr lvl="6" rtl="0">
              <a:spcBef>
                <a:spcPts val="0"/>
              </a:spcBef>
              <a:spcAft>
                <a:spcPts val="0"/>
              </a:spcAft>
              <a:buClr>
                <a:schemeClr val="dk1"/>
              </a:buClr>
              <a:buSzPts val="2800"/>
              <a:buFont typeface="Outfit ExtraBold"/>
              <a:buNone/>
              <a:defRPr sz="2800">
                <a:solidFill>
                  <a:schemeClr val="dk1"/>
                </a:solidFill>
                <a:latin typeface="Outfit ExtraBold"/>
                <a:ea typeface="Outfit ExtraBold"/>
                <a:cs typeface="Outfit ExtraBold"/>
                <a:sym typeface="Outfit ExtraBold"/>
              </a:defRPr>
            </a:lvl7pPr>
            <a:lvl8pPr lvl="7" rtl="0">
              <a:spcBef>
                <a:spcPts val="0"/>
              </a:spcBef>
              <a:spcAft>
                <a:spcPts val="0"/>
              </a:spcAft>
              <a:buClr>
                <a:schemeClr val="dk1"/>
              </a:buClr>
              <a:buSzPts val="2800"/>
              <a:buFont typeface="Outfit ExtraBold"/>
              <a:buNone/>
              <a:defRPr sz="2800">
                <a:solidFill>
                  <a:schemeClr val="dk1"/>
                </a:solidFill>
                <a:latin typeface="Outfit ExtraBold"/>
                <a:ea typeface="Outfit ExtraBold"/>
                <a:cs typeface="Outfit ExtraBold"/>
                <a:sym typeface="Outfit ExtraBold"/>
              </a:defRPr>
            </a:lvl8pPr>
            <a:lvl9pPr lvl="8" rtl="0">
              <a:spcBef>
                <a:spcPts val="0"/>
              </a:spcBef>
              <a:spcAft>
                <a:spcPts val="0"/>
              </a:spcAft>
              <a:buClr>
                <a:schemeClr val="dk1"/>
              </a:buClr>
              <a:buSzPts val="2800"/>
              <a:buFont typeface="Outfit ExtraBold"/>
              <a:buNone/>
              <a:defRPr sz="2800">
                <a:solidFill>
                  <a:schemeClr val="dk1"/>
                </a:solidFill>
                <a:latin typeface="Outfit ExtraBold"/>
                <a:ea typeface="Outfit ExtraBold"/>
                <a:cs typeface="Outfit ExtraBold"/>
                <a:sym typeface="Outfit ExtraBold"/>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marL="914400" lvl="1"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marL="1371600" lvl="2"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marL="1828800" lvl="3"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marL="2286000" lvl="4"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marL="2743200" lvl="5"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marL="3200400" lvl="6"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marL="3657600" lvl="7"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marL="4114800" lvl="8"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6.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6.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6.xml"/><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6.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6.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6.xml"/><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88"/>
        <p:cNvGrpSpPr/>
        <p:nvPr/>
      </p:nvGrpSpPr>
      <p:grpSpPr>
        <a:xfrm>
          <a:off x="0" y="0"/>
          <a:ext cx="0" cy="0"/>
          <a:chOff x="0" y="0"/>
          <a:chExt cx="0" cy="0"/>
        </a:xfrm>
      </p:grpSpPr>
      <p:sp>
        <p:nvSpPr>
          <p:cNvPr id="2589" name="Google Shape;2589;p27"/>
          <p:cNvSpPr txBox="1">
            <a:spLocks noGrp="1"/>
          </p:cNvSpPr>
          <p:nvPr>
            <p:ph type="subTitle" idx="1"/>
          </p:nvPr>
        </p:nvSpPr>
        <p:spPr>
          <a:xfrm>
            <a:off x="713225" y="3180500"/>
            <a:ext cx="7721400" cy="47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noProof="0" dirty="0"/>
              <a:t>Rudolfo Cristo, Zanya Fernández Rodríguez, Laurentiu </a:t>
            </a:r>
            <a:r>
              <a:rPr lang="en-US" noProof="0" dirty="0" err="1"/>
              <a:t>Pelea</a:t>
            </a:r>
            <a:endParaRPr lang="en-US" noProof="0" dirty="0"/>
          </a:p>
        </p:txBody>
      </p:sp>
      <p:sp>
        <p:nvSpPr>
          <p:cNvPr id="2590" name="Google Shape;2590;p27"/>
          <p:cNvSpPr txBox="1">
            <a:spLocks noGrp="1"/>
          </p:cNvSpPr>
          <p:nvPr>
            <p:ph type="ctrTitle"/>
          </p:nvPr>
        </p:nvSpPr>
        <p:spPr>
          <a:xfrm>
            <a:off x="713225" y="1570400"/>
            <a:ext cx="7717500" cy="1610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5000" noProof="0" dirty="0"/>
              <a:t>Data Cycle </a:t>
            </a:r>
            <a:br>
              <a:rPr lang="en-US" sz="5000" noProof="0" dirty="0"/>
            </a:br>
            <a:r>
              <a:rPr lang="en-US" sz="3800" noProof="0" dirty="0"/>
              <a:t>Apartments </a:t>
            </a:r>
            <a:endParaRPr lang="en-US" sz="4500" noProof="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03">
          <a:extLst>
            <a:ext uri="{FF2B5EF4-FFF2-40B4-BE49-F238E27FC236}">
              <a16:creationId xmlns:a16="http://schemas.microsoft.com/office/drawing/2014/main" id="{77E54FAC-D60D-C4AD-B12C-B3744F6D4822}"/>
            </a:ext>
          </a:extLst>
        </p:cNvPr>
        <p:cNvGrpSpPr/>
        <p:nvPr/>
      </p:nvGrpSpPr>
      <p:grpSpPr>
        <a:xfrm>
          <a:off x="0" y="0"/>
          <a:ext cx="0" cy="0"/>
          <a:chOff x="0" y="0"/>
          <a:chExt cx="0" cy="0"/>
        </a:xfrm>
      </p:grpSpPr>
      <p:sp>
        <p:nvSpPr>
          <p:cNvPr id="2604" name="Google Shape;2604;p29">
            <a:extLst>
              <a:ext uri="{FF2B5EF4-FFF2-40B4-BE49-F238E27FC236}">
                <a16:creationId xmlns:a16="http://schemas.microsoft.com/office/drawing/2014/main" id="{9062F7EB-9E4C-BDCE-F555-70CA9CA6EB14}"/>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noProof="0" dirty="0"/>
              <a:t>Table of contents</a:t>
            </a:r>
          </a:p>
        </p:txBody>
      </p:sp>
      <p:sp>
        <p:nvSpPr>
          <p:cNvPr id="2609" name="Google Shape;2609;p29">
            <a:extLst>
              <a:ext uri="{FF2B5EF4-FFF2-40B4-BE49-F238E27FC236}">
                <a16:creationId xmlns:a16="http://schemas.microsoft.com/office/drawing/2014/main" id="{70A0FE0A-13AA-AF9D-6B10-B61F984FFBB9}"/>
              </a:ext>
            </a:extLst>
          </p:cNvPr>
          <p:cNvSpPr txBox="1">
            <a:spLocks noGrp="1"/>
          </p:cNvSpPr>
          <p:nvPr>
            <p:ph type="title" idx="5"/>
          </p:nvPr>
        </p:nvSpPr>
        <p:spPr>
          <a:xfrm>
            <a:off x="754628" y="1381425"/>
            <a:ext cx="724800" cy="70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noProof="0" dirty="0"/>
              <a:t>01</a:t>
            </a:r>
          </a:p>
        </p:txBody>
      </p:sp>
      <p:sp>
        <p:nvSpPr>
          <p:cNvPr id="2610" name="Google Shape;2610;p29">
            <a:extLst>
              <a:ext uri="{FF2B5EF4-FFF2-40B4-BE49-F238E27FC236}">
                <a16:creationId xmlns:a16="http://schemas.microsoft.com/office/drawing/2014/main" id="{59741BB8-A487-8428-98A0-89C56545486F}"/>
              </a:ext>
            </a:extLst>
          </p:cNvPr>
          <p:cNvSpPr txBox="1">
            <a:spLocks noGrp="1"/>
          </p:cNvSpPr>
          <p:nvPr>
            <p:ph type="title" idx="6"/>
          </p:nvPr>
        </p:nvSpPr>
        <p:spPr>
          <a:xfrm>
            <a:off x="754628" y="2531814"/>
            <a:ext cx="724800" cy="70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noProof="0" dirty="0"/>
              <a:t>03</a:t>
            </a:r>
          </a:p>
        </p:txBody>
      </p:sp>
      <p:sp>
        <p:nvSpPr>
          <p:cNvPr id="2611" name="Google Shape;2611;p29">
            <a:extLst>
              <a:ext uri="{FF2B5EF4-FFF2-40B4-BE49-F238E27FC236}">
                <a16:creationId xmlns:a16="http://schemas.microsoft.com/office/drawing/2014/main" id="{B70E02C6-4E05-C157-4D2E-0CDD3D0231F0}"/>
              </a:ext>
            </a:extLst>
          </p:cNvPr>
          <p:cNvSpPr txBox="1">
            <a:spLocks noGrp="1"/>
          </p:cNvSpPr>
          <p:nvPr>
            <p:ph type="title" idx="7"/>
          </p:nvPr>
        </p:nvSpPr>
        <p:spPr>
          <a:xfrm>
            <a:off x="4625814" y="1381425"/>
            <a:ext cx="724800" cy="70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noProof="0" dirty="0"/>
              <a:t>02</a:t>
            </a:r>
          </a:p>
        </p:txBody>
      </p:sp>
      <p:sp>
        <p:nvSpPr>
          <p:cNvPr id="2612" name="Google Shape;2612;p29">
            <a:extLst>
              <a:ext uri="{FF2B5EF4-FFF2-40B4-BE49-F238E27FC236}">
                <a16:creationId xmlns:a16="http://schemas.microsoft.com/office/drawing/2014/main" id="{1357DC65-CAF2-DF33-C07F-1E0E3E4E7D0F}"/>
              </a:ext>
            </a:extLst>
          </p:cNvPr>
          <p:cNvSpPr txBox="1">
            <a:spLocks noGrp="1"/>
          </p:cNvSpPr>
          <p:nvPr>
            <p:ph type="title" idx="8"/>
          </p:nvPr>
        </p:nvSpPr>
        <p:spPr>
          <a:xfrm>
            <a:off x="4625814" y="2531814"/>
            <a:ext cx="724800" cy="70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noProof="0" dirty="0"/>
              <a:t>04</a:t>
            </a:r>
          </a:p>
        </p:txBody>
      </p:sp>
      <p:sp>
        <p:nvSpPr>
          <p:cNvPr id="2613" name="Google Shape;2613;p29">
            <a:extLst>
              <a:ext uri="{FF2B5EF4-FFF2-40B4-BE49-F238E27FC236}">
                <a16:creationId xmlns:a16="http://schemas.microsoft.com/office/drawing/2014/main" id="{B9BBFCFA-5F08-FB81-08F5-52360AC806BB}"/>
              </a:ext>
            </a:extLst>
          </p:cNvPr>
          <p:cNvSpPr txBox="1">
            <a:spLocks noGrp="1"/>
          </p:cNvSpPr>
          <p:nvPr>
            <p:ph type="subTitle" idx="9"/>
          </p:nvPr>
        </p:nvSpPr>
        <p:spPr>
          <a:xfrm>
            <a:off x="1497964" y="1511625"/>
            <a:ext cx="30555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noProof="0" dirty="0"/>
              <a:t>Use case</a:t>
            </a:r>
          </a:p>
        </p:txBody>
      </p:sp>
      <p:sp>
        <p:nvSpPr>
          <p:cNvPr id="2614" name="Google Shape;2614;p29">
            <a:extLst>
              <a:ext uri="{FF2B5EF4-FFF2-40B4-BE49-F238E27FC236}">
                <a16:creationId xmlns:a16="http://schemas.microsoft.com/office/drawing/2014/main" id="{9FF81915-A7FE-57A6-1A28-C8EE30E0BC92}"/>
              </a:ext>
            </a:extLst>
          </p:cNvPr>
          <p:cNvSpPr txBox="1">
            <a:spLocks noGrp="1"/>
          </p:cNvSpPr>
          <p:nvPr>
            <p:ph type="subTitle" idx="13"/>
          </p:nvPr>
        </p:nvSpPr>
        <p:spPr>
          <a:xfrm>
            <a:off x="1507232" y="2643523"/>
            <a:ext cx="30555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noProof="0" dirty="0"/>
              <a:t>Data processing</a:t>
            </a:r>
          </a:p>
        </p:txBody>
      </p:sp>
      <p:sp>
        <p:nvSpPr>
          <p:cNvPr id="2615" name="Google Shape;2615;p29">
            <a:extLst>
              <a:ext uri="{FF2B5EF4-FFF2-40B4-BE49-F238E27FC236}">
                <a16:creationId xmlns:a16="http://schemas.microsoft.com/office/drawing/2014/main" id="{83C02229-9D82-6DC8-8F28-2FF692FB2811}"/>
              </a:ext>
            </a:extLst>
          </p:cNvPr>
          <p:cNvSpPr txBox="1">
            <a:spLocks noGrp="1"/>
          </p:cNvSpPr>
          <p:nvPr>
            <p:ph type="subTitle" idx="14"/>
          </p:nvPr>
        </p:nvSpPr>
        <p:spPr>
          <a:xfrm>
            <a:off x="5350614" y="1511625"/>
            <a:ext cx="30555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noProof="0" dirty="0"/>
              <a:t>System architecture</a:t>
            </a:r>
          </a:p>
        </p:txBody>
      </p:sp>
      <p:sp>
        <p:nvSpPr>
          <p:cNvPr id="2616" name="Google Shape;2616;p29">
            <a:extLst>
              <a:ext uri="{FF2B5EF4-FFF2-40B4-BE49-F238E27FC236}">
                <a16:creationId xmlns:a16="http://schemas.microsoft.com/office/drawing/2014/main" id="{315B30D2-910A-B2DD-984D-DEAAD5216446}"/>
              </a:ext>
            </a:extLst>
          </p:cNvPr>
          <p:cNvSpPr txBox="1">
            <a:spLocks noGrp="1"/>
          </p:cNvSpPr>
          <p:nvPr>
            <p:ph type="subTitle" idx="15"/>
          </p:nvPr>
        </p:nvSpPr>
        <p:spPr>
          <a:xfrm>
            <a:off x="5368500" y="2662014"/>
            <a:ext cx="3055500" cy="447600"/>
          </a:xfrm>
          <a:prstGeom prst="rect">
            <a:avLst/>
          </a:prstGeom>
        </p:spPr>
        <p:txBody>
          <a:bodyPr spcFirstLastPara="1" wrap="square" lIns="91425" tIns="91425" rIns="91425" bIns="91425" anchor="b" anchorCtr="0">
            <a:noAutofit/>
          </a:bodyPr>
          <a:lstStyle/>
          <a:p>
            <a:pPr marL="0" indent="0"/>
            <a:r>
              <a:rPr lang="en-US" noProof="0" dirty="0"/>
              <a:t>Machine learning predictions</a:t>
            </a:r>
          </a:p>
        </p:txBody>
      </p:sp>
      <p:sp>
        <p:nvSpPr>
          <p:cNvPr id="2" name="Google Shape;2612;p29">
            <a:extLst>
              <a:ext uri="{FF2B5EF4-FFF2-40B4-BE49-F238E27FC236}">
                <a16:creationId xmlns:a16="http://schemas.microsoft.com/office/drawing/2014/main" id="{68471D70-01B2-3966-8E62-E3D8D413F76A}"/>
              </a:ext>
            </a:extLst>
          </p:cNvPr>
          <p:cNvSpPr txBox="1">
            <a:spLocks/>
          </p:cNvSpPr>
          <p:nvPr/>
        </p:nvSpPr>
        <p:spPr>
          <a:xfrm>
            <a:off x="754628" y="3682203"/>
            <a:ext cx="724800" cy="708000"/>
          </a:xfrm>
          <a:prstGeom prst="rect">
            <a:avLst/>
          </a:pr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Outfit ExtraBold"/>
              <a:buNone/>
              <a:defRPr sz="1600" b="0" i="0" u="none" strike="noStrike" cap="none">
                <a:solidFill>
                  <a:schemeClr val="accent1"/>
                </a:solidFill>
                <a:latin typeface="Outfit ExtraBold"/>
                <a:ea typeface="Outfit ExtraBold"/>
                <a:cs typeface="Outfit ExtraBold"/>
                <a:sym typeface="Outfit ExtraBold"/>
              </a:defRPr>
            </a:lvl1pPr>
            <a:lvl2pPr marR="0" lvl="1" algn="ctr" rtl="0">
              <a:lnSpc>
                <a:spcPct val="100000"/>
              </a:lnSpc>
              <a:spcBef>
                <a:spcPts val="0"/>
              </a:spcBef>
              <a:spcAft>
                <a:spcPts val="0"/>
              </a:spcAft>
              <a:buClr>
                <a:schemeClr val="dk1"/>
              </a:buClr>
              <a:buSzPts val="3000"/>
              <a:buFont typeface="Outfit ExtraBold"/>
              <a:buNone/>
              <a:defRPr sz="3000" b="0" i="0" u="none" strike="noStrike" cap="none">
                <a:solidFill>
                  <a:schemeClr val="dk1"/>
                </a:solidFill>
                <a:latin typeface="Outfit ExtraBold"/>
                <a:ea typeface="Outfit ExtraBold"/>
                <a:cs typeface="Outfit ExtraBold"/>
                <a:sym typeface="Outfit ExtraBold"/>
              </a:defRPr>
            </a:lvl2pPr>
            <a:lvl3pPr marR="0" lvl="2" algn="ctr" rtl="0">
              <a:lnSpc>
                <a:spcPct val="100000"/>
              </a:lnSpc>
              <a:spcBef>
                <a:spcPts val="0"/>
              </a:spcBef>
              <a:spcAft>
                <a:spcPts val="0"/>
              </a:spcAft>
              <a:buClr>
                <a:schemeClr val="dk1"/>
              </a:buClr>
              <a:buSzPts val="3000"/>
              <a:buFont typeface="Outfit ExtraBold"/>
              <a:buNone/>
              <a:defRPr sz="3000" b="0" i="0" u="none" strike="noStrike" cap="none">
                <a:solidFill>
                  <a:schemeClr val="dk1"/>
                </a:solidFill>
                <a:latin typeface="Outfit ExtraBold"/>
                <a:ea typeface="Outfit ExtraBold"/>
                <a:cs typeface="Outfit ExtraBold"/>
                <a:sym typeface="Outfit ExtraBold"/>
              </a:defRPr>
            </a:lvl3pPr>
            <a:lvl4pPr marR="0" lvl="3" algn="ctr" rtl="0">
              <a:lnSpc>
                <a:spcPct val="100000"/>
              </a:lnSpc>
              <a:spcBef>
                <a:spcPts val="0"/>
              </a:spcBef>
              <a:spcAft>
                <a:spcPts val="0"/>
              </a:spcAft>
              <a:buClr>
                <a:schemeClr val="dk1"/>
              </a:buClr>
              <a:buSzPts val="3000"/>
              <a:buFont typeface="Outfit ExtraBold"/>
              <a:buNone/>
              <a:defRPr sz="3000" b="0" i="0" u="none" strike="noStrike" cap="none">
                <a:solidFill>
                  <a:schemeClr val="dk1"/>
                </a:solidFill>
                <a:latin typeface="Outfit ExtraBold"/>
                <a:ea typeface="Outfit ExtraBold"/>
                <a:cs typeface="Outfit ExtraBold"/>
                <a:sym typeface="Outfit ExtraBold"/>
              </a:defRPr>
            </a:lvl4pPr>
            <a:lvl5pPr marR="0" lvl="4" algn="ctr" rtl="0">
              <a:lnSpc>
                <a:spcPct val="100000"/>
              </a:lnSpc>
              <a:spcBef>
                <a:spcPts val="0"/>
              </a:spcBef>
              <a:spcAft>
                <a:spcPts val="0"/>
              </a:spcAft>
              <a:buClr>
                <a:schemeClr val="dk1"/>
              </a:buClr>
              <a:buSzPts val="3000"/>
              <a:buFont typeface="Outfit ExtraBold"/>
              <a:buNone/>
              <a:defRPr sz="3000" b="0" i="0" u="none" strike="noStrike" cap="none">
                <a:solidFill>
                  <a:schemeClr val="dk1"/>
                </a:solidFill>
                <a:latin typeface="Outfit ExtraBold"/>
                <a:ea typeface="Outfit ExtraBold"/>
                <a:cs typeface="Outfit ExtraBold"/>
                <a:sym typeface="Outfit ExtraBold"/>
              </a:defRPr>
            </a:lvl5pPr>
            <a:lvl6pPr marR="0" lvl="5" algn="ctr" rtl="0">
              <a:lnSpc>
                <a:spcPct val="100000"/>
              </a:lnSpc>
              <a:spcBef>
                <a:spcPts val="0"/>
              </a:spcBef>
              <a:spcAft>
                <a:spcPts val="0"/>
              </a:spcAft>
              <a:buClr>
                <a:schemeClr val="dk1"/>
              </a:buClr>
              <a:buSzPts val="3000"/>
              <a:buFont typeface="Outfit ExtraBold"/>
              <a:buNone/>
              <a:defRPr sz="3000" b="0" i="0" u="none" strike="noStrike" cap="none">
                <a:solidFill>
                  <a:schemeClr val="dk1"/>
                </a:solidFill>
                <a:latin typeface="Outfit ExtraBold"/>
                <a:ea typeface="Outfit ExtraBold"/>
                <a:cs typeface="Outfit ExtraBold"/>
                <a:sym typeface="Outfit ExtraBold"/>
              </a:defRPr>
            </a:lvl6pPr>
            <a:lvl7pPr marR="0" lvl="6" algn="ctr" rtl="0">
              <a:lnSpc>
                <a:spcPct val="100000"/>
              </a:lnSpc>
              <a:spcBef>
                <a:spcPts val="0"/>
              </a:spcBef>
              <a:spcAft>
                <a:spcPts val="0"/>
              </a:spcAft>
              <a:buClr>
                <a:schemeClr val="dk1"/>
              </a:buClr>
              <a:buSzPts val="3000"/>
              <a:buFont typeface="Outfit ExtraBold"/>
              <a:buNone/>
              <a:defRPr sz="3000" b="0" i="0" u="none" strike="noStrike" cap="none">
                <a:solidFill>
                  <a:schemeClr val="dk1"/>
                </a:solidFill>
                <a:latin typeface="Outfit ExtraBold"/>
                <a:ea typeface="Outfit ExtraBold"/>
                <a:cs typeface="Outfit ExtraBold"/>
                <a:sym typeface="Outfit ExtraBold"/>
              </a:defRPr>
            </a:lvl7pPr>
            <a:lvl8pPr marR="0" lvl="7" algn="ctr" rtl="0">
              <a:lnSpc>
                <a:spcPct val="100000"/>
              </a:lnSpc>
              <a:spcBef>
                <a:spcPts val="0"/>
              </a:spcBef>
              <a:spcAft>
                <a:spcPts val="0"/>
              </a:spcAft>
              <a:buClr>
                <a:schemeClr val="dk1"/>
              </a:buClr>
              <a:buSzPts val="3000"/>
              <a:buFont typeface="Outfit ExtraBold"/>
              <a:buNone/>
              <a:defRPr sz="3000" b="0" i="0" u="none" strike="noStrike" cap="none">
                <a:solidFill>
                  <a:schemeClr val="dk1"/>
                </a:solidFill>
                <a:latin typeface="Outfit ExtraBold"/>
                <a:ea typeface="Outfit ExtraBold"/>
                <a:cs typeface="Outfit ExtraBold"/>
                <a:sym typeface="Outfit ExtraBold"/>
              </a:defRPr>
            </a:lvl8pPr>
            <a:lvl9pPr marR="0" lvl="8" algn="ctr" rtl="0">
              <a:lnSpc>
                <a:spcPct val="100000"/>
              </a:lnSpc>
              <a:spcBef>
                <a:spcPts val="0"/>
              </a:spcBef>
              <a:spcAft>
                <a:spcPts val="0"/>
              </a:spcAft>
              <a:buClr>
                <a:schemeClr val="dk1"/>
              </a:buClr>
              <a:buSzPts val="3000"/>
              <a:buFont typeface="Outfit ExtraBold"/>
              <a:buNone/>
              <a:defRPr sz="3000" b="0" i="0" u="none" strike="noStrike" cap="none">
                <a:solidFill>
                  <a:schemeClr val="dk1"/>
                </a:solidFill>
                <a:latin typeface="Outfit ExtraBold"/>
                <a:ea typeface="Outfit ExtraBold"/>
                <a:cs typeface="Outfit ExtraBold"/>
                <a:sym typeface="Outfit ExtraBold"/>
              </a:defRPr>
            </a:lvl9pPr>
          </a:lstStyle>
          <a:p>
            <a:r>
              <a:rPr lang="en-US" noProof="0" dirty="0"/>
              <a:t>05</a:t>
            </a:r>
          </a:p>
        </p:txBody>
      </p:sp>
      <p:sp>
        <p:nvSpPr>
          <p:cNvPr id="3" name="Google Shape;2614;p29">
            <a:extLst>
              <a:ext uri="{FF2B5EF4-FFF2-40B4-BE49-F238E27FC236}">
                <a16:creationId xmlns:a16="http://schemas.microsoft.com/office/drawing/2014/main" id="{C7FF9815-1BCC-9F95-6842-8C68CB927F2A}"/>
              </a:ext>
            </a:extLst>
          </p:cNvPr>
          <p:cNvSpPr txBox="1">
            <a:spLocks/>
          </p:cNvSpPr>
          <p:nvPr/>
        </p:nvSpPr>
        <p:spPr>
          <a:xfrm>
            <a:off x="1479428" y="3812403"/>
            <a:ext cx="3055500" cy="447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accent1"/>
              </a:buClr>
              <a:buSzPts val="2400"/>
              <a:buFont typeface="Outfit ExtraBold"/>
              <a:buNone/>
              <a:defRPr sz="1600" b="0" i="0" u="none" strike="noStrike" cap="none">
                <a:solidFill>
                  <a:schemeClr val="accent1"/>
                </a:solidFill>
                <a:latin typeface="Outfit ExtraBold"/>
                <a:ea typeface="Outfit ExtraBold"/>
                <a:cs typeface="Outfit ExtraBold"/>
                <a:sym typeface="Outfit ExtraBold"/>
              </a:defRPr>
            </a:lvl1pPr>
            <a:lvl2pPr marL="914400" marR="0" lvl="1" indent="-317500" algn="l" rtl="0">
              <a:lnSpc>
                <a:spcPct val="100000"/>
              </a:lnSpc>
              <a:spcBef>
                <a:spcPts val="0"/>
              </a:spcBef>
              <a:spcAft>
                <a:spcPts val="0"/>
              </a:spcAft>
              <a:buClr>
                <a:schemeClr val="accent1"/>
              </a:buClr>
              <a:buSzPts val="2400"/>
              <a:buFont typeface="Outfit ExtraBold"/>
              <a:buNone/>
              <a:defRPr sz="2400" b="0" i="0" u="none" strike="noStrike" cap="none">
                <a:solidFill>
                  <a:schemeClr val="accent1"/>
                </a:solidFill>
                <a:latin typeface="Outfit ExtraBold"/>
                <a:ea typeface="Outfit ExtraBold"/>
                <a:cs typeface="Outfit ExtraBold"/>
                <a:sym typeface="Outfit ExtraBold"/>
              </a:defRPr>
            </a:lvl2pPr>
            <a:lvl3pPr marL="1371600" marR="0" lvl="2" indent="-317500" algn="l" rtl="0">
              <a:lnSpc>
                <a:spcPct val="100000"/>
              </a:lnSpc>
              <a:spcBef>
                <a:spcPts val="0"/>
              </a:spcBef>
              <a:spcAft>
                <a:spcPts val="0"/>
              </a:spcAft>
              <a:buClr>
                <a:schemeClr val="accent1"/>
              </a:buClr>
              <a:buSzPts val="2400"/>
              <a:buFont typeface="Outfit ExtraBold"/>
              <a:buNone/>
              <a:defRPr sz="2400" b="0" i="0" u="none" strike="noStrike" cap="none">
                <a:solidFill>
                  <a:schemeClr val="accent1"/>
                </a:solidFill>
                <a:latin typeface="Outfit ExtraBold"/>
                <a:ea typeface="Outfit ExtraBold"/>
                <a:cs typeface="Outfit ExtraBold"/>
                <a:sym typeface="Outfit ExtraBold"/>
              </a:defRPr>
            </a:lvl3pPr>
            <a:lvl4pPr marL="1828800" marR="0" lvl="3" indent="-317500" algn="l" rtl="0">
              <a:lnSpc>
                <a:spcPct val="100000"/>
              </a:lnSpc>
              <a:spcBef>
                <a:spcPts val="0"/>
              </a:spcBef>
              <a:spcAft>
                <a:spcPts val="0"/>
              </a:spcAft>
              <a:buClr>
                <a:schemeClr val="accent1"/>
              </a:buClr>
              <a:buSzPts val="2400"/>
              <a:buFont typeface="Outfit ExtraBold"/>
              <a:buNone/>
              <a:defRPr sz="2400" b="0" i="0" u="none" strike="noStrike" cap="none">
                <a:solidFill>
                  <a:schemeClr val="accent1"/>
                </a:solidFill>
                <a:latin typeface="Outfit ExtraBold"/>
                <a:ea typeface="Outfit ExtraBold"/>
                <a:cs typeface="Outfit ExtraBold"/>
                <a:sym typeface="Outfit ExtraBold"/>
              </a:defRPr>
            </a:lvl4pPr>
            <a:lvl5pPr marL="2286000" marR="0" lvl="4" indent="-317500" algn="l" rtl="0">
              <a:lnSpc>
                <a:spcPct val="100000"/>
              </a:lnSpc>
              <a:spcBef>
                <a:spcPts val="0"/>
              </a:spcBef>
              <a:spcAft>
                <a:spcPts val="0"/>
              </a:spcAft>
              <a:buClr>
                <a:schemeClr val="accent1"/>
              </a:buClr>
              <a:buSzPts val="2400"/>
              <a:buFont typeface="Outfit ExtraBold"/>
              <a:buNone/>
              <a:defRPr sz="2400" b="0" i="0" u="none" strike="noStrike" cap="none">
                <a:solidFill>
                  <a:schemeClr val="accent1"/>
                </a:solidFill>
                <a:latin typeface="Outfit ExtraBold"/>
                <a:ea typeface="Outfit ExtraBold"/>
                <a:cs typeface="Outfit ExtraBold"/>
                <a:sym typeface="Outfit ExtraBold"/>
              </a:defRPr>
            </a:lvl5pPr>
            <a:lvl6pPr marL="2743200" marR="0" lvl="5" indent="-317500" algn="l" rtl="0">
              <a:lnSpc>
                <a:spcPct val="100000"/>
              </a:lnSpc>
              <a:spcBef>
                <a:spcPts val="0"/>
              </a:spcBef>
              <a:spcAft>
                <a:spcPts val="0"/>
              </a:spcAft>
              <a:buClr>
                <a:schemeClr val="accent1"/>
              </a:buClr>
              <a:buSzPts val="2400"/>
              <a:buFont typeface="Outfit ExtraBold"/>
              <a:buNone/>
              <a:defRPr sz="2400" b="0" i="0" u="none" strike="noStrike" cap="none">
                <a:solidFill>
                  <a:schemeClr val="accent1"/>
                </a:solidFill>
                <a:latin typeface="Outfit ExtraBold"/>
                <a:ea typeface="Outfit ExtraBold"/>
                <a:cs typeface="Outfit ExtraBold"/>
                <a:sym typeface="Outfit ExtraBold"/>
              </a:defRPr>
            </a:lvl6pPr>
            <a:lvl7pPr marL="3200400" marR="0" lvl="6" indent="-317500" algn="l" rtl="0">
              <a:lnSpc>
                <a:spcPct val="100000"/>
              </a:lnSpc>
              <a:spcBef>
                <a:spcPts val="0"/>
              </a:spcBef>
              <a:spcAft>
                <a:spcPts val="0"/>
              </a:spcAft>
              <a:buClr>
                <a:schemeClr val="accent1"/>
              </a:buClr>
              <a:buSzPts val="2400"/>
              <a:buFont typeface="Outfit ExtraBold"/>
              <a:buNone/>
              <a:defRPr sz="2400" b="0" i="0" u="none" strike="noStrike" cap="none">
                <a:solidFill>
                  <a:schemeClr val="accent1"/>
                </a:solidFill>
                <a:latin typeface="Outfit ExtraBold"/>
                <a:ea typeface="Outfit ExtraBold"/>
                <a:cs typeface="Outfit ExtraBold"/>
                <a:sym typeface="Outfit ExtraBold"/>
              </a:defRPr>
            </a:lvl7pPr>
            <a:lvl8pPr marL="3657600" marR="0" lvl="7" indent="-317500" algn="l" rtl="0">
              <a:lnSpc>
                <a:spcPct val="100000"/>
              </a:lnSpc>
              <a:spcBef>
                <a:spcPts val="0"/>
              </a:spcBef>
              <a:spcAft>
                <a:spcPts val="0"/>
              </a:spcAft>
              <a:buClr>
                <a:schemeClr val="accent1"/>
              </a:buClr>
              <a:buSzPts val="2400"/>
              <a:buFont typeface="Outfit ExtraBold"/>
              <a:buNone/>
              <a:defRPr sz="2400" b="0" i="0" u="none" strike="noStrike" cap="none">
                <a:solidFill>
                  <a:schemeClr val="accent1"/>
                </a:solidFill>
                <a:latin typeface="Outfit ExtraBold"/>
                <a:ea typeface="Outfit ExtraBold"/>
                <a:cs typeface="Outfit ExtraBold"/>
                <a:sym typeface="Outfit ExtraBold"/>
              </a:defRPr>
            </a:lvl8pPr>
            <a:lvl9pPr marL="4114800" marR="0" lvl="8" indent="-317500" algn="l" rtl="0">
              <a:lnSpc>
                <a:spcPct val="100000"/>
              </a:lnSpc>
              <a:spcBef>
                <a:spcPts val="0"/>
              </a:spcBef>
              <a:spcAft>
                <a:spcPts val="0"/>
              </a:spcAft>
              <a:buClr>
                <a:schemeClr val="accent1"/>
              </a:buClr>
              <a:buSzPts val="2400"/>
              <a:buFont typeface="Outfit ExtraBold"/>
              <a:buNone/>
              <a:defRPr sz="2400" b="0" i="0" u="none" strike="noStrike" cap="none">
                <a:solidFill>
                  <a:schemeClr val="accent1"/>
                </a:solidFill>
                <a:latin typeface="Outfit ExtraBold"/>
                <a:ea typeface="Outfit ExtraBold"/>
                <a:cs typeface="Outfit ExtraBold"/>
                <a:sym typeface="Outfit ExtraBold"/>
              </a:defRPr>
            </a:lvl9pPr>
          </a:lstStyle>
          <a:p>
            <a:pPr marL="0" indent="0"/>
            <a:r>
              <a:rPr lang="en-US" noProof="0" dirty="0"/>
              <a:t>Automatization</a:t>
            </a:r>
          </a:p>
        </p:txBody>
      </p:sp>
      <p:sp>
        <p:nvSpPr>
          <p:cNvPr id="4" name="Google Shape;2612;p29">
            <a:extLst>
              <a:ext uri="{FF2B5EF4-FFF2-40B4-BE49-F238E27FC236}">
                <a16:creationId xmlns:a16="http://schemas.microsoft.com/office/drawing/2014/main" id="{456F0CC9-EC37-9E03-A064-B72FD9F32DF5}"/>
              </a:ext>
            </a:extLst>
          </p:cNvPr>
          <p:cNvSpPr txBox="1">
            <a:spLocks/>
          </p:cNvSpPr>
          <p:nvPr/>
        </p:nvSpPr>
        <p:spPr>
          <a:xfrm>
            <a:off x="4625814" y="3682203"/>
            <a:ext cx="724800" cy="708000"/>
          </a:xfrm>
          <a:prstGeom prst="rect">
            <a:avLst/>
          </a:pr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Outfit ExtraBold"/>
              <a:buNone/>
              <a:defRPr sz="1600" b="0" i="0" u="none" strike="noStrike" cap="none">
                <a:solidFill>
                  <a:schemeClr val="accent1"/>
                </a:solidFill>
                <a:latin typeface="Outfit ExtraBold"/>
                <a:ea typeface="Outfit ExtraBold"/>
                <a:cs typeface="Outfit ExtraBold"/>
                <a:sym typeface="Outfit ExtraBold"/>
              </a:defRPr>
            </a:lvl1pPr>
            <a:lvl2pPr marR="0" lvl="1" algn="ctr" rtl="0">
              <a:lnSpc>
                <a:spcPct val="100000"/>
              </a:lnSpc>
              <a:spcBef>
                <a:spcPts val="0"/>
              </a:spcBef>
              <a:spcAft>
                <a:spcPts val="0"/>
              </a:spcAft>
              <a:buClr>
                <a:schemeClr val="dk1"/>
              </a:buClr>
              <a:buSzPts val="3000"/>
              <a:buFont typeface="Outfit ExtraBold"/>
              <a:buNone/>
              <a:defRPr sz="3000" b="0" i="0" u="none" strike="noStrike" cap="none">
                <a:solidFill>
                  <a:schemeClr val="dk1"/>
                </a:solidFill>
                <a:latin typeface="Outfit ExtraBold"/>
                <a:ea typeface="Outfit ExtraBold"/>
                <a:cs typeface="Outfit ExtraBold"/>
                <a:sym typeface="Outfit ExtraBold"/>
              </a:defRPr>
            </a:lvl2pPr>
            <a:lvl3pPr marR="0" lvl="2" algn="ctr" rtl="0">
              <a:lnSpc>
                <a:spcPct val="100000"/>
              </a:lnSpc>
              <a:spcBef>
                <a:spcPts val="0"/>
              </a:spcBef>
              <a:spcAft>
                <a:spcPts val="0"/>
              </a:spcAft>
              <a:buClr>
                <a:schemeClr val="dk1"/>
              </a:buClr>
              <a:buSzPts val="3000"/>
              <a:buFont typeface="Outfit ExtraBold"/>
              <a:buNone/>
              <a:defRPr sz="3000" b="0" i="0" u="none" strike="noStrike" cap="none">
                <a:solidFill>
                  <a:schemeClr val="dk1"/>
                </a:solidFill>
                <a:latin typeface="Outfit ExtraBold"/>
                <a:ea typeface="Outfit ExtraBold"/>
                <a:cs typeface="Outfit ExtraBold"/>
                <a:sym typeface="Outfit ExtraBold"/>
              </a:defRPr>
            </a:lvl3pPr>
            <a:lvl4pPr marR="0" lvl="3" algn="ctr" rtl="0">
              <a:lnSpc>
                <a:spcPct val="100000"/>
              </a:lnSpc>
              <a:spcBef>
                <a:spcPts val="0"/>
              </a:spcBef>
              <a:spcAft>
                <a:spcPts val="0"/>
              </a:spcAft>
              <a:buClr>
                <a:schemeClr val="dk1"/>
              </a:buClr>
              <a:buSzPts val="3000"/>
              <a:buFont typeface="Outfit ExtraBold"/>
              <a:buNone/>
              <a:defRPr sz="3000" b="0" i="0" u="none" strike="noStrike" cap="none">
                <a:solidFill>
                  <a:schemeClr val="dk1"/>
                </a:solidFill>
                <a:latin typeface="Outfit ExtraBold"/>
                <a:ea typeface="Outfit ExtraBold"/>
                <a:cs typeface="Outfit ExtraBold"/>
                <a:sym typeface="Outfit ExtraBold"/>
              </a:defRPr>
            </a:lvl4pPr>
            <a:lvl5pPr marR="0" lvl="4" algn="ctr" rtl="0">
              <a:lnSpc>
                <a:spcPct val="100000"/>
              </a:lnSpc>
              <a:spcBef>
                <a:spcPts val="0"/>
              </a:spcBef>
              <a:spcAft>
                <a:spcPts val="0"/>
              </a:spcAft>
              <a:buClr>
                <a:schemeClr val="dk1"/>
              </a:buClr>
              <a:buSzPts val="3000"/>
              <a:buFont typeface="Outfit ExtraBold"/>
              <a:buNone/>
              <a:defRPr sz="3000" b="0" i="0" u="none" strike="noStrike" cap="none">
                <a:solidFill>
                  <a:schemeClr val="dk1"/>
                </a:solidFill>
                <a:latin typeface="Outfit ExtraBold"/>
                <a:ea typeface="Outfit ExtraBold"/>
                <a:cs typeface="Outfit ExtraBold"/>
                <a:sym typeface="Outfit ExtraBold"/>
              </a:defRPr>
            </a:lvl5pPr>
            <a:lvl6pPr marR="0" lvl="5" algn="ctr" rtl="0">
              <a:lnSpc>
                <a:spcPct val="100000"/>
              </a:lnSpc>
              <a:spcBef>
                <a:spcPts val="0"/>
              </a:spcBef>
              <a:spcAft>
                <a:spcPts val="0"/>
              </a:spcAft>
              <a:buClr>
                <a:schemeClr val="dk1"/>
              </a:buClr>
              <a:buSzPts val="3000"/>
              <a:buFont typeface="Outfit ExtraBold"/>
              <a:buNone/>
              <a:defRPr sz="3000" b="0" i="0" u="none" strike="noStrike" cap="none">
                <a:solidFill>
                  <a:schemeClr val="dk1"/>
                </a:solidFill>
                <a:latin typeface="Outfit ExtraBold"/>
                <a:ea typeface="Outfit ExtraBold"/>
                <a:cs typeface="Outfit ExtraBold"/>
                <a:sym typeface="Outfit ExtraBold"/>
              </a:defRPr>
            </a:lvl6pPr>
            <a:lvl7pPr marR="0" lvl="6" algn="ctr" rtl="0">
              <a:lnSpc>
                <a:spcPct val="100000"/>
              </a:lnSpc>
              <a:spcBef>
                <a:spcPts val="0"/>
              </a:spcBef>
              <a:spcAft>
                <a:spcPts val="0"/>
              </a:spcAft>
              <a:buClr>
                <a:schemeClr val="dk1"/>
              </a:buClr>
              <a:buSzPts val="3000"/>
              <a:buFont typeface="Outfit ExtraBold"/>
              <a:buNone/>
              <a:defRPr sz="3000" b="0" i="0" u="none" strike="noStrike" cap="none">
                <a:solidFill>
                  <a:schemeClr val="dk1"/>
                </a:solidFill>
                <a:latin typeface="Outfit ExtraBold"/>
                <a:ea typeface="Outfit ExtraBold"/>
                <a:cs typeface="Outfit ExtraBold"/>
                <a:sym typeface="Outfit ExtraBold"/>
              </a:defRPr>
            </a:lvl7pPr>
            <a:lvl8pPr marR="0" lvl="7" algn="ctr" rtl="0">
              <a:lnSpc>
                <a:spcPct val="100000"/>
              </a:lnSpc>
              <a:spcBef>
                <a:spcPts val="0"/>
              </a:spcBef>
              <a:spcAft>
                <a:spcPts val="0"/>
              </a:spcAft>
              <a:buClr>
                <a:schemeClr val="dk1"/>
              </a:buClr>
              <a:buSzPts val="3000"/>
              <a:buFont typeface="Outfit ExtraBold"/>
              <a:buNone/>
              <a:defRPr sz="3000" b="0" i="0" u="none" strike="noStrike" cap="none">
                <a:solidFill>
                  <a:schemeClr val="dk1"/>
                </a:solidFill>
                <a:latin typeface="Outfit ExtraBold"/>
                <a:ea typeface="Outfit ExtraBold"/>
                <a:cs typeface="Outfit ExtraBold"/>
                <a:sym typeface="Outfit ExtraBold"/>
              </a:defRPr>
            </a:lvl8pPr>
            <a:lvl9pPr marR="0" lvl="8" algn="ctr" rtl="0">
              <a:lnSpc>
                <a:spcPct val="100000"/>
              </a:lnSpc>
              <a:spcBef>
                <a:spcPts val="0"/>
              </a:spcBef>
              <a:spcAft>
                <a:spcPts val="0"/>
              </a:spcAft>
              <a:buClr>
                <a:schemeClr val="dk1"/>
              </a:buClr>
              <a:buSzPts val="3000"/>
              <a:buFont typeface="Outfit ExtraBold"/>
              <a:buNone/>
              <a:defRPr sz="3000" b="0" i="0" u="none" strike="noStrike" cap="none">
                <a:solidFill>
                  <a:schemeClr val="dk1"/>
                </a:solidFill>
                <a:latin typeface="Outfit ExtraBold"/>
                <a:ea typeface="Outfit ExtraBold"/>
                <a:cs typeface="Outfit ExtraBold"/>
                <a:sym typeface="Outfit ExtraBold"/>
              </a:defRPr>
            </a:lvl9pPr>
          </a:lstStyle>
          <a:p>
            <a:r>
              <a:rPr lang="en-US" noProof="0" dirty="0"/>
              <a:t>06</a:t>
            </a:r>
          </a:p>
        </p:txBody>
      </p:sp>
      <p:sp>
        <p:nvSpPr>
          <p:cNvPr id="5" name="Google Shape;2614;p29">
            <a:extLst>
              <a:ext uri="{FF2B5EF4-FFF2-40B4-BE49-F238E27FC236}">
                <a16:creationId xmlns:a16="http://schemas.microsoft.com/office/drawing/2014/main" id="{95A62A71-F68C-33D1-A11D-E9610257B845}"/>
              </a:ext>
            </a:extLst>
          </p:cNvPr>
          <p:cNvSpPr txBox="1">
            <a:spLocks/>
          </p:cNvSpPr>
          <p:nvPr/>
        </p:nvSpPr>
        <p:spPr>
          <a:xfrm>
            <a:off x="5350614" y="3812403"/>
            <a:ext cx="3055500" cy="447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accent1"/>
              </a:buClr>
              <a:buSzPts val="2400"/>
              <a:buFont typeface="Outfit ExtraBold"/>
              <a:buNone/>
              <a:defRPr sz="1600" b="0" i="0" u="none" strike="noStrike" cap="none">
                <a:solidFill>
                  <a:schemeClr val="accent1"/>
                </a:solidFill>
                <a:latin typeface="Outfit ExtraBold"/>
                <a:ea typeface="Outfit ExtraBold"/>
                <a:cs typeface="Outfit ExtraBold"/>
                <a:sym typeface="Outfit ExtraBold"/>
              </a:defRPr>
            </a:lvl1pPr>
            <a:lvl2pPr marL="914400" marR="0" lvl="1" indent="-317500" algn="l" rtl="0">
              <a:lnSpc>
                <a:spcPct val="100000"/>
              </a:lnSpc>
              <a:spcBef>
                <a:spcPts val="0"/>
              </a:spcBef>
              <a:spcAft>
                <a:spcPts val="0"/>
              </a:spcAft>
              <a:buClr>
                <a:schemeClr val="accent1"/>
              </a:buClr>
              <a:buSzPts val="2400"/>
              <a:buFont typeface="Outfit ExtraBold"/>
              <a:buNone/>
              <a:defRPr sz="2400" b="0" i="0" u="none" strike="noStrike" cap="none">
                <a:solidFill>
                  <a:schemeClr val="accent1"/>
                </a:solidFill>
                <a:latin typeface="Outfit ExtraBold"/>
                <a:ea typeface="Outfit ExtraBold"/>
                <a:cs typeface="Outfit ExtraBold"/>
                <a:sym typeface="Outfit ExtraBold"/>
              </a:defRPr>
            </a:lvl2pPr>
            <a:lvl3pPr marL="1371600" marR="0" lvl="2" indent="-317500" algn="l" rtl="0">
              <a:lnSpc>
                <a:spcPct val="100000"/>
              </a:lnSpc>
              <a:spcBef>
                <a:spcPts val="0"/>
              </a:spcBef>
              <a:spcAft>
                <a:spcPts val="0"/>
              </a:spcAft>
              <a:buClr>
                <a:schemeClr val="accent1"/>
              </a:buClr>
              <a:buSzPts val="2400"/>
              <a:buFont typeface="Outfit ExtraBold"/>
              <a:buNone/>
              <a:defRPr sz="2400" b="0" i="0" u="none" strike="noStrike" cap="none">
                <a:solidFill>
                  <a:schemeClr val="accent1"/>
                </a:solidFill>
                <a:latin typeface="Outfit ExtraBold"/>
                <a:ea typeface="Outfit ExtraBold"/>
                <a:cs typeface="Outfit ExtraBold"/>
                <a:sym typeface="Outfit ExtraBold"/>
              </a:defRPr>
            </a:lvl3pPr>
            <a:lvl4pPr marL="1828800" marR="0" lvl="3" indent="-317500" algn="l" rtl="0">
              <a:lnSpc>
                <a:spcPct val="100000"/>
              </a:lnSpc>
              <a:spcBef>
                <a:spcPts val="0"/>
              </a:spcBef>
              <a:spcAft>
                <a:spcPts val="0"/>
              </a:spcAft>
              <a:buClr>
                <a:schemeClr val="accent1"/>
              </a:buClr>
              <a:buSzPts val="2400"/>
              <a:buFont typeface="Outfit ExtraBold"/>
              <a:buNone/>
              <a:defRPr sz="2400" b="0" i="0" u="none" strike="noStrike" cap="none">
                <a:solidFill>
                  <a:schemeClr val="accent1"/>
                </a:solidFill>
                <a:latin typeface="Outfit ExtraBold"/>
                <a:ea typeface="Outfit ExtraBold"/>
                <a:cs typeface="Outfit ExtraBold"/>
                <a:sym typeface="Outfit ExtraBold"/>
              </a:defRPr>
            </a:lvl4pPr>
            <a:lvl5pPr marL="2286000" marR="0" lvl="4" indent="-317500" algn="l" rtl="0">
              <a:lnSpc>
                <a:spcPct val="100000"/>
              </a:lnSpc>
              <a:spcBef>
                <a:spcPts val="0"/>
              </a:spcBef>
              <a:spcAft>
                <a:spcPts val="0"/>
              </a:spcAft>
              <a:buClr>
                <a:schemeClr val="accent1"/>
              </a:buClr>
              <a:buSzPts val="2400"/>
              <a:buFont typeface="Outfit ExtraBold"/>
              <a:buNone/>
              <a:defRPr sz="2400" b="0" i="0" u="none" strike="noStrike" cap="none">
                <a:solidFill>
                  <a:schemeClr val="accent1"/>
                </a:solidFill>
                <a:latin typeface="Outfit ExtraBold"/>
                <a:ea typeface="Outfit ExtraBold"/>
                <a:cs typeface="Outfit ExtraBold"/>
                <a:sym typeface="Outfit ExtraBold"/>
              </a:defRPr>
            </a:lvl5pPr>
            <a:lvl6pPr marL="2743200" marR="0" lvl="5" indent="-317500" algn="l" rtl="0">
              <a:lnSpc>
                <a:spcPct val="100000"/>
              </a:lnSpc>
              <a:spcBef>
                <a:spcPts val="0"/>
              </a:spcBef>
              <a:spcAft>
                <a:spcPts val="0"/>
              </a:spcAft>
              <a:buClr>
                <a:schemeClr val="accent1"/>
              </a:buClr>
              <a:buSzPts val="2400"/>
              <a:buFont typeface="Outfit ExtraBold"/>
              <a:buNone/>
              <a:defRPr sz="2400" b="0" i="0" u="none" strike="noStrike" cap="none">
                <a:solidFill>
                  <a:schemeClr val="accent1"/>
                </a:solidFill>
                <a:latin typeface="Outfit ExtraBold"/>
                <a:ea typeface="Outfit ExtraBold"/>
                <a:cs typeface="Outfit ExtraBold"/>
                <a:sym typeface="Outfit ExtraBold"/>
              </a:defRPr>
            </a:lvl6pPr>
            <a:lvl7pPr marL="3200400" marR="0" lvl="6" indent="-317500" algn="l" rtl="0">
              <a:lnSpc>
                <a:spcPct val="100000"/>
              </a:lnSpc>
              <a:spcBef>
                <a:spcPts val="0"/>
              </a:spcBef>
              <a:spcAft>
                <a:spcPts val="0"/>
              </a:spcAft>
              <a:buClr>
                <a:schemeClr val="accent1"/>
              </a:buClr>
              <a:buSzPts val="2400"/>
              <a:buFont typeface="Outfit ExtraBold"/>
              <a:buNone/>
              <a:defRPr sz="2400" b="0" i="0" u="none" strike="noStrike" cap="none">
                <a:solidFill>
                  <a:schemeClr val="accent1"/>
                </a:solidFill>
                <a:latin typeface="Outfit ExtraBold"/>
                <a:ea typeface="Outfit ExtraBold"/>
                <a:cs typeface="Outfit ExtraBold"/>
                <a:sym typeface="Outfit ExtraBold"/>
              </a:defRPr>
            </a:lvl7pPr>
            <a:lvl8pPr marL="3657600" marR="0" lvl="7" indent="-317500" algn="l" rtl="0">
              <a:lnSpc>
                <a:spcPct val="100000"/>
              </a:lnSpc>
              <a:spcBef>
                <a:spcPts val="0"/>
              </a:spcBef>
              <a:spcAft>
                <a:spcPts val="0"/>
              </a:spcAft>
              <a:buClr>
                <a:schemeClr val="accent1"/>
              </a:buClr>
              <a:buSzPts val="2400"/>
              <a:buFont typeface="Outfit ExtraBold"/>
              <a:buNone/>
              <a:defRPr sz="2400" b="0" i="0" u="none" strike="noStrike" cap="none">
                <a:solidFill>
                  <a:schemeClr val="accent1"/>
                </a:solidFill>
                <a:latin typeface="Outfit ExtraBold"/>
                <a:ea typeface="Outfit ExtraBold"/>
                <a:cs typeface="Outfit ExtraBold"/>
                <a:sym typeface="Outfit ExtraBold"/>
              </a:defRPr>
            </a:lvl8pPr>
            <a:lvl9pPr marL="4114800" marR="0" lvl="8" indent="-317500" algn="l" rtl="0">
              <a:lnSpc>
                <a:spcPct val="100000"/>
              </a:lnSpc>
              <a:spcBef>
                <a:spcPts val="0"/>
              </a:spcBef>
              <a:spcAft>
                <a:spcPts val="0"/>
              </a:spcAft>
              <a:buClr>
                <a:schemeClr val="accent1"/>
              </a:buClr>
              <a:buSzPts val="2400"/>
              <a:buFont typeface="Outfit ExtraBold"/>
              <a:buNone/>
              <a:defRPr sz="2400" b="0" i="0" u="none" strike="noStrike" cap="none">
                <a:solidFill>
                  <a:schemeClr val="accent1"/>
                </a:solidFill>
                <a:latin typeface="Outfit ExtraBold"/>
                <a:ea typeface="Outfit ExtraBold"/>
                <a:cs typeface="Outfit ExtraBold"/>
                <a:sym typeface="Outfit ExtraBold"/>
              </a:defRPr>
            </a:lvl9pPr>
          </a:lstStyle>
          <a:p>
            <a:pPr marL="0" indent="0"/>
            <a:r>
              <a:rPr lang="en-US" noProof="0" dirty="0"/>
              <a:t>PowerBI dashboards</a:t>
            </a:r>
          </a:p>
        </p:txBody>
      </p:sp>
    </p:spTree>
    <p:extLst>
      <p:ext uri="{BB962C8B-B14F-4D97-AF65-F5344CB8AC3E}">
        <p14:creationId xmlns:p14="http://schemas.microsoft.com/office/powerpoint/2010/main" val="22494358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91">
          <a:extLst>
            <a:ext uri="{FF2B5EF4-FFF2-40B4-BE49-F238E27FC236}">
              <a16:creationId xmlns:a16="http://schemas.microsoft.com/office/drawing/2014/main" id="{AB030469-B1D0-F23E-CB61-6B673A1D08DC}"/>
            </a:ext>
          </a:extLst>
        </p:cNvPr>
        <p:cNvGrpSpPr/>
        <p:nvPr/>
      </p:nvGrpSpPr>
      <p:grpSpPr>
        <a:xfrm>
          <a:off x="0" y="0"/>
          <a:ext cx="0" cy="0"/>
          <a:chOff x="0" y="0"/>
          <a:chExt cx="0" cy="0"/>
        </a:xfrm>
      </p:grpSpPr>
      <p:sp>
        <p:nvSpPr>
          <p:cNvPr id="2692" name="Google Shape;2692;p31">
            <a:extLst>
              <a:ext uri="{FF2B5EF4-FFF2-40B4-BE49-F238E27FC236}">
                <a16:creationId xmlns:a16="http://schemas.microsoft.com/office/drawing/2014/main" id="{A1B9752B-1BDE-443D-A689-1456752C8205}"/>
              </a:ext>
            </a:extLst>
          </p:cNvPr>
          <p:cNvSpPr txBox="1">
            <a:spLocks noGrp="1"/>
          </p:cNvSpPr>
          <p:nvPr>
            <p:ph type="title"/>
          </p:nvPr>
        </p:nvSpPr>
        <p:spPr>
          <a:xfrm>
            <a:off x="713225" y="2121000"/>
            <a:ext cx="7717500" cy="1511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noProof="0" dirty="0"/>
              <a:t>Use case</a:t>
            </a:r>
          </a:p>
        </p:txBody>
      </p:sp>
      <p:sp>
        <p:nvSpPr>
          <p:cNvPr id="2694" name="Google Shape;2694;p31">
            <a:extLst>
              <a:ext uri="{FF2B5EF4-FFF2-40B4-BE49-F238E27FC236}">
                <a16:creationId xmlns:a16="http://schemas.microsoft.com/office/drawing/2014/main" id="{990D4135-D5D1-6414-D8AD-B5475927D548}"/>
              </a:ext>
            </a:extLst>
          </p:cNvPr>
          <p:cNvSpPr txBox="1">
            <a:spLocks noGrp="1"/>
          </p:cNvSpPr>
          <p:nvPr>
            <p:ph type="title" idx="2"/>
          </p:nvPr>
        </p:nvSpPr>
        <p:spPr>
          <a:xfrm>
            <a:off x="3574350" y="539500"/>
            <a:ext cx="1652100" cy="166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noProof="0" dirty="0"/>
              <a:t>01</a:t>
            </a:r>
          </a:p>
        </p:txBody>
      </p:sp>
      <p:grpSp>
        <p:nvGrpSpPr>
          <p:cNvPr id="2695" name="Google Shape;2695;p31">
            <a:extLst>
              <a:ext uri="{FF2B5EF4-FFF2-40B4-BE49-F238E27FC236}">
                <a16:creationId xmlns:a16="http://schemas.microsoft.com/office/drawing/2014/main" id="{DD1C0AF0-5389-2A62-74BC-A3EAB1CC2747}"/>
              </a:ext>
            </a:extLst>
          </p:cNvPr>
          <p:cNvGrpSpPr/>
          <p:nvPr/>
        </p:nvGrpSpPr>
        <p:grpSpPr>
          <a:xfrm>
            <a:off x="3333124" y="539512"/>
            <a:ext cx="397957" cy="491303"/>
            <a:chOff x="4986000" y="2166120"/>
            <a:chExt cx="388440" cy="1402920"/>
          </a:xfrm>
        </p:grpSpPr>
        <p:sp>
          <p:nvSpPr>
            <p:cNvPr id="2696" name="Google Shape;2696;p31">
              <a:extLst>
                <a:ext uri="{FF2B5EF4-FFF2-40B4-BE49-F238E27FC236}">
                  <a16:creationId xmlns:a16="http://schemas.microsoft.com/office/drawing/2014/main" id="{49A830EF-5743-4764-A55A-502942A38BD1}"/>
                </a:ext>
              </a:extLst>
            </p:cNvPr>
            <p:cNvSpPr/>
            <p:nvPr/>
          </p:nvSpPr>
          <p:spPr>
            <a:xfrm>
              <a:off x="5135040" y="2166120"/>
              <a:ext cx="90360" cy="1294200"/>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97" name="Google Shape;2697;p31">
              <a:extLst>
                <a:ext uri="{FF2B5EF4-FFF2-40B4-BE49-F238E27FC236}">
                  <a16:creationId xmlns:a16="http://schemas.microsoft.com/office/drawing/2014/main" id="{8F97CF50-DF82-C9F7-D6BC-038D5B605220}"/>
                </a:ext>
              </a:extLst>
            </p:cNvPr>
            <p:cNvSpPr/>
            <p:nvPr/>
          </p:nvSpPr>
          <p:spPr>
            <a:xfrm>
              <a:off x="4986000" y="2166120"/>
              <a:ext cx="90360" cy="792720"/>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98" name="Google Shape;2698;p31">
              <a:extLst>
                <a:ext uri="{FF2B5EF4-FFF2-40B4-BE49-F238E27FC236}">
                  <a16:creationId xmlns:a16="http://schemas.microsoft.com/office/drawing/2014/main" id="{96DF25AE-4400-F6B2-61E3-F3213FBDA499}"/>
                </a:ext>
              </a:extLst>
            </p:cNvPr>
            <p:cNvSpPr/>
            <p:nvPr/>
          </p:nvSpPr>
          <p:spPr>
            <a:xfrm>
              <a:off x="5284440" y="3460320"/>
              <a:ext cx="90000" cy="108720"/>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grpSp>
      <p:grpSp>
        <p:nvGrpSpPr>
          <p:cNvPr id="2699" name="Google Shape;2699;p31">
            <a:extLst>
              <a:ext uri="{FF2B5EF4-FFF2-40B4-BE49-F238E27FC236}">
                <a16:creationId xmlns:a16="http://schemas.microsoft.com/office/drawing/2014/main" id="{96C6B0D3-0906-865B-2F1F-3590A54A3F8D}"/>
              </a:ext>
            </a:extLst>
          </p:cNvPr>
          <p:cNvGrpSpPr/>
          <p:nvPr/>
        </p:nvGrpSpPr>
        <p:grpSpPr>
          <a:xfrm>
            <a:off x="4984310" y="1974862"/>
            <a:ext cx="398326" cy="280942"/>
            <a:chOff x="6180480" y="1249200"/>
            <a:chExt cx="388800" cy="552600"/>
          </a:xfrm>
        </p:grpSpPr>
        <p:sp>
          <p:nvSpPr>
            <p:cNvPr id="2700" name="Google Shape;2700;p31">
              <a:extLst>
                <a:ext uri="{FF2B5EF4-FFF2-40B4-BE49-F238E27FC236}">
                  <a16:creationId xmlns:a16="http://schemas.microsoft.com/office/drawing/2014/main" id="{ECA13838-000A-BCF7-3C69-8A70F57B0C24}"/>
                </a:ext>
              </a:extLst>
            </p:cNvPr>
            <p:cNvSpPr/>
            <p:nvPr/>
          </p:nvSpPr>
          <p:spPr>
            <a:xfrm>
              <a:off x="6479280" y="1249200"/>
              <a:ext cx="90000" cy="173520"/>
            </a:xfrm>
            <a:custGeom>
              <a:avLst/>
              <a:gdLst/>
              <a:ahLst/>
              <a:cxnLst/>
              <a:rect l="l" t="t" r="r" b="b"/>
              <a:pathLst>
                <a:path w="250" h="482" extrusionOk="0">
                  <a:moveTo>
                    <a:pt x="0" y="0"/>
                  </a:moveTo>
                  <a:lnTo>
                    <a:pt x="250" y="0"/>
                  </a:lnTo>
                  <a:lnTo>
                    <a:pt x="250" y="482"/>
                  </a:lnTo>
                  <a:lnTo>
                    <a:pt x="0" y="48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701" name="Google Shape;2701;p31">
              <a:extLst>
                <a:ext uri="{FF2B5EF4-FFF2-40B4-BE49-F238E27FC236}">
                  <a16:creationId xmlns:a16="http://schemas.microsoft.com/office/drawing/2014/main" id="{F7AA12CB-A2EF-D79E-EF88-7160DEDD4E64}"/>
                </a:ext>
              </a:extLst>
            </p:cNvPr>
            <p:cNvSpPr/>
            <p:nvPr/>
          </p:nvSpPr>
          <p:spPr>
            <a:xfrm>
              <a:off x="6329880" y="1249200"/>
              <a:ext cx="90000" cy="443880"/>
            </a:xfrm>
            <a:custGeom>
              <a:avLst/>
              <a:gdLst/>
              <a:ahLst/>
              <a:cxnLst/>
              <a:rect l="l" t="t" r="r" b="b"/>
              <a:pathLst>
                <a:path w="250" h="1233" extrusionOk="0">
                  <a:moveTo>
                    <a:pt x="0" y="0"/>
                  </a:moveTo>
                  <a:lnTo>
                    <a:pt x="250" y="0"/>
                  </a:lnTo>
                  <a:lnTo>
                    <a:pt x="250" y="1233"/>
                  </a:lnTo>
                  <a:lnTo>
                    <a:pt x="0" y="123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702" name="Google Shape;2702;p31">
              <a:extLst>
                <a:ext uri="{FF2B5EF4-FFF2-40B4-BE49-F238E27FC236}">
                  <a16:creationId xmlns:a16="http://schemas.microsoft.com/office/drawing/2014/main" id="{A1E69DCF-D877-971B-022F-C78109AF8968}"/>
                </a:ext>
              </a:extLst>
            </p:cNvPr>
            <p:cNvSpPr/>
            <p:nvPr/>
          </p:nvSpPr>
          <p:spPr>
            <a:xfrm>
              <a:off x="6180480" y="1693080"/>
              <a:ext cx="90360" cy="108720"/>
            </a:xfrm>
            <a:custGeom>
              <a:avLst/>
              <a:gdLst/>
              <a:ahLst/>
              <a:cxnLst/>
              <a:rect l="l" t="t" r="r" b="b"/>
              <a:pathLst>
                <a:path w="251" h="302" extrusionOk="0">
                  <a:moveTo>
                    <a:pt x="0" y="0"/>
                  </a:moveTo>
                  <a:lnTo>
                    <a:pt x="251" y="0"/>
                  </a:lnTo>
                  <a:lnTo>
                    <a:pt x="251"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21503318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349">
          <a:extLst>
            <a:ext uri="{FF2B5EF4-FFF2-40B4-BE49-F238E27FC236}">
              <a16:creationId xmlns:a16="http://schemas.microsoft.com/office/drawing/2014/main" id="{03CADBA7-90EA-3CEC-5402-E87AAC37BEE9}"/>
            </a:ext>
          </a:extLst>
        </p:cNvPr>
        <p:cNvGrpSpPr/>
        <p:nvPr/>
      </p:nvGrpSpPr>
      <p:grpSpPr>
        <a:xfrm>
          <a:off x="0" y="0"/>
          <a:ext cx="0" cy="0"/>
          <a:chOff x="0" y="0"/>
          <a:chExt cx="0" cy="0"/>
        </a:xfrm>
      </p:grpSpPr>
      <p:sp>
        <p:nvSpPr>
          <p:cNvPr id="3350" name="Google Shape;3350;p44">
            <a:extLst>
              <a:ext uri="{FF2B5EF4-FFF2-40B4-BE49-F238E27FC236}">
                <a16:creationId xmlns:a16="http://schemas.microsoft.com/office/drawing/2014/main" id="{D48E992A-C932-5887-B4E0-30DEE34B25F5}"/>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noProof="0" dirty="0"/>
              <a:t>Use case</a:t>
            </a:r>
          </a:p>
        </p:txBody>
      </p:sp>
      <p:sp>
        <p:nvSpPr>
          <p:cNvPr id="3351" name="Google Shape;3351;p44">
            <a:extLst>
              <a:ext uri="{FF2B5EF4-FFF2-40B4-BE49-F238E27FC236}">
                <a16:creationId xmlns:a16="http://schemas.microsoft.com/office/drawing/2014/main" id="{9067B519-0B91-77AB-B16E-560D2B15BDA8}"/>
              </a:ext>
            </a:extLst>
          </p:cNvPr>
          <p:cNvSpPr txBox="1"/>
          <p:nvPr/>
        </p:nvSpPr>
        <p:spPr>
          <a:xfrm>
            <a:off x="726375" y="1128125"/>
            <a:ext cx="7697625" cy="9066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noProof="0" dirty="0">
                <a:solidFill>
                  <a:schemeClr val="dk2"/>
                </a:solidFill>
                <a:latin typeface="Lato"/>
                <a:ea typeface="Lato"/>
                <a:cs typeface="Lato"/>
                <a:sym typeface="Lato"/>
              </a:rPr>
              <a:t>Reference data from two Apartments</a:t>
            </a:r>
          </a:p>
          <a:p>
            <a:pPr marL="0" lvl="0" indent="0" algn="ctr" rtl="0">
              <a:lnSpc>
                <a:spcPct val="115000"/>
              </a:lnSpc>
              <a:spcBef>
                <a:spcPts val="0"/>
              </a:spcBef>
              <a:spcAft>
                <a:spcPts val="0"/>
              </a:spcAft>
              <a:buNone/>
            </a:pPr>
            <a:r>
              <a:rPr lang="en-US" noProof="0" dirty="0">
                <a:solidFill>
                  <a:schemeClr val="dk2"/>
                </a:solidFill>
                <a:latin typeface="Lato"/>
                <a:ea typeface="Lato"/>
                <a:cs typeface="Lato"/>
                <a:sym typeface="Lato"/>
              </a:rPr>
              <a:t>Sensors logs (movements, temperature, humidity, energy consumption, light)</a:t>
            </a:r>
          </a:p>
          <a:p>
            <a:pPr marL="0" lvl="0" indent="0" algn="ctr" rtl="0">
              <a:lnSpc>
                <a:spcPct val="115000"/>
              </a:lnSpc>
              <a:spcBef>
                <a:spcPts val="0"/>
              </a:spcBef>
              <a:spcAft>
                <a:spcPts val="0"/>
              </a:spcAft>
              <a:buNone/>
            </a:pPr>
            <a:r>
              <a:rPr lang="en-US" noProof="0" dirty="0">
                <a:solidFill>
                  <a:schemeClr val="dk2"/>
                </a:solidFill>
                <a:latin typeface="Lato"/>
                <a:ea typeface="Lato"/>
                <a:cs typeface="Lato"/>
                <a:sym typeface="Lato"/>
              </a:rPr>
              <a:t>Weather forecasts</a:t>
            </a:r>
          </a:p>
        </p:txBody>
      </p:sp>
      <p:sp>
        <p:nvSpPr>
          <p:cNvPr id="3352" name="Google Shape;3352;p44">
            <a:extLst>
              <a:ext uri="{FF2B5EF4-FFF2-40B4-BE49-F238E27FC236}">
                <a16:creationId xmlns:a16="http://schemas.microsoft.com/office/drawing/2014/main" id="{28621095-FA68-2AEB-FD0B-94F6F25AE414}"/>
              </a:ext>
            </a:extLst>
          </p:cNvPr>
          <p:cNvSpPr txBox="1"/>
          <p:nvPr/>
        </p:nvSpPr>
        <p:spPr>
          <a:xfrm>
            <a:off x="726375" y="2110800"/>
            <a:ext cx="7704000" cy="460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600" noProof="0" dirty="0">
                <a:solidFill>
                  <a:schemeClr val="accent1"/>
                </a:solidFill>
                <a:latin typeface="Outfit ExtraBold"/>
                <a:ea typeface="Outfit ExtraBold"/>
                <a:cs typeface="Outfit ExtraBold"/>
                <a:sym typeface="Outfit ExtraBold"/>
              </a:rPr>
              <a:t>Business objectives</a:t>
            </a:r>
          </a:p>
        </p:txBody>
      </p:sp>
      <p:sp>
        <p:nvSpPr>
          <p:cNvPr id="3353" name="Google Shape;3353;p44">
            <a:extLst>
              <a:ext uri="{FF2B5EF4-FFF2-40B4-BE49-F238E27FC236}">
                <a16:creationId xmlns:a16="http://schemas.microsoft.com/office/drawing/2014/main" id="{283357EB-0C51-59AA-5015-EB6EB6322F23}"/>
              </a:ext>
            </a:extLst>
          </p:cNvPr>
          <p:cNvSpPr txBox="1"/>
          <p:nvPr/>
        </p:nvSpPr>
        <p:spPr>
          <a:xfrm>
            <a:off x="726375" y="2466851"/>
            <a:ext cx="7704000" cy="21372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500"/>
              </a:spcBef>
              <a:spcAft>
                <a:spcPts val="0"/>
              </a:spcAft>
              <a:buClr>
                <a:schemeClr val="dk2"/>
              </a:buClr>
              <a:buSzPts val="1400"/>
              <a:buFont typeface="Lato"/>
              <a:buChar char="➔"/>
            </a:pPr>
            <a:r>
              <a:rPr lang="en-US" b="1" noProof="0" dirty="0">
                <a:solidFill>
                  <a:schemeClr val="dk2"/>
                </a:solidFill>
                <a:latin typeface="Lato"/>
                <a:ea typeface="Lato"/>
                <a:cs typeface="Lato"/>
                <a:sym typeface="Lato"/>
              </a:rPr>
              <a:t>Visualize power consumption and environmental data</a:t>
            </a:r>
          </a:p>
          <a:p>
            <a:pPr marL="457200" lvl="0" indent="-317500" algn="l" rtl="0">
              <a:lnSpc>
                <a:spcPct val="115000"/>
              </a:lnSpc>
              <a:spcBef>
                <a:spcPts val="1500"/>
              </a:spcBef>
              <a:spcAft>
                <a:spcPts val="0"/>
              </a:spcAft>
              <a:buClr>
                <a:schemeClr val="dk2"/>
              </a:buClr>
              <a:buSzPts val="1400"/>
              <a:buFont typeface="Lato"/>
              <a:buChar char="➔"/>
            </a:pPr>
            <a:r>
              <a:rPr lang="en-US" b="1" noProof="0" dirty="0">
                <a:solidFill>
                  <a:schemeClr val="dk2"/>
                </a:solidFill>
                <a:latin typeface="Lato"/>
                <a:ea typeface="Lato"/>
                <a:cs typeface="Lato"/>
                <a:sym typeface="Lato"/>
              </a:rPr>
              <a:t>Visualize room occupation</a:t>
            </a:r>
            <a:endParaRPr lang="en-US" noProof="0" dirty="0">
              <a:solidFill>
                <a:schemeClr val="dk2"/>
              </a:solidFill>
              <a:latin typeface="Lato"/>
              <a:ea typeface="Lato"/>
              <a:cs typeface="Lato"/>
              <a:sym typeface="Lato"/>
            </a:endParaRPr>
          </a:p>
          <a:p>
            <a:pPr marL="457200" lvl="0" indent="-317500" algn="l" rtl="0">
              <a:lnSpc>
                <a:spcPct val="115000"/>
              </a:lnSpc>
              <a:spcBef>
                <a:spcPts val="1500"/>
              </a:spcBef>
              <a:spcAft>
                <a:spcPts val="0"/>
              </a:spcAft>
              <a:buClr>
                <a:schemeClr val="dk2"/>
              </a:buClr>
              <a:buSzPts val="1400"/>
              <a:buFont typeface="Lato"/>
              <a:buChar char="➔"/>
            </a:pPr>
            <a:r>
              <a:rPr lang="en-US" b="1" noProof="0" dirty="0">
                <a:solidFill>
                  <a:schemeClr val="dk2"/>
                </a:solidFill>
                <a:latin typeface="Lato"/>
                <a:ea typeface="Lato"/>
                <a:cs typeface="Lato"/>
                <a:sym typeface="Lato"/>
              </a:rPr>
              <a:t>Forecast power consumption and room occupation</a:t>
            </a:r>
            <a:endParaRPr lang="en-US" noProof="0" dirty="0">
              <a:solidFill>
                <a:schemeClr val="dk2"/>
              </a:solidFill>
              <a:latin typeface="Lato"/>
              <a:ea typeface="Lato"/>
              <a:cs typeface="Lato"/>
              <a:sym typeface="Lato"/>
            </a:endParaRPr>
          </a:p>
        </p:txBody>
      </p:sp>
    </p:spTree>
    <p:extLst>
      <p:ext uri="{BB962C8B-B14F-4D97-AF65-F5344CB8AC3E}">
        <p14:creationId xmlns:p14="http://schemas.microsoft.com/office/powerpoint/2010/main" val="10752028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91">
          <a:extLst>
            <a:ext uri="{FF2B5EF4-FFF2-40B4-BE49-F238E27FC236}">
              <a16:creationId xmlns:a16="http://schemas.microsoft.com/office/drawing/2014/main" id="{C0BAABE5-507E-6EAE-DB94-5584C58675D1}"/>
            </a:ext>
          </a:extLst>
        </p:cNvPr>
        <p:cNvGrpSpPr/>
        <p:nvPr/>
      </p:nvGrpSpPr>
      <p:grpSpPr>
        <a:xfrm>
          <a:off x="0" y="0"/>
          <a:ext cx="0" cy="0"/>
          <a:chOff x="0" y="0"/>
          <a:chExt cx="0" cy="0"/>
        </a:xfrm>
      </p:grpSpPr>
      <p:sp>
        <p:nvSpPr>
          <p:cNvPr id="2692" name="Google Shape;2692;p31">
            <a:extLst>
              <a:ext uri="{FF2B5EF4-FFF2-40B4-BE49-F238E27FC236}">
                <a16:creationId xmlns:a16="http://schemas.microsoft.com/office/drawing/2014/main" id="{4AB8BF3F-3D59-C8CE-C1EE-B7B5C28FE3F2}"/>
              </a:ext>
            </a:extLst>
          </p:cNvPr>
          <p:cNvSpPr txBox="1">
            <a:spLocks noGrp="1"/>
          </p:cNvSpPr>
          <p:nvPr>
            <p:ph type="title"/>
          </p:nvPr>
        </p:nvSpPr>
        <p:spPr>
          <a:xfrm>
            <a:off x="713225" y="2121000"/>
            <a:ext cx="7717500" cy="1511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noProof="0" dirty="0"/>
              <a:t>System architecture</a:t>
            </a:r>
          </a:p>
        </p:txBody>
      </p:sp>
      <p:sp>
        <p:nvSpPr>
          <p:cNvPr id="2694" name="Google Shape;2694;p31">
            <a:extLst>
              <a:ext uri="{FF2B5EF4-FFF2-40B4-BE49-F238E27FC236}">
                <a16:creationId xmlns:a16="http://schemas.microsoft.com/office/drawing/2014/main" id="{E1FF1313-0CF8-2878-1C2E-4CDEF1CA54A3}"/>
              </a:ext>
            </a:extLst>
          </p:cNvPr>
          <p:cNvSpPr txBox="1">
            <a:spLocks noGrp="1"/>
          </p:cNvSpPr>
          <p:nvPr>
            <p:ph type="title" idx="2"/>
          </p:nvPr>
        </p:nvSpPr>
        <p:spPr>
          <a:xfrm>
            <a:off x="3574350" y="539500"/>
            <a:ext cx="1652100" cy="166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noProof="0" dirty="0"/>
              <a:t>02</a:t>
            </a:r>
          </a:p>
        </p:txBody>
      </p:sp>
      <p:grpSp>
        <p:nvGrpSpPr>
          <p:cNvPr id="2695" name="Google Shape;2695;p31">
            <a:extLst>
              <a:ext uri="{FF2B5EF4-FFF2-40B4-BE49-F238E27FC236}">
                <a16:creationId xmlns:a16="http://schemas.microsoft.com/office/drawing/2014/main" id="{891A715B-F92B-9A0D-6E4B-C1F58BB31516}"/>
              </a:ext>
            </a:extLst>
          </p:cNvPr>
          <p:cNvGrpSpPr/>
          <p:nvPr/>
        </p:nvGrpSpPr>
        <p:grpSpPr>
          <a:xfrm>
            <a:off x="3333124" y="539512"/>
            <a:ext cx="397957" cy="491303"/>
            <a:chOff x="4986000" y="2166120"/>
            <a:chExt cx="388440" cy="1402920"/>
          </a:xfrm>
        </p:grpSpPr>
        <p:sp>
          <p:nvSpPr>
            <p:cNvPr id="2696" name="Google Shape;2696;p31">
              <a:extLst>
                <a:ext uri="{FF2B5EF4-FFF2-40B4-BE49-F238E27FC236}">
                  <a16:creationId xmlns:a16="http://schemas.microsoft.com/office/drawing/2014/main" id="{EFD63C52-408B-E8B6-FB70-15C834CDB9B5}"/>
                </a:ext>
              </a:extLst>
            </p:cNvPr>
            <p:cNvSpPr/>
            <p:nvPr/>
          </p:nvSpPr>
          <p:spPr>
            <a:xfrm>
              <a:off x="5135040" y="2166120"/>
              <a:ext cx="90360" cy="1294200"/>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97" name="Google Shape;2697;p31">
              <a:extLst>
                <a:ext uri="{FF2B5EF4-FFF2-40B4-BE49-F238E27FC236}">
                  <a16:creationId xmlns:a16="http://schemas.microsoft.com/office/drawing/2014/main" id="{F33D63F8-0503-5838-2D77-5ACA3AF000C1}"/>
                </a:ext>
              </a:extLst>
            </p:cNvPr>
            <p:cNvSpPr/>
            <p:nvPr/>
          </p:nvSpPr>
          <p:spPr>
            <a:xfrm>
              <a:off x="4986000" y="2166120"/>
              <a:ext cx="90360" cy="792720"/>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98" name="Google Shape;2698;p31">
              <a:extLst>
                <a:ext uri="{FF2B5EF4-FFF2-40B4-BE49-F238E27FC236}">
                  <a16:creationId xmlns:a16="http://schemas.microsoft.com/office/drawing/2014/main" id="{AEE344BB-8749-2C30-553B-3AA18A03253D}"/>
                </a:ext>
              </a:extLst>
            </p:cNvPr>
            <p:cNvSpPr/>
            <p:nvPr/>
          </p:nvSpPr>
          <p:spPr>
            <a:xfrm>
              <a:off x="5284440" y="3460320"/>
              <a:ext cx="90000" cy="108720"/>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grpSp>
      <p:grpSp>
        <p:nvGrpSpPr>
          <p:cNvPr id="2699" name="Google Shape;2699;p31">
            <a:extLst>
              <a:ext uri="{FF2B5EF4-FFF2-40B4-BE49-F238E27FC236}">
                <a16:creationId xmlns:a16="http://schemas.microsoft.com/office/drawing/2014/main" id="{18390784-2634-9456-E6B5-2BAAEC6D7156}"/>
              </a:ext>
            </a:extLst>
          </p:cNvPr>
          <p:cNvGrpSpPr/>
          <p:nvPr/>
        </p:nvGrpSpPr>
        <p:grpSpPr>
          <a:xfrm>
            <a:off x="4984310" y="1974862"/>
            <a:ext cx="398326" cy="280942"/>
            <a:chOff x="6180480" y="1249200"/>
            <a:chExt cx="388800" cy="552600"/>
          </a:xfrm>
        </p:grpSpPr>
        <p:sp>
          <p:nvSpPr>
            <p:cNvPr id="2700" name="Google Shape;2700;p31">
              <a:extLst>
                <a:ext uri="{FF2B5EF4-FFF2-40B4-BE49-F238E27FC236}">
                  <a16:creationId xmlns:a16="http://schemas.microsoft.com/office/drawing/2014/main" id="{4268F0B2-8430-FCAA-0EF2-30705F3A1906}"/>
                </a:ext>
              </a:extLst>
            </p:cNvPr>
            <p:cNvSpPr/>
            <p:nvPr/>
          </p:nvSpPr>
          <p:spPr>
            <a:xfrm>
              <a:off x="6479280" y="1249200"/>
              <a:ext cx="90000" cy="173520"/>
            </a:xfrm>
            <a:custGeom>
              <a:avLst/>
              <a:gdLst/>
              <a:ahLst/>
              <a:cxnLst/>
              <a:rect l="l" t="t" r="r" b="b"/>
              <a:pathLst>
                <a:path w="250" h="482" extrusionOk="0">
                  <a:moveTo>
                    <a:pt x="0" y="0"/>
                  </a:moveTo>
                  <a:lnTo>
                    <a:pt x="250" y="0"/>
                  </a:lnTo>
                  <a:lnTo>
                    <a:pt x="250" y="482"/>
                  </a:lnTo>
                  <a:lnTo>
                    <a:pt x="0" y="48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701" name="Google Shape;2701;p31">
              <a:extLst>
                <a:ext uri="{FF2B5EF4-FFF2-40B4-BE49-F238E27FC236}">
                  <a16:creationId xmlns:a16="http://schemas.microsoft.com/office/drawing/2014/main" id="{FA2D07DF-55A1-3231-B91B-FA711F943010}"/>
                </a:ext>
              </a:extLst>
            </p:cNvPr>
            <p:cNvSpPr/>
            <p:nvPr/>
          </p:nvSpPr>
          <p:spPr>
            <a:xfrm>
              <a:off x="6329880" y="1249200"/>
              <a:ext cx="90000" cy="443880"/>
            </a:xfrm>
            <a:custGeom>
              <a:avLst/>
              <a:gdLst/>
              <a:ahLst/>
              <a:cxnLst/>
              <a:rect l="l" t="t" r="r" b="b"/>
              <a:pathLst>
                <a:path w="250" h="1233" extrusionOk="0">
                  <a:moveTo>
                    <a:pt x="0" y="0"/>
                  </a:moveTo>
                  <a:lnTo>
                    <a:pt x="250" y="0"/>
                  </a:lnTo>
                  <a:lnTo>
                    <a:pt x="250" y="1233"/>
                  </a:lnTo>
                  <a:lnTo>
                    <a:pt x="0" y="123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702" name="Google Shape;2702;p31">
              <a:extLst>
                <a:ext uri="{FF2B5EF4-FFF2-40B4-BE49-F238E27FC236}">
                  <a16:creationId xmlns:a16="http://schemas.microsoft.com/office/drawing/2014/main" id="{F1A113B0-BE7F-F111-6FD7-1AB1F9D48260}"/>
                </a:ext>
              </a:extLst>
            </p:cNvPr>
            <p:cNvSpPr/>
            <p:nvPr/>
          </p:nvSpPr>
          <p:spPr>
            <a:xfrm>
              <a:off x="6180480" y="1693080"/>
              <a:ext cx="90360" cy="108720"/>
            </a:xfrm>
            <a:custGeom>
              <a:avLst/>
              <a:gdLst/>
              <a:ahLst/>
              <a:cxnLst/>
              <a:rect l="l" t="t" r="r" b="b"/>
              <a:pathLst>
                <a:path w="251" h="302" extrusionOk="0">
                  <a:moveTo>
                    <a:pt x="0" y="0"/>
                  </a:moveTo>
                  <a:lnTo>
                    <a:pt x="251" y="0"/>
                  </a:lnTo>
                  <a:lnTo>
                    <a:pt x="251"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20702743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20">
          <a:extLst>
            <a:ext uri="{FF2B5EF4-FFF2-40B4-BE49-F238E27FC236}">
              <a16:creationId xmlns:a16="http://schemas.microsoft.com/office/drawing/2014/main" id="{8AE2830E-7832-CA57-9F2E-C3F9B1BB3EFA}"/>
            </a:ext>
          </a:extLst>
        </p:cNvPr>
        <p:cNvGrpSpPr/>
        <p:nvPr/>
      </p:nvGrpSpPr>
      <p:grpSpPr>
        <a:xfrm>
          <a:off x="0" y="0"/>
          <a:ext cx="0" cy="0"/>
          <a:chOff x="0" y="0"/>
          <a:chExt cx="0" cy="0"/>
        </a:xfrm>
      </p:grpSpPr>
      <p:grpSp>
        <p:nvGrpSpPr>
          <p:cNvPr id="2624" name="Google Shape;2624;p30">
            <a:extLst>
              <a:ext uri="{FF2B5EF4-FFF2-40B4-BE49-F238E27FC236}">
                <a16:creationId xmlns:a16="http://schemas.microsoft.com/office/drawing/2014/main" id="{F0FCF8C0-058C-37C8-9420-288153393CAD}"/>
              </a:ext>
            </a:extLst>
          </p:cNvPr>
          <p:cNvGrpSpPr/>
          <p:nvPr/>
        </p:nvGrpSpPr>
        <p:grpSpPr>
          <a:xfrm>
            <a:off x="122000" y="4917447"/>
            <a:ext cx="4420450" cy="226056"/>
            <a:chOff x="122000" y="4917447"/>
            <a:chExt cx="4420450" cy="226056"/>
          </a:xfrm>
        </p:grpSpPr>
        <p:sp>
          <p:nvSpPr>
            <p:cNvPr id="2625" name="Google Shape;2625;p30">
              <a:extLst>
                <a:ext uri="{FF2B5EF4-FFF2-40B4-BE49-F238E27FC236}">
                  <a16:creationId xmlns:a16="http://schemas.microsoft.com/office/drawing/2014/main" id="{C41724FD-BEAF-EB4D-5E41-6ED1F61C6686}"/>
                </a:ext>
              </a:extLst>
            </p:cNvPr>
            <p:cNvSpPr/>
            <p:nvPr/>
          </p:nvSpPr>
          <p:spPr>
            <a:xfrm>
              <a:off x="12200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26" name="Google Shape;2626;p30">
              <a:extLst>
                <a:ext uri="{FF2B5EF4-FFF2-40B4-BE49-F238E27FC236}">
                  <a16:creationId xmlns:a16="http://schemas.microsoft.com/office/drawing/2014/main" id="{FA781215-C12E-65B3-21B1-449F32F32E24}"/>
                </a:ext>
              </a:extLst>
            </p:cNvPr>
            <p:cNvSpPr/>
            <p:nvPr/>
          </p:nvSpPr>
          <p:spPr>
            <a:xfrm>
              <a:off x="420441"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27" name="Google Shape;2627;p30">
              <a:extLst>
                <a:ext uri="{FF2B5EF4-FFF2-40B4-BE49-F238E27FC236}">
                  <a16:creationId xmlns:a16="http://schemas.microsoft.com/office/drawing/2014/main" id="{46CE4CC5-8533-6F10-FEDC-CF619565F56C}"/>
                </a:ext>
              </a:extLst>
            </p:cNvPr>
            <p:cNvSpPr/>
            <p:nvPr/>
          </p:nvSpPr>
          <p:spPr>
            <a:xfrm>
              <a:off x="719241"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28" name="Google Shape;2628;p30">
              <a:extLst>
                <a:ext uri="{FF2B5EF4-FFF2-40B4-BE49-F238E27FC236}">
                  <a16:creationId xmlns:a16="http://schemas.microsoft.com/office/drawing/2014/main" id="{5DE50624-9559-5A59-BD08-9481582D103D}"/>
                </a:ext>
              </a:extLst>
            </p:cNvPr>
            <p:cNvSpPr/>
            <p:nvPr/>
          </p:nvSpPr>
          <p:spPr>
            <a:xfrm>
              <a:off x="1018042"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29" name="Google Shape;2629;p30">
              <a:extLst>
                <a:ext uri="{FF2B5EF4-FFF2-40B4-BE49-F238E27FC236}">
                  <a16:creationId xmlns:a16="http://schemas.microsoft.com/office/drawing/2014/main" id="{A1022105-5722-9711-34CC-F7E76C4C48C0}"/>
                </a:ext>
              </a:extLst>
            </p:cNvPr>
            <p:cNvSpPr/>
            <p:nvPr/>
          </p:nvSpPr>
          <p:spPr>
            <a:xfrm>
              <a:off x="1316483"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30" name="Google Shape;2630;p30">
              <a:extLst>
                <a:ext uri="{FF2B5EF4-FFF2-40B4-BE49-F238E27FC236}">
                  <a16:creationId xmlns:a16="http://schemas.microsoft.com/office/drawing/2014/main" id="{7D274B6A-AF4B-4FF2-E7D5-F6110F8B8B4A}"/>
                </a:ext>
              </a:extLst>
            </p:cNvPr>
            <p:cNvSpPr/>
            <p:nvPr/>
          </p:nvSpPr>
          <p:spPr>
            <a:xfrm>
              <a:off x="1615283"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31" name="Google Shape;2631;p30">
              <a:extLst>
                <a:ext uri="{FF2B5EF4-FFF2-40B4-BE49-F238E27FC236}">
                  <a16:creationId xmlns:a16="http://schemas.microsoft.com/office/drawing/2014/main" id="{5B64A5C7-DB74-36FE-30A1-605D2CCD1091}"/>
                </a:ext>
              </a:extLst>
            </p:cNvPr>
            <p:cNvSpPr/>
            <p:nvPr/>
          </p:nvSpPr>
          <p:spPr>
            <a:xfrm>
              <a:off x="22125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32" name="Google Shape;2632;p30">
              <a:extLst>
                <a:ext uri="{FF2B5EF4-FFF2-40B4-BE49-F238E27FC236}">
                  <a16:creationId xmlns:a16="http://schemas.microsoft.com/office/drawing/2014/main" id="{EE79A447-4B17-432B-3D44-70593BE3FAF2}"/>
                </a:ext>
              </a:extLst>
            </p:cNvPr>
            <p:cNvSpPr/>
            <p:nvPr/>
          </p:nvSpPr>
          <p:spPr>
            <a:xfrm>
              <a:off x="2809766"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33" name="Google Shape;2633;p30">
              <a:extLst>
                <a:ext uri="{FF2B5EF4-FFF2-40B4-BE49-F238E27FC236}">
                  <a16:creationId xmlns:a16="http://schemas.microsoft.com/office/drawing/2014/main" id="{39ABAC7E-B0A8-0736-6D72-495EA1DCFF66}"/>
                </a:ext>
              </a:extLst>
            </p:cNvPr>
            <p:cNvSpPr/>
            <p:nvPr/>
          </p:nvSpPr>
          <p:spPr>
            <a:xfrm>
              <a:off x="3108567"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34" name="Google Shape;2634;p30">
              <a:extLst>
                <a:ext uri="{FF2B5EF4-FFF2-40B4-BE49-F238E27FC236}">
                  <a16:creationId xmlns:a16="http://schemas.microsoft.com/office/drawing/2014/main" id="{43D06A52-85A5-B4E2-8280-A5269A3AA1B6}"/>
                </a:ext>
              </a:extLst>
            </p:cNvPr>
            <p:cNvSpPr/>
            <p:nvPr/>
          </p:nvSpPr>
          <p:spPr>
            <a:xfrm>
              <a:off x="3407008"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35" name="Google Shape;2635;p30">
              <a:extLst>
                <a:ext uri="{FF2B5EF4-FFF2-40B4-BE49-F238E27FC236}">
                  <a16:creationId xmlns:a16="http://schemas.microsoft.com/office/drawing/2014/main" id="{DD32CB2F-91E7-07E5-059D-BE9D418919D1}"/>
                </a:ext>
              </a:extLst>
            </p:cNvPr>
            <p:cNvSpPr/>
            <p:nvPr/>
          </p:nvSpPr>
          <p:spPr>
            <a:xfrm>
              <a:off x="3705808"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36" name="Google Shape;2636;p30">
              <a:extLst>
                <a:ext uri="{FF2B5EF4-FFF2-40B4-BE49-F238E27FC236}">
                  <a16:creationId xmlns:a16="http://schemas.microsoft.com/office/drawing/2014/main" id="{6ACF5C2C-BB87-5AA0-8461-50FDFCBC31DC}"/>
                </a:ext>
              </a:extLst>
            </p:cNvPr>
            <p:cNvSpPr/>
            <p:nvPr/>
          </p:nvSpPr>
          <p:spPr>
            <a:xfrm>
              <a:off x="4004609"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37" name="Google Shape;2637;p30">
              <a:extLst>
                <a:ext uri="{FF2B5EF4-FFF2-40B4-BE49-F238E27FC236}">
                  <a16:creationId xmlns:a16="http://schemas.microsoft.com/office/drawing/2014/main" id="{70CD3550-DADF-77C3-5F76-5E7CCD7F5FC0}"/>
                </a:ext>
              </a:extLst>
            </p:cNvPr>
            <p:cNvSpPr/>
            <p:nvPr/>
          </p:nvSpPr>
          <p:spPr>
            <a:xfrm>
              <a:off x="4303050" y="4917447"/>
              <a:ext cx="239400" cy="22605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38" name="Google Shape;2638;p30">
              <a:extLst>
                <a:ext uri="{FF2B5EF4-FFF2-40B4-BE49-F238E27FC236}">
                  <a16:creationId xmlns:a16="http://schemas.microsoft.com/office/drawing/2014/main" id="{634502BF-D892-A1E6-BAEA-742DB47FA680}"/>
                </a:ext>
              </a:extLst>
            </p:cNvPr>
            <p:cNvSpPr/>
            <p:nvPr/>
          </p:nvSpPr>
          <p:spPr>
            <a:xfrm>
              <a:off x="1914084"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39" name="Google Shape;2639;p30">
              <a:extLst>
                <a:ext uri="{FF2B5EF4-FFF2-40B4-BE49-F238E27FC236}">
                  <a16:creationId xmlns:a16="http://schemas.microsoft.com/office/drawing/2014/main" id="{FFB34DF1-7ACB-7B0B-6B03-D1F3AAFA9BAC}"/>
                </a:ext>
              </a:extLst>
            </p:cNvPr>
            <p:cNvSpPr/>
            <p:nvPr/>
          </p:nvSpPr>
          <p:spPr>
            <a:xfrm>
              <a:off x="2510966"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grpSp>
      <p:grpSp>
        <p:nvGrpSpPr>
          <p:cNvPr id="2640" name="Google Shape;2640;p30">
            <a:extLst>
              <a:ext uri="{FF2B5EF4-FFF2-40B4-BE49-F238E27FC236}">
                <a16:creationId xmlns:a16="http://schemas.microsoft.com/office/drawing/2014/main" id="{D30D97AB-5BF6-2C56-78A5-E3881249EC06}"/>
              </a:ext>
            </a:extLst>
          </p:cNvPr>
          <p:cNvGrpSpPr/>
          <p:nvPr/>
        </p:nvGrpSpPr>
        <p:grpSpPr>
          <a:xfrm>
            <a:off x="4601500" y="4884626"/>
            <a:ext cx="4420450" cy="258877"/>
            <a:chOff x="4601500" y="4884626"/>
            <a:chExt cx="4420450" cy="258877"/>
          </a:xfrm>
        </p:grpSpPr>
        <p:sp>
          <p:nvSpPr>
            <p:cNvPr id="2641" name="Google Shape;2641;p30">
              <a:extLst>
                <a:ext uri="{FF2B5EF4-FFF2-40B4-BE49-F238E27FC236}">
                  <a16:creationId xmlns:a16="http://schemas.microsoft.com/office/drawing/2014/main" id="{6E492370-B694-F6CC-6662-A046F13E28FB}"/>
                </a:ext>
              </a:extLst>
            </p:cNvPr>
            <p:cNvSpPr/>
            <p:nvPr/>
          </p:nvSpPr>
          <p:spPr>
            <a:xfrm flipH="1">
              <a:off x="878255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42" name="Google Shape;2642;p30">
              <a:extLst>
                <a:ext uri="{FF2B5EF4-FFF2-40B4-BE49-F238E27FC236}">
                  <a16:creationId xmlns:a16="http://schemas.microsoft.com/office/drawing/2014/main" id="{E19A6C88-8DBE-0D90-1D72-0B6A46F9DF4D}"/>
                </a:ext>
              </a:extLst>
            </p:cNvPr>
            <p:cNvSpPr/>
            <p:nvPr/>
          </p:nvSpPr>
          <p:spPr>
            <a:xfrm flipH="1">
              <a:off x="8484109"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43" name="Google Shape;2643;p30">
              <a:extLst>
                <a:ext uri="{FF2B5EF4-FFF2-40B4-BE49-F238E27FC236}">
                  <a16:creationId xmlns:a16="http://schemas.microsoft.com/office/drawing/2014/main" id="{E2D23A77-DCA4-3343-876D-BFE4A129D74D}"/>
                </a:ext>
              </a:extLst>
            </p:cNvPr>
            <p:cNvSpPr/>
            <p:nvPr/>
          </p:nvSpPr>
          <p:spPr>
            <a:xfrm flipH="1">
              <a:off x="8185309"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44" name="Google Shape;2644;p30">
              <a:extLst>
                <a:ext uri="{FF2B5EF4-FFF2-40B4-BE49-F238E27FC236}">
                  <a16:creationId xmlns:a16="http://schemas.microsoft.com/office/drawing/2014/main" id="{C469EC10-6F26-1CF7-8734-86A93804FE3A}"/>
                </a:ext>
              </a:extLst>
            </p:cNvPr>
            <p:cNvSpPr/>
            <p:nvPr/>
          </p:nvSpPr>
          <p:spPr>
            <a:xfrm flipH="1">
              <a:off x="7886508"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45" name="Google Shape;2645;p30">
              <a:extLst>
                <a:ext uri="{FF2B5EF4-FFF2-40B4-BE49-F238E27FC236}">
                  <a16:creationId xmlns:a16="http://schemas.microsoft.com/office/drawing/2014/main" id="{9A6A1FEA-7E3A-1836-06F5-B8A34B17455D}"/>
                </a:ext>
              </a:extLst>
            </p:cNvPr>
            <p:cNvSpPr/>
            <p:nvPr/>
          </p:nvSpPr>
          <p:spPr>
            <a:xfrm flipH="1">
              <a:off x="7587707"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46" name="Google Shape;2646;p30">
              <a:extLst>
                <a:ext uri="{FF2B5EF4-FFF2-40B4-BE49-F238E27FC236}">
                  <a16:creationId xmlns:a16="http://schemas.microsoft.com/office/drawing/2014/main" id="{AD5D3F08-5454-BB90-C577-8E6E12B42E8D}"/>
                </a:ext>
              </a:extLst>
            </p:cNvPr>
            <p:cNvSpPr/>
            <p:nvPr/>
          </p:nvSpPr>
          <p:spPr>
            <a:xfrm flipH="1">
              <a:off x="7289267"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47" name="Google Shape;2647;p30">
              <a:extLst>
                <a:ext uri="{FF2B5EF4-FFF2-40B4-BE49-F238E27FC236}">
                  <a16:creationId xmlns:a16="http://schemas.microsoft.com/office/drawing/2014/main" id="{3B199E89-9917-1D0C-F12B-3E2C26870223}"/>
                </a:ext>
              </a:extLst>
            </p:cNvPr>
            <p:cNvSpPr/>
            <p:nvPr/>
          </p:nvSpPr>
          <p:spPr>
            <a:xfrm flipH="1">
              <a:off x="66920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48" name="Google Shape;2648;p30">
              <a:extLst>
                <a:ext uri="{FF2B5EF4-FFF2-40B4-BE49-F238E27FC236}">
                  <a16:creationId xmlns:a16="http://schemas.microsoft.com/office/drawing/2014/main" id="{42B7AF2E-6058-B94F-0569-8494A791E3B6}"/>
                </a:ext>
              </a:extLst>
            </p:cNvPr>
            <p:cNvSpPr/>
            <p:nvPr/>
          </p:nvSpPr>
          <p:spPr>
            <a:xfrm flipH="1">
              <a:off x="6094784"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49" name="Google Shape;2649;p30">
              <a:extLst>
                <a:ext uri="{FF2B5EF4-FFF2-40B4-BE49-F238E27FC236}">
                  <a16:creationId xmlns:a16="http://schemas.microsoft.com/office/drawing/2014/main" id="{496CCF16-ACE1-F5A3-38CE-4A2EEAACA590}"/>
                </a:ext>
              </a:extLst>
            </p:cNvPr>
            <p:cNvSpPr/>
            <p:nvPr/>
          </p:nvSpPr>
          <p:spPr>
            <a:xfrm flipH="1">
              <a:off x="5795983"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50" name="Google Shape;2650;p30">
              <a:extLst>
                <a:ext uri="{FF2B5EF4-FFF2-40B4-BE49-F238E27FC236}">
                  <a16:creationId xmlns:a16="http://schemas.microsoft.com/office/drawing/2014/main" id="{3974FE4E-ABC7-6469-65CB-B5665CE35724}"/>
                </a:ext>
              </a:extLst>
            </p:cNvPr>
            <p:cNvSpPr/>
            <p:nvPr/>
          </p:nvSpPr>
          <p:spPr>
            <a:xfrm flipH="1">
              <a:off x="5497542"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51" name="Google Shape;2651;p30">
              <a:extLst>
                <a:ext uri="{FF2B5EF4-FFF2-40B4-BE49-F238E27FC236}">
                  <a16:creationId xmlns:a16="http://schemas.microsoft.com/office/drawing/2014/main" id="{FE3E24F9-9541-5BFB-88EC-D0C69309CEBA}"/>
                </a:ext>
              </a:extLst>
            </p:cNvPr>
            <p:cNvSpPr/>
            <p:nvPr/>
          </p:nvSpPr>
          <p:spPr>
            <a:xfrm flipH="1">
              <a:off x="5198742"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52" name="Google Shape;2652;p30">
              <a:extLst>
                <a:ext uri="{FF2B5EF4-FFF2-40B4-BE49-F238E27FC236}">
                  <a16:creationId xmlns:a16="http://schemas.microsoft.com/office/drawing/2014/main" id="{C478C496-17D3-3FB4-E4EC-EDA15FBAA6D7}"/>
                </a:ext>
              </a:extLst>
            </p:cNvPr>
            <p:cNvSpPr/>
            <p:nvPr/>
          </p:nvSpPr>
          <p:spPr>
            <a:xfrm flipH="1">
              <a:off x="4899941"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53" name="Google Shape;2653;p30">
              <a:extLst>
                <a:ext uri="{FF2B5EF4-FFF2-40B4-BE49-F238E27FC236}">
                  <a16:creationId xmlns:a16="http://schemas.microsoft.com/office/drawing/2014/main" id="{7D78470A-F99E-B44A-B728-57CF5E1AFE2A}"/>
                </a:ext>
              </a:extLst>
            </p:cNvPr>
            <p:cNvSpPr/>
            <p:nvPr/>
          </p:nvSpPr>
          <p:spPr>
            <a:xfrm flipH="1">
              <a:off x="4601500" y="4884626"/>
              <a:ext cx="239400" cy="25887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54" name="Google Shape;2654;p30">
              <a:extLst>
                <a:ext uri="{FF2B5EF4-FFF2-40B4-BE49-F238E27FC236}">
                  <a16:creationId xmlns:a16="http://schemas.microsoft.com/office/drawing/2014/main" id="{8AE2257C-3D63-3C2B-EA40-CDA93F617F49}"/>
                </a:ext>
              </a:extLst>
            </p:cNvPr>
            <p:cNvSpPr/>
            <p:nvPr/>
          </p:nvSpPr>
          <p:spPr>
            <a:xfrm flipH="1">
              <a:off x="6990466"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55" name="Google Shape;2655;p30">
              <a:extLst>
                <a:ext uri="{FF2B5EF4-FFF2-40B4-BE49-F238E27FC236}">
                  <a16:creationId xmlns:a16="http://schemas.microsoft.com/office/drawing/2014/main" id="{4C8E5032-4C76-B567-364F-9AD9E5F2664A}"/>
                </a:ext>
              </a:extLst>
            </p:cNvPr>
            <p:cNvSpPr/>
            <p:nvPr/>
          </p:nvSpPr>
          <p:spPr>
            <a:xfrm flipH="1">
              <a:off x="6393584"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grpSp>
      <p:grpSp>
        <p:nvGrpSpPr>
          <p:cNvPr id="2656" name="Google Shape;2656;p30">
            <a:extLst>
              <a:ext uri="{FF2B5EF4-FFF2-40B4-BE49-F238E27FC236}">
                <a16:creationId xmlns:a16="http://schemas.microsoft.com/office/drawing/2014/main" id="{6BDA716E-8360-323A-8356-4BA9D66893B3}"/>
              </a:ext>
            </a:extLst>
          </p:cNvPr>
          <p:cNvGrpSpPr/>
          <p:nvPr/>
        </p:nvGrpSpPr>
        <p:grpSpPr>
          <a:xfrm>
            <a:off x="122025" y="5036324"/>
            <a:ext cx="4420450" cy="107173"/>
            <a:chOff x="122000" y="4917447"/>
            <a:chExt cx="4420450" cy="226056"/>
          </a:xfrm>
        </p:grpSpPr>
        <p:sp>
          <p:nvSpPr>
            <p:cNvPr id="2657" name="Google Shape;2657;p30">
              <a:extLst>
                <a:ext uri="{FF2B5EF4-FFF2-40B4-BE49-F238E27FC236}">
                  <a16:creationId xmlns:a16="http://schemas.microsoft.com/office/drawing/2014/main" id="{61FA3EDB-1759-5D20-F881-D3A8DDCF8320}"/>
                </a:ext>
              </a:extLst>
            </p:cNvPr>
            <p:cNvSpPr/>
            <p:nvPr/>
          </p:nvSpPr>
          <p:spPr>
            <a:xfrm>
              <a:off x="12200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58" name="Google Shape;2658;p30">
              <a:extLst>
                <a:ext uri="{FF2B5EF4-FFF2-40B4-BE49-F238E27FC236}">
                  <a16:creationId xmlns:a16="http://schemas.microsoft.com/office/drawing/2014/main" id="{48C4E58F-F2DF-672D-7688-BC951C56DBF0}"/>
                </a:ext>
              </a:extLst>
            </p:cNvPr>
            <p:cNvSpPr/>
            <p:nvPr/>
          </p:nvSpPr>
          <p:spPr>
            <a:xfrm>
              <a:off x="420441"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59" name="Google Shape;2659;p30">
              <a:extLst>
                <a:ext uri="{FF2B5EF4-FFF2-40B4-BE49-F238E27FC236}">
                  <a16:creationId xmlns:a16="http://schemas.microsoft.com/office/drawing/2014/main" id="{013CFAB6-44D6-21EC-A517-B97B96DF8C2E}"/>
                </a:ext>
              </a:extLst>
            </p:cNvPr>
            <p:cNvSpPr/>
            <p:nvPr/>
          </p:nvSpPr>
          <p:spPr>
            <a:xfrm>
              <a:off x="719241"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60" name="Google Shape;2660;p30">
              <a:extLst>
                <a:ext uri="{FF2B5EF4-FFF2-40B4-BE49-F238E27FC236}">
                  <a16:creationId xmlns:a16="http://schemas.microsoft.com/office/drawing/2014/main" id="{4B0DB4C8-8837-31D5-1700-745D05389820}"/>
                </a:ext>
              </a:extLst>
            </p:cNvPr>
            <p:cNvSpPr/>
            <p:nvPr/>
          </p:nvSpPr>
          <p:spPr>
            <a:xfrm>
              <a:off x="1018042"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61" name="Google Shape;2661;p30">
              <a:extLst>
                <a:ext uri="{FF2B5EF4-FFF2-40B4-BE49-F238E27FC236}">
                  <a16:creationId xmlns:a16="http://schemas.microsoft.com/office/drawing/2014/main" id="{CB55BF9D-22C2-9644-F4C9-ED6A72CA59B5}"/>
                </a:ext>
              </a:extLst>
            </p:cNvPr>
            <p:cNvSpPr/>
            <p:nvPr/>
          </p:nvSpPr>
          <p:spPr>
            <a:xfrm>
              <a:off x="1316483"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62" name="Google Shape;2662;p30">
              <a:extLst>
                <a:ext uri="{FF2B5EF4-FFF2-40B4-BE49-F238E27FC236}">
                  <a16:creationId xmlns:a16="http://schemas.microsoft.com/office/drawing/2014/main" id="{66FB147F-C8D4-EF8A-2073-051CCF207DBA}"/>
                </a:ext>
              </a:extLst>
            </p:cNvPr>
            <p:cNvSpPr/>
            <p:nvPr/>
          </p:nvSpPr>
          <p:spPr>
            <a:xfrm>
              <a:off x="1615283"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63" name="Google Shape;2663;p30">
              <a:extLst>
                <a:ext uri="{FF2B5EF4-FFF2-40B4-BE49-F238E27FC236}">
                  <a16:creationId xmlns:a16="http://schemas.microsoft.com/office/drawing/2014/main" id="{CCA4C44C-3A1C-7AE7-EC4D-C39223B29682}"/>
                </a:ext>
              </a:extLst>
            </p:cNvPr>
            <p:cNvSpPr/>
            <p:nvPr/>
          </p:nvSpPr>
          <p:spPr>
            <a:xfrm>
              <a:off x="22125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64" name="Google Shape;2664;p30">
              <a:extLst>
                <a:ext uri="{FF2B5EF4-FFF2-40B4-BE49-F238E27FC236}">
                  <a16:creationId xmlns:a16="http://schemas.microsoft.com/office/drawing/2014/main" id="{E3BF830D-63DE-5D3D-DCE6-ED9C02298BCA}"/>
                </a:ext>
              </a:extLst>
            </p:cNvPr>
            <p:cNvSpPr/>
            <p:nvPr/>
          </p:nvSpPr>
          <p:spPr>
            <a:xfrm>
              <a:off x="2809766"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65" name="Google Shape;2665;p30">
              <a:extLst>
                <a:ext uri="{FF2B5EF4-FFF2-40B4-BE49-F238E27FC236}">
                  <a16:creationId xmlns:a16="http://schemas.microsoft.com/office/drawing/2014/main" id="{F1E353B1-8316-4033-C67E-98B051F77946}"/>
                </a:ext>
              </a:extLst>
            </p:cNvPr>
            <p:cNvSpPr/>
            <p:nvPr/>
          </p:nvSpPr>
          <p:spPr>
            <a:xfrm>
              <a:off x="3108567"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66" name="Google Shape;2666;p30">
              <a:extLst>
                <a:ext uri="{FF2B5EF4-FFF2-40B4-BE49-F238E27FC236}">
                  <a16:creationId xmlns:a16="http://schemas.microsoft.com/office/drawing/2014/main" id="{53D5235B-C8E6-7AD9-5833-2ADE274B0AAB}"/>
                </a:ext>
              </a:extLst>
            </p:cNvPr>
            <p:cNvSpPr/>
            <p:nvPr/>
          </p:nvSpPr>
          <p:spPr>
            <a:xfrm>
              <a:off x="3407008"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67" name="Google Shape;2667;p30">
              <a:extLst>
                <a:ext uri="{FF2B5EF4-FFF2-40B4-BE49-F238E27FC236}">
                  <a16:creationId xmlns:a16="http://schemas.microsoft.com/office/drawing/2014/main" id="{B3390388-9206-0DC3-BB24-45F90A5E46E6}"/>
                </a:ext>
              </a:extLst>
            </p:cNvPr>
            <p:cNvSpPr/>
            <p:nvPr/>
          </p:nvSpPr>
          <p:spPr>
            <a:xfrm>
              <a:off x="3705808"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68" name="Google Shape;2668;p30">
              <a:extLst>
                <a:ext uri="{FF2B5EF4-FFF2-40B4-BE49-F238E27FC236}">
                  <a16:creationId xmlns:a16="http://schemas.microsoft.com/office/drawing/2014/main" id="{068AB348-17AA-6971-B25D-5FAD766CF59D}"/>
                </a:ext>
              </a:extLst>
            </p:cNvPr>
            <p:cNvSpPr/>
            <p:nvPr/>
          </p:nvSpPr>
          <p:spPr>
            <a:xfrm>
              <a:off x="4004609"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69" name="Google Shape;2669;p30">
              <a:extLst>
                <a:ext uri="{FF2B5EF4-FFF2-40B4-BE49-F238E27FC236}">
                  <a16:creationId xmlns:a16="http://schemas.microsoft.com/office/drawing/2014/main" id="{085138C6-A865-691C-066B-4BCF9DCF1B7A}"/>
                </a:ext>
              </a:extLst>
            </p:cNvPr>
            <p:cNvSpPr/>
            <p:nvPr/>
          </p:nvSpPr>
          <p:spPr>
            <a:xfrm>
              <a:off x="4303050" y="4917447"/>
              <a:ext cx="239400" cy="22605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70" name="Google Shape;2670;p30">
              <a:extLst>
                <a:ext uri="{FF2B5EF4-FFF2-40B4-BE49-F238E27FC236}">
                  <a16:creationId xmlns:a16="http://schemas.microsoft.com/office/drawing/2014/main" id="{ECC255CA-AADA-0BAD-168F-F121E4F57A08}"/>
                </a:ext>
              </a:extLst>
            </p:cNvPr>
            <p:cNvSpPr/>
            <p:nvPr/>
          </p:nvSpPr>
          <p:spPr>
            <a:xfrm>
              <a:off x="1914084"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71" name="Google Shape;2671;p30">
              <a:extLst>
                <a:ext uri="{FF2B5EF4-FFF2-40B4-BE49-F238E27FC236}">
                  <a16:creationId xmlns:a16="http://schemas.microsoft.com/office/drawing/2014/main" id="{FFADF55A-59C7-DCB8-7DCD-52E0505BEC5C}"/>
                </a:ext>
              </a:extLst>
            </p:cNvPr>
            <p:cNvSpPr/>
            <p:nvPr/>
          </p:nvSpPr>
          <p:spPr>
            <a:xfrm>
              <a:off x="2510966"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grpSp>
      <p:grpSp>
        <p:nvGrpSpPr>
          <p:cNvPr id="2672" name="Google Shape;2672;p30">
            <a:extLst>
              <a:ext uri="{FF2B5EF4-FFF2-40B4-BE49-F238E27FC236}">
                <a16:creationId xmlns:a16="http://schemas.microsoft.com/office/drawing/2014/main" id="{B318BD15-B426-7BB8-A39D-EDDD288A822B}"/>
              </a:ext>
            </a:extLst>
          </p:cNvPr>
          <p:cNvGrpSpPr/>
          <p:nvPr/>
        </p:nvGrpSpPr>
        <p:grpSpPr>
          <a:xfrm>
            <a:off x="4601525" y="5020763"/>
            <a:ext cx="4420450" cy="122734"/>
            <a:chOff x="4601500" y="4884626"/>
            <a:chExt cx="4420450" cy="258877"/>
          </a:xfrm>
        </p:grpSpPr>
        <p:sp>
          <p:nvSpPr>
            <p:cNvPr id="2673" name="Google Shape;2673;p30">
              <a:extLst>
                <a:ext uri="{FF2B5EF4-FFF2-40B4-BE49-F238E27FC236}">
                  <a16:creationId xmlns:a16="http://schemas.microsoft.com/office/drawing/2014/main" id="{76A2B078-9A86-F68A-DCCD-BDEC722387F5}"/>
                </a:ext>
              </a:extLst>
            </p:cNvPr>
            <p:cNvSpPr/>
            <p:nvPr/>
          </p:nvSpPr>
          <p:spPr>
            <a:xfrm flipH="1">
              <a:off x="878255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74" name="Google Shape;2674;p30">
              <a:extLst>
                <a:ext uri="{FF2B5EF4-FFF2-40B4-BE49-F238E27FC236}">
                  <a16:creationId xmlns:a16="http://schemas.microsoft.com/office/drawing/2014/main" id="{406A39A1-29D2-C07E-579F-A84563AF8A7C}"/>
                </a:ext>
              </a:extLst>
            </p:cNvPr>
            <p:cNvSpPr/>
            <p:nvPr/>
          </p:nvSpPr>
          <p:spPr>
            <a:xfrm flipH="1">
              <a:off x="8484109"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75" name="Google Shape;2675;p30">
              <a:extLst>
                <a:ext uri="{FF2B5EF4-FFF2-40B4-BE49-F238E27FC236}">
                  <a16:creationId xmlns:a16="http://schemas.microsoft.com/office/drawing/2014/main" id="{4EE0E6CF-32B0-F792-C6E9-42BDA025CC59}"/>
                </a:ext>
              </a:extLst>
            </p:cNvPr>
            <p:cNvSpPr/>
            <p:nvPr/>
          </p:nvSpPr>
          <p:spPr>
            <a:xfrm flipH="1">
              <a:off x="8185309"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76" name="Google Shape;2676;p30">
              <a:extLst>
                <a:ext uri="{FF2B5EF4-FFF2-40B4-BE49-F238E27FC236}">
                  <a16:creationId xmlns:a16="http://schemas.microsoft.com/office/drawing/2014/main" id="{FCF82DB4-8F21-2A4C-651C-41FB07D60709}"/>
                </a:ext>
              </a:extLst>
            </p:cNvPr>
            <p:cNvSpPr/>
            <p:nvPr/>
          </p:nvSpPr>
          <p:spPr>
            <a:xfrm flipH="1">
              <a:off x="7886508"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77" name="Google Shape;2677;p30">
              <a:extLst>
                <a:ext uri="{FF2B5EF4-FFF2-40B4-BE49-F238E27FC236}">
                  <a16:creationId xmlns:a16="http://schemas.microsoft.com/office/drawing/2014/main" id="{6402803A-574D-8BB8-0371-16A91C77754C}"/>
                </a:ext>
              </a:extLst>
            </p:cNvPr>
            <p:cNvSpPr/>
            <p:nvPr/>
          </p:nvSpPr>
          <p:spPr>
            <a:xfrm flipH="1">
              <a:off x="7587707"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78" name="Google Shape;2678;p30">
              <a:extLst>
                <a:ext uri="{FF2B5EF4-FFF2-40B4-BE49-F238E27FC236}">
                  <a16:creationId xmlns:a16="http://schemas.microsoft.com/office/drawing/2014/main" id="{B3BF8524-AFB3-DB48-2B7B-CD43FA2A9373}"/>
                </a:ext>
              </a:extLst>
            </p:cNvPr>
            <p:cNvSpPr/>
            <p:nvPr/>
          </p:nvSpPr>
          <p:spPr>
            <a:xfrm flipH="1">
              <a:off x="7289267"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79" name="Google Shape;2679;p30">
              <a:extLst>
                <a:ext uri="{FF2B5EF4-FFF2-40B4-BE49-F238E27FC236}">
                  <a16:creationId xmlns:a16="http://schemas.microsoft.com/office/drawing/2014/main" id="{C77B8B75-AD67-4861-9BB6-430CEC9551D9}"/>
                </a:ext>
              </a:extLst>
            </p:cNvPr>
            <p:cNvSpPr/>
            <p:nvPr/>
          </p:nvSpPr>
          <p:spPr>
            <a:xfrm flipH="1">
              <a:off x="66920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80" name="Google Shape;2680;p30">
              <a:extLst>
                <a:ext uri="{FF2B5EF4-FFF2-40B4-BE49-F238E27FC236}">
                  <a16:creationId xmlns:a16="http://schemas.microsoft.com/office/drawing/2014/main" id="{37132B33-BDB9-71EF-69A3-99F395AD9BCB}"/>
                </a:ext>
              </a:extLst>
            </p:cNvPr>
            <p:cNvSpPr/>
            <p:nvPr/>
          </p:nvSpPr>
          <p:spPr>
            <a:xfrm flipH="1">
              <a:off x="6094784"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81" name="Google Shape;2681;p30">
              <a:extLst>
                <a:ext uri="{FF2B5EF4-FFF2-40B4-BE49-F238E27FC236}">
                  <a16:creationId xmlns:a16="http://schemas.microsoft.com/office/drawing/2014/main" id="{B0F7E2BC-F49D-993F-2F26-0BC323376063}"/>
                </a:ext>
              </a:extLst>
            </p:cNvPr>
            <p:cNvSpPr/>
            <p:nvPr/>
          </p:nvSpPr>
          <p:spPr>
            <a:xfrm flipH="1">
              <a:off x="5795983"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82" name="Google Shape;2682;p30">
              <a:extLst>
                <a:ext uri="{FF2B5EF4-FFF2-40B4-BE49-F238E27FC236}">
                  <a16:creationId xmlns:a16="http://schemas.microsoft.com/office/drawing/2014/main" id="{25E1045F-6543-E0F4-833A-2C251E5D55D1}"/>
                </a:ext>
              </a:extLst>
            </p:cNvPr>
            <p:cNvSpPr/>
            <p:nvPr/>
          </p:nvSpPr>
          <p:spPr>
            <a:xfrm flipH="1">
              <a:off x="5497542"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83" name="Google Shape;2683;p30">
              <a:extLst>
                <a:ext uri="{FF2B5EF4-FFF2-40B4-BE49-F238E27FC236}">
                  <a16:creationId xmlns:a16="http://schemas.microsoft.com/office/drawing/2014/main" id="{F2915762-52BC-9F62-F394-E9460BDD46FC}"/>
                </a:ext>
              </a:extLst>
            </p:cNvPr>
            <p:cNvSpPr/>
            <p:nvPr/>
          </p:nvSpPr>
          <p:spPr>
            <a:xfrm flipH="1">
              <a:off x="5198742"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84" name="Google Shape;2684;p30">
              <a:extLst>
                <a:ext uri="{FF2B5EF4-FFF2-40B4-BE49-F238E27FC236}">
                  <a16:creationId xmlns:a16="http://schemas.microsoft.com/office/drawing/2014/main" id="{117FBE4B-3058-C265-FD68-A187C71AF5C6}"/>
                </a:ext>
              </a:extLst>
            </p:cNvPr>
            <p:cNvSpPr/>
            <p:nvPr/>
          </p:nvSpPr>
          <p:spPr>
            <a:xfrm flipH="1">
              <a:off x="4899941"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85" name="Google Shape;2685;p30">
              <a:extLst>
                <a:ext uri="{FF2B5EF4-FFF2-40B4-BE49-F238E27FC236}">
                  <a16:creationId xmlns:a16="http://schemas.microsoft.com/office/drawing/2014/main" id="{01D4CFE6-4FB8-A9AB-7394-79F03908D5EC}"/>
                </a:ext>
              </a:extLst>
            </p:cNvPr>
            <p:cNvSpPr/>
            <p:nvPr/>
          </p:nvSpPr>
          <p:spPr>
            <a:xfrm flipH="1">
              <a:off x="4601500" y="4884626"/>
              <a:ext cx="239400" cy="25887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86" name="Google Shape;2686;p30">
              <a:extLst>
                <a:ext uri="{FF2B5EF4-FFF2-40B4-BE49-F238E27FC236}">
                  <a16:creationId xmlns:a16="http://schemas.microsoft.com/office/drawing/2014/main" id="{5C733E0D-2BBE-00E8-6A79-9DA66D04A102}"/>
                </a:ext>
              </a:extLst>
            </p:cNvPr>
            <p:cNvSpPr/>
            <p:nvPr/>
          </p:nvSpPr>
          <p:spPr>
            <a:xfrm flipH="1">
              <a:off x="6990466"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87" name="Google Shape;2687;p30">
              <a:extLst>
                <a:ext uri="{FF2B5EF4-FFF2-40B4-BE49-F238E27FC236}">
                  <a16:creationId xmlns:a16="http://schemas.microsoft.com/office/drawing/2014/main" id="{4BDB0373-AB0C-298C-F024-E9D85672087E}"/>
                </a:ext>
              </a:extLst>
            </p:cNvPr>
            <p:cNvSpPr/>
            <p:nvPr/>
          </p:nvSpPr>
          <p:spPr>
            <a:xfrm flipH="1">
              <a:off x="6393584"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grpSp>
      <p:pic>
        <p:nvPicPr>
          <p:cNvPr id="7" name="Image 6" descr="Une image contenant texte, diagramme, capture d’écran, ligne&#10;&#10;Le contenu généré par l’IA peut être incorrect.">
            <a:extLst>
              <a:ext uri="{FF2B5EF4-FFF2-40B4-BE49-F238E27FC236}">
                <a16:creationId xmlns:a16="http://schemas.microsoft.com/office/drawing/2014/main" id="{A88E83D5-2241-7BC6-8AFA-EE4401167E1F}"/>
              </a:ext>
            </a:extLst>
          </p:cNvPr>
          <p:cNvPicPr>
            <a:picLocks noChangeAspect="1"/>
          </p:cNvPicPr>
          <p:nvPr/>
        </p:nvPicPr>
        <p:blipFill>
          <a:blip r:embed="rId3"/>
          <a:stretch>
            <a:fillRect/>
          </a:stretch>
        </p:blipFill>
        <p:spPr>
          <a:xfrm>
            <a:off x="9907" y="162879"/>
            <a:ext cx="9124186" cy="4570178"/>
          </a:xfrm>
          <a:prstGeom prst="rect">
            <a:avLst/>
          </a:prstGeom>
        </p:spPr>
      </p:pic>
    </p:spTree>
    <p:extLst>
      <p:ext uri="{BB962C8B-B14F-4D97-AF65-F5344CB8AC3E}">
        <p14:creationId xmlns:p14="http://schemas.microsoft.com/office/powerpoint/2010/main" val="178732457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357">
          <a:extLst>
            <a:ext uri="{FF2B5EF4-FFF2-40B4-BE49-F238E27FC236}">
              <a16:creationId xmlns:a16="http://schemas.microsoft.com/office/drawing/2014/main" id="{F4248940-9551-CD0C-62B5-BD06D37E14FE}"/>
            </a:ext>
          </a:extLst>
        </p:cNvPr>
        <p:cNvGrpSpPr/>
        <p:nvPr/>
      </p:nvGrpSpPr>
      <p:grpSpPr>
        <a:xfrm>
          <a:off x="0" y="0"/>
          <a:ext cx="0" cy="0"/>
          <a:chOff x="0" y="0"/>
          <a:chExt cx="0" cy="0"/>
        </a:xfrm>
      </p:grpSpPr>
      <p:sp>
        <p:nvSpPr>
          <p:cNvPr id="3358" name="Google Shape;3358;p45">
            <a:extLst>
              <a:ext uri="{FF2B5EF4-FFF2-40B4-BE49-F238E27FC236}">
                <a16:creationId xmlns:a16="http://schemas.microsoft.com/office/drawing/2014/main" id="{11A6A2DC-F58F-B10F-00A3-77F1B4D28518}"/>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noProof="0" dirty="0"/>
              <a:t>Medallion architecture</a:t>
            </a:r>
          </a:p>
        </p:txBody>
      </p:sp>
      <p:sp>
        <p:nvSpPr>
          <p:cNvPr id="3359" name="Google Shape;3359;p45">
            <a:extLst>
              <a:ext uri="{FF2B5EF4-FFF2-40B4-BE49-F238E27FC236}">
                <a16:creationId xmlns:a16="http://schemas.microsoft.com/office/drawing/2014/main" id="{ED2D8FF9-5863-5FA7-86C0-EA17DC5F7B41}"/>
              </a:ext>
            </a:extLst>
          </p:cNvPr>
          <p:cNvSpPr txBox="1">
            <a:spLocks noGrp="1"/>
          </p:cNvSpPr>
          <p:nvPr>
            <p:ph type="subTitle" idx="1"/>
          </p:nvPr>
        </p:nvSpPr>
        <p:spPr>
          <a:xfrm>
            <a:off x="720049" y="1908125"/>
            <a:ext cx="2379000" cy="198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noProof="0" dirty="0"/>
              <a:t>The Bronze layer serves as our raw data ingestion zone, capturing data in its original format directly from source systems. This layer preserves the full fidelity of incoming data without transformation,</a:t>
            </a:r>
          </a:p>
        </p:txBody>
      </p:sp>
      <p:sp>
        <p:nvSpPr>
          <p:cNvPr id="3360" name="Google Shape;3360;p45">
            <a:extLst>
              <a:ext uri="{FF2B5EF4-FFF2-40B4-BE49-F238E27FC236}">
                <a16:creationId xmlns:a16="http://schemas.microsoft.com/office/drawing/2014/main" id="{D5A44AB6-409C-D23A-633C-22E9A5C7B2A0}"/>
              </a:ext>
            </a:extLst>
          </p:cNvPr>
          <p:cNvSpPr txBox="1">
            <a:spLocks noGrp="1"/>
          </p:cNvSpPr>
          <p:nvPr>
            <p:ph type="subTitle" idx="2"/>
          </p:nvPr>
        </p:nvSpPr>
        <p:spPr>
          <a:xfrm>
            <a:off x="3382483" y="1908125"/>
            <a:ext cx="2379000" cy="198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noProof="0" dirty="0"/>
              <a:t>The Silver layer contains validated, cleansed, and transformed data from the Bronze layer. Here we standardize formats, remove duplicates, handle missing values,</a:t>
            </a:r>
          </a:p>
        </p:txBody>
      </p:sp>
      <p:sp>
        <p:nvSpPr>
          <p:cNvPr id="3361" name="Google Shape;3361;p45">
            <a:extLst>
              <a:ext uri="{FF2B5EF4-FFF2-40B4-BE49-F238E27FC236}">
                <a16:creationId xmlns:a16="http://schemas.microsoft.com/office/drawing/2014/main" id="{E32F14F4-49E0-D2BF-BE67-2D1C1E52E417}"/>
              </a:ext>
            </a:extLst>
          </p:cNvPr>
          <p:cNvSpPr txBox="1">
            <a:spLocks noGrp="1"/>
          </p:cNvSpPr>
          <p:nvPr>
            <p:ph type="subTitle" idx="3"/>
          </p:nvPr>
        </p:nvSpPr>
        <p:spPr>
          <a:xfrm>
            <a:off x="6044949" y="1908125"/>
            <a:ext cx="2379000" cy="198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noProof="0" dirty="0"/>
              <a:t>The Gold layer delivers business-ready, aggregated data for specific use cases and consumption patterns. Gold data powers dashboards and reports,</a:t>
            </a:r>
          </a:p>
        </p:txBody>
      </p:sp>
      <p:sp>
        <p:nvSpPr>
          <p:cNvPr id="3362" name="Google Shape;3362;p45">
            <a:extLst>
              <a:ext uri="{FF2B5EF4-FFF2-40B4-BE49-F238E27FC236}">
                <a16:creationId xmlns:a16="http://schemas.microsoft.com/office/drawing/2014/main" id="{CAB3CDCC-4C8B-0D3A-FA45-C7189F932831}"/>
              </a:ext>
            </a:extLst>
          </p:cNvPr>
          <p:cNvSpPr txBox="1">
            <a:spLocks noGrp="1"/>
          </p:cNvSpPr>
          <p:nvPr>
            <p:ph type="subTitle" idx="4"/>
          </p:nvPr>
        </p:nvSpPr>
        <p:spPr>
          <a:xfrm>
            <a:off x="720049" y="1411600"/>
            <a:ext cx="23790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noProof="0" dirty="0"/>
              <a:t>Bronze layer</a:t>
            </a:r>
          </a:p>
        </p:txBody>
      </p:sp>
      <p:sp>
        <p:nvSpPr>
          <p:cNvPr id="3363" name="Google Shape;3363;p45">
            <a:extLst>
              <a:ext uri="{FF2B5EF4-FFF2-40B4-BE49-F238E27FC236}">
                <a16:creationId xmlns:a16="http://schemas.microsoft.com/office/drawing/2014/main" id="{E00A4DC3-C197-7E25-1E3E-8AFDB82332AD}"/>
              </a:ext>
            </a:extLst>
          </p:cNvPr>
          <p:cNvSpPr txBox="1">
            <a:spLocks noGrp="1"/>
          </p:cNvSpPr>
          <p:nvPr>
            <p:ph type="subTitle" idx="5"/>
          </p:nvPr>
        </p:nvSpPr>
        <p:spPr>
          <a:xfrm>
            <a:off x="3382488" y="1411600"/>
            <a:ext cx="23790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noProof="0" dirty="0"/>
              <a:t>Silver layer</a:t>
            </a:r>
          </a:p>
        </p:txBody>
      </p:sp>
      <p:sp>
        <p:nvSpPr>
          <p:cNvPr id="3364" name="Google Shape;3364;p45">
            <a:extLst>
              <a:ext uri="{FF2B5EF4-FFF2-40B4-BE49-F238E27FC236}">
                <a16:creationId xmlns:a16="http://schemas.microsoft.com/office/drawing/2014/main" id="{F7011B94-A618-1AFB-B199-A095365FC13C}"/>
              </a:ext>
            </a:extLst>
          </p:cNvPr>
          <p:cNvSpPr txBox="1">
            <a:spLocks noGrp="1"/>
          </p:cNvSpPr>
          <p:nvPr>
            <p:ph type="subTitle" idx="6"/>
          </p:nvPr>
        </p:nvSpPr>
        <p:spPr>
          <a:xfrm>
            <a:off x="6044951" y="1411600"/>
            <a:ext cx="23790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noProof="0" dirty="0"/>
              <a:t>Gold layer</a:t>
            </a:r>
          </a:p>
        </p:txBody>
      </p:sp>
    </p:spTree>
    <p:extLst>
      <p:ext uri="{BB962C8B-B14F-4D97-AF65-F5344CB8AC3E}">
        <p14:creationId xmlns:p14="http://schemas.microsoft.com/office/powerpoint/2010/main" val="288383099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91">
          <a:extLst>
            <a:ext uri="{FF2B5EF4-FFF2-40B4-BE49-F238E27FC236}">
              <a16:creationId xmlns:a16="http://schemas.microsoft.com/office/drawing/2014/main" id="{E5808071-3D8E-DCE7-5108-B7CE6320925C}"/>
            </a:ext>
          </a:extLst>
        </p:cNvPr>
        <p:cNvGrpSpPr/>
        <p:nvPr/>
      </p:nvGrpSpPr>
      <p:grpSpPr>
        <a:xfrm>
          <a:off x="0" y="0"/>
          <a:ext cx="0" cy="0"/>
          <a:chOff x="0" y="0"/>
          <a:chExt cx="0" cy="0"/>
        </a:xfrm>
      </p:grpSpPr>
      <p:sp>
        <p:nvSpPr>
          <p:cNvPr id="2692" name="Google Shape;2692;p31">
            <a:extLst>
              <a:ext uri="{FF2B5EF4-FFF2-40B4-BE49-F238E27FC236}">
                <a16:creationId xmlns:a16="http://schemas.microsoft.com/office/drawing/2014/main" id="{C9763A4C-36B2-A834-A95A-FB7C5A101B29}"/>
              </a:ext>
            </a:extLst>
          </p:cNvPr>
          <p:cNvSpPr txBox="1">
            <a:spLocks noGrp="1"/>
          </p:cNvSpPr>
          <p:nvPr>
            <p:ph type="title"/>
          </p:nvPr>
        </p:nvSpPr>
        <p:spPr>
          <a:xfrm>
            <a:off x="713225" y="2121000"/>
            <a:ext cx="7717500" cy="1511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noProof="0" dirty="0"/>
              <a:t>Data processing</a:t>
            </a:r>
          </a:p>
        </p:txBody>
      </p:sp>
      <p:sp>
        <p:nvSpPr>
          <p:cNvPr id="2694" name="Google Shape;2694;p31">
            <a:extLst>
              <a:ext uri="{FF2B5EF4-FFF2-40B4-BE49-F238E27FC236}">
                <a16:creationId xmlns:a16="http://schemas.microsoft.com/office/drawing/2014/main" id="{65EAC561-CC7B-664D-AC41-AA492FECBFCA}"/>
              </a:ext>
            </a:extLst>
          </p:cNvPr>
          <p:cNvSpPr txBox="1">
            <a:spLocks noGrp="1"/>
          </p:cNvSpPr>
          <p:nvPr>
            <p:ph type="title" idx="2"/>
          </p:nvPr>
        </p:nvSpPr>
        <p:spPr>
          <a:xfrm>
            <a:off x="3574350" y="539500"/>
            <a:ext cx="1652100" cy="166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noProof="0" dirty="0"/>
              <a:t>03</a:t>
            </a:r>
          </a:p>
        </p:txBody>
      </p:sp>
      <p:grpSp>
        <p:nvGrpSpPr>
          <p:cNvPr id="2695" name="Google Shape;2695;p31">
            <a:extLst>
              <a:ext uri="{FF2B5EF4-FFF2-40B4-BE49-F238E27FC236}">
                <a16:creationId xmlns:a16="http://schemas.microsoft.com/office/drawing/2014/main" id="{104314C6-79B4-866F-D86D-E360FA7359C2}"/>
              </a:ext>
            </a:extLst>
          </p:cNvPr>
          <p:cNvGrpSpPr/>
          <p:nvPr/>
        </p:nvGrpSpPr>
        <p:grpSpPr>
          <a:xfrm>
            <a:off x="3333124" y="539512"/>
            <a:ext cx="397957" cy="491303"/>
            <a:chOff x="4986000" y="2166120"/>
            <a:chExt cx="388440" cy="1402920"/>
          </a:xfrm>
        </p:grpSpPr>
        <p:sp>
          <p:nvSpPr>
            <p:cNvPr id="2696" name="Google Shape;2696;p31">
              <a:extLst>
                <a:ext uri="{FF2B5EF4-FFF2-40B4-BE49-F238E27FC236}">
                  <a16:creationId xmlns:a16="http://schemas.microsoft.com/office/drawing/2014/main" id="{C1D158E3-3B60-0CC0-3C6E-ECBA6401340A}"/>
                </a:ext>
              </a:extLst>
            </p:cNvPr>
            <p:cNvSpPr/>
            <p:nvPr/>
          </p:nvSpPr>
          <p:spPr>
            <a:xfrm>
              <a:off x="5135040" y="2166120"/>
              <a:ext cx="90360" cy="1294200"/>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97" name="Google Shape;2697;p31">
              <a:extLst>
                <a:ext uri="{FF2B5EF4-FFF2-40B4-BE49-F238E27FC236}">
                  <a16:creationId xmlns:a16="http://schemas.microsoft.com/office/drawing/2014/main" id="{1CFFC933-9B2C-F6EF-BA9F-6FAA8C2176EE}"/>
                </a:ext>
              </a:extLst>
            </p:cNvPr>
            <p:cNvSpPr/>
            <p:nvPr/>
          </p:nvSpPr>
          <p:spPr>
            <a:xfrm>
              <a:off x="4986000" y="2166120"/>
              <a:ext cx="90360" cy="792720"/>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98" name="Google Shape;2698;p31">
              <a:extLst>
                <a:ext uri="{FF2B5EF4-FFF2-40B4-BE49-F238E27FC236}">
                  <a16:creationId xmlns:a16="http://schemas.microsoft.com/office/drawing/2014/main" id="{E52BB2B3-0A04-E81E-C854-17FED76BD8E8}"/>
                </a:ext>
              </a:extLst>
            </p:cNvPr>
            <p:cNvSpPr/>
            <p:nvPr/>
          </p:nvSpPr>
          <p:spPr>
            <a:xfrm>
              <a:off x="5284440" y="3460320"/>
              <a:ext cx="90000" cy="108720"/>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grpSp>
      <p:grpSp>
        <p:nvGrpSpPr>
          <p:cNvPr id="2699" name="Google Shape;2699;p31">
            <a:extLst>
              <a:ext uri="{FF2B5EF4-FFF2-40B4-BE49-F238E27FC236}">
                <a16:creationId xmlns:a16="http://schemas.microsoft.com/office/drawing/2014/main" id="{851D2AC9-59F8-977A-76AB-028DA8E18E88}"/>
              </a:ext>
            </a:extLst>
          </p:cNvPr>
          <p:cNvGrpSpPr/>
          <p:nvPr/>
        </p:nvGrpSpPr>
        <p:grpSpPr>
          <a:xfrm>
            <a:off x="4984310" y="1974862"/>
            <a:ext cx="398326" cy="280942"/>
            <a:chOff x="6180480" y="1249200"/>
            <a:chExt cx="388800" cy="552600"/>
          </a:xfrm>
        </p:grpSpPr>
        <p:sp>
          <p:nvSpPr>
            <p:cNvPr id="2700" name="Google Shape;2700;p31">
              <a:extLst>
                <a:ext uri="{FF2B5EF4-FFF2-40B4-BE49-F238E27FC236}">
                  <a16:creationId xmlns:a16="http://schemas.microsoft.com/office/drawing/2014/main" id="{5BEE0082-39A1-9B4B-5618-A28913B01916}"/>
                </a:ext>
              </a:extLst>
            </p:cNvPr>
            <p:cNvSpPr/>
            <p:nvPr/>
          </p:nvSpPr>
          <p:spPr>
            <a:xfrm>
              <a:off x="6479280" y="1249200"/>
              <a:ext cx="90000" cy="173520"/>
            </a:xfrm>
            <a:custGeom>
              <a:avLst/>
              <a:gdLst/>
              <a:ahLst/>
              <a:cxnLst/>
              <a:rect l="l" t="t" r="r" b="b"/>
              <a:pathLst>
                <a:path w="250" h="482" extrusionOk="0">
                  <a:moveTo>
                    <a:pt x="0" y="0"/>
                  </a:moveTo>
                  <a:lnTo>
                    <a:pt x="250" y="0"/>
                  </a:lnTo>
                  <a:lnTo>
                    <a:pt x="250" y="482"/>
                  </a:lnTo>
                  <a:lnTo>
                    <a:pt x="0" y="48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701" name="Google Shape;2701;p31">
              <a:extLst>
                <a:ext uri="{FF2B5EF4-FFF2-40B4-BE49-F238E27FC236}">
                  <a16:creationId xmlns:a16="http://schemas.microsoft.com/office/drawing/2014/main" id="{1D77A999-EEFC-60B9-341C-CE784CD2C953}"/>
                </a:ext>
              </a:extLst>
            </p:cNvPr>
            <p:cNvSpPr/>
            <p:nvPr/>
          </p:nvSpPr>
          <p:spPr>
            <a:xfrm>
              <a:off x="6329880" y="1249200"/>
              <a:ext cx="90000" cy="443880"/>
            </a:xfrm>
            <a:custGeom>
              <a:avLst/>
              <a:gdLst/>
              <a:ahLst/>
              <a:cxnLst/>
              <a:rect l="l" t="t" r="r" b="b"/>
              <a:pathLst>
                <a:path w="250" h="1233" extrusionOk="0">
                  <a:moveTo>
                    <a:pt x="0" y="0"/>
                  </a:moveTo>
                  <a:lnTo>
                    <a:pt x="250" y="0"/>
                  </a:lnTo>
                  <a:lnTo>
                    <a:pt x="250" y="1233"/>
                  </a:lnTo>
                  <a:lnTo>
                    <a:pt x="0" y="123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702" name="Google Shape;2702;p31">
              <a:extLst>
                <a:ext uri="{FF2B5EF4-FFF2-40B4-BE49-F238E27FC236}">
                  <a16:creationId xmlns:a16="http://schemas.microsoft.com/office/drawing/2014/main" id="{8E300FE3-4234-6CA9-CB45-2606373EA211}"/>
                </a:ext>
              </a:extLst>
            </p:cNvPr>
            <p:cNvSpPr/>
            <p:nvPr/>
          </p:nvSpPr>
          <p:spPr>
            <a:xfrm>
              <a:off x="6180480" y="1693080"/>
              <a:ext cx="90360" cy="108720"/>
            </a:xfrm>
            <a:custGeom>
              <a:avLst/>
              <a:gdLst/>
              <a:ahLst/>
              <a:cxnLst/>
              <a:rect l="l" t="t" r="r" b="b"/>
              <a:pathLst>
                <a:path w="251" h="302" extrusionOk="0">
                  <a:moveTo>
                    <a:pt x="0" y="0"/>
                  </a:moveTo>
                  <a:lnTo>
                    <a:pt x="251" y="0"/>
                  </a:lnTo>
                  <a:lnTo>
                    <a:pt x="251"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42810580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39">
          <a:extLst>
            <a:ext uri="{FF2B5EF4-FFF2-40B4-BE49-F238E27FC236}">
              <a16:creationId xmlns:a16="http://schemas.microsoft.com/office/drawing/2014/main" id="{63C7160C-4769-1DFC-6BF1-77D41A06C261}"/>
            </a:ext>
          </a:extLst>
        </p:cNvPr>
        <p:cNvGrpSpPr/>
        <p:nvPr/>
      </p:nvGrpSpPr>
      <p:grpSpPr>
        <a:xfrm>
          <a:off x="0" y="0"/>
          <a:ext cx="0" cy="0"/>
          <a:chOff x="0" y="0"/>
          <a:chExt cx="0" cy="0"/>
        </a:xfrm>
      </p:grpSpPr>
      <p:sp>
        <p:nvSpPr>
          <p:cNvPr id="3340" name="Google Shape;3340;p43">
            <a:extLst>
              <a:ext uri="{FF2B5EF4-FFF2-40B4-BE49-F238E27FC236}">
                <a16:creationId xmlns:a16="http://schemas.microsoft.com/office/drawing/2014/main" id="{2B0E6D1B-CEA4-FB9B-D2E2-DCD90A6E993C}"/>
              </a:ext>
            </a:extLst>
          </p:cNvPr>
          <p:cNvSpPr txBox="1">
            <a:spLocks noGrp="1"/>
          </p:cNvSpPr>
          <p:nvPr>
            <p:ph type="title"/>
          </p:nvPr>
        </p:nvSpPr>
        <p:spPr>
          <a:xfrm>
            <a:off x="481796" y="27478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noProof="0" dirty="0"/>
              <a:t>Bronze</a:t>
            </a:r>
          </a:p>
        </p:txBody>
      </p:sp>
      <p:sp>
        <p:nvSpPr>
          <p:cNvPr id="3343" name="Google Shape;3343;p43">
            <a:extLst>
              <a:ext uri="{FF2B5EF4-FFF2-40B4-BE49-F238E27FC236}">
                <a16:creationId xmlns:a16="http://schemas.microsoft.com/office/drawing/2014/main" id="{69E61170-40A5-E202-9C49-FA91FB6B24A5}"/>
              </a:ext>
            </a:extLst>
          </p:cNvPr>
          <p:cNvSpPr txBox="1">
            <a:spLocks noGrp="1"/>
          </p:cNvSpPr>
          <p:nvPr>
            <p:ph type="subTitle" idx="4294967295"/>
          </p:nvPr>
        </p:nvSpPr>
        <p:spPr>
          <a:xfrm>
            <a:off x="3896696" y="604185"/>
            <a:ext cx="4289100" cy="48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600" noProof="0" dirty="0">
                <a:solidFill>
                  <a:schemeClr val="accent1"/>
                </a:solidFill>
                <a:latin typeface="Outfit ExtraBold"/>
                <a:ea typeface="Outfit ExtraBold"/>
                <a:cs typeface="Outfit ExtraBold"/>
                <a:sym typeface="Outfit ExtraBold"/>
              </a:rPr>
              <a:t>Data acquisition layer</a:t>
            </a:r>
          </a:p>
        </p:txBody>
      </p:sp>
      <p:sp>
        <p:nvSpPr>
          <p:cNvPr id="3345" name="Google Shape;3345;p43">
            <a:extLst>
              <a:ext uri="{FF2B5EF4-FFF2-40B4-BE49-F238E27FC236}">
                <a16:creationId xmlns:a16="http://schemas.microsoft.com/office/drawing/2014/main" id="{0B54203F-E416-7940-A730-47C65FC7C9C9}"/>
              </a:ext>
            </a:extLst>
          </p:cNvPr>
          <p:cNvSpPr txBox="1">
            <a:spLocks noGrp="1"/>
          </p:cNvSpPr>
          <p:nvPr>
            <p:ph type="subTitle" idx="4294967295"/>
          </p:nvPr>
        </p:nvSpPr>
        <p:spPr>
          <a:xfrm>
            <a:off x="3896696" y="3165039"/>
            <a:ext cx="4289100" cy="48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600" noProof="0" dirty="0">
                <a:solidFill>
                  <a:schemeClr val="accent1"/>
                </a:solidFill>
                <a:latin typeface="Outfit ExtraBold"/>
                <a:ea typeface="Outfit ExtraBold"/>
                <a:cs typeface="Outfit ExtraBold"/>
                <a:sym typeface="Outfit ExtraBold"/>
              </a:rPr>
              <a:t>Security considerations</a:t>
            </a:r>
          </a:p>
        </p:txBody>
      </p:sp>
      <p:pic>
        <p:nvPicPr>
          <p:cNvPr id="3" name="Image 2">
            <a:extLst>
              <a:ext uri="{FF2B5EF4-FFF2-40B4-BE49-F238E27FC236}">
                <a16:creationId xmlns:a16="http://schemas.microsoft.com/office/drawing/2014/main" id="{A0A3ACBB-F035-45B1-D436-32E7D76695D4}"/>
              </a:ext>
            </a:extLst>
          </p:cNvPr>
          <p:cNvPicPr>
            <a:picLocks noChangeAspect="1"/>
          </p:cNvPicPr>
          <p:nvPr/>
        </p:nvPicPr>
        <p:blipFill>
          <a:blip r:embed="rId3"/>
          <a:stretch>
            <a:fillRect/>
          </a:stretch>
        </p:blipFill>
        <p:spPr>
          <a:xfrm>
            <a:off x="312141" y="1519050"/>
            <a:ext cx="3459700" cy="2776965"/>
          </a:xfrm>
          <a:prstGeom prst="rect">
            <a:avLst/>
          </a:prstGeom>
        </p:spPr>
      </p:pic>
      <p:sp>
        <p:nvSpPr>
          <p:cNvPr id="6" name="Rectangle 3">
            <a:extLst>
              <a:ext uri="{FF2B5EF4-FFF2-40B4-BE49-F238E27FC236}">
                <a16:creationId xmlns:a16="http://schemas.microsoft.com/office/drawing/2014/main" id="{96E02277-F5EA-7787-4761-ED7ECBD7DDDF}"/>
              </a:ext>
            </a:extLst>
          </p:cNvPr>
          <p:cNvSpPr>
            <a:spLocks noGrp="1" noChangeArrowheads="1"/>
          </p:cNvSpPr>
          <p:nvPr>
            <p:ph type="subTitle" idx="4294967295"/>
          </p:nvPr>
        </p:nvSpPr>
        <p:spPr bwMode="auto">
          <a:xfrm>
            <a:off x="3896696" y="3588528"/>
            <a:ext cx="5247304"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b="0" i="0" u="none" strike="noStrike" cap="none" normalizeH="0" baseline="0" noProof="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Windows Credential Manager stores sensitive connection details </a:t>
            </a:r>
          </a:p>
          <a:p>
            <a:pPr marL="0" marR="0" lvl="0" indent="0" algn="l" defTabSz="914400" rtl="0" eaLnBrk="0" fontAlgn="base" latinLnBrk="0" hangingPunct="0">
              <a:lnSpc>
                <a:spcPct val="100000"/>
              </a:lnSpc>
              <a:spcBef>
                <a:spcPct val="0"/>
              </a:spcBef>
              <a:spcAft>
                <a:spcPct val="0"/>
              </a:spcAft>
              <a:buClrTx/>
              <a:buSzTx/>
              <a:buNone/>
              <a:tabLst/>
            </a:pPr>
            <a:endParaRPr kumimoji="0" lang="en-US" b="0" i="0" u="none" strike="noStrike" cap="none" normalizeH="0" baseline="0" noProof="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b="0" i="0" u="none" strike="noStrike" cap="none" normalizeH="0" baseline="0" noProof="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Access through Windows API </a:t>
            </a:r>
          </a:p>
          <a:p>
            <a:pPr marL="0" marR="0" lvl="0" indent="0" algn="l" defTabSz="914400" rtl="0" eaLnBrk="0" fontAlgn="base" latinLnBrk="0" hangingPunct="0">
              <a:lnSpc>
                <a:spcPct val="100000"/>
              </a:lnSpc>
              <a:spcBef>
                <a:spcPct val="0"/>
              </a:spcBef>
              <a:spcAft>
                <a:spcPct val="0"/>
              </a:spcAft>
              <a:buClrTx/>
              <a:buSzTx/>
              <a:buNone/>
              <a:tabLst/>
            </a:pPr>
            <a:endParaRPr kumimoji="0" lang="en-US" b="0" i="0" u="none" strike="noStrike" cap="none" normalizeH="0" baseline="0" noProof="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b="0" i="0" u="none" strike="noStrike" cap="none" normalizeH="0" baseline="0" noProof="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Hybrid configuration approach separates sensitive from non-sensitive settings</a:t>
            </a:r>
          </a:p>
        </p:txBody>
      </p:sp>
      <p:sp>
        <p:nvSpPr>
          <p:cNvPr id="7" name="Rectangle 4">
            <a:extLst>
              <a:ext uri="{FF2B5EF4-FFF2-40B4-BE49-F238E27FC236}">
                <a16:creationId xmlns:a16="http://schemas.microsoft.com/office/drawing/2014/main" id="{D85C3990-8523-CDAD-4A89-76E2DBEA397C}"/>
              </a:ext>
            </a:extLst>
          </p:cNvPr>
          <p:cNvSpPr>
            <a:spLocks noGrp="1" noChangeArrowheads="1"/>
          </p:cNvSpPr>
          <p:nvPr>
            <p:ph type="subTitle" idx="4294967295"/>
          </p:nvPr>
        </p:nvSpPr>
        <p:spPr bwMode="auto">
          <a:xfrm>
            <a:off x="3896696" y="1090785"/>
            <a:ext cx="511533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b="0" i="0" u="none" strike="noStrike" cap="none" normalizeH="0" baseline="0" noProof="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Multi-threaded approach to collect data from external sources </a:t>
            </a:r>
          </a:p>
          <a:p>
            <a:pPr marL="0" marR="0" lvl="0" indent="0" algn="l" defTabSz="914400" rtl="0" eaLnBrk="0" fontAlgn="base" latinLnBrk="0" hangingPunct="0">
              <a:lnSpc>
                <a:spcPct val="100000"/>
              </a:lnSpc>
              <a:spcBef>
                <a:spcPct val="0"/>
              </a:spcBef>
              <a:spcAft>
                <a:spcPct val="0"/>
              </a:spcAft>
              <a:buClrTx/>
              <a:buSzTx/>
              <a:buNone/>
              <a:tabLst/>
            </a:pPr>
            <a:endParaRPr kumimoji="0" lang="en-US" b="0" i="0" u="none" strike="noStrike" cap="none" normalizeH="0" baseline="0" noProof="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b="0" i="0" u="none" strike="noStrike" cap="none" normalizeH="0" baseline="0" noProof="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Implemented through Python scripts for different data sources</a:t>
            </a:r>
          </a:p>
          <a:p>
            <a:pPr marL="0" marR="0" lvl="0" indent="0" algn="l" defTabSz="914400" rtl="0" eaLnBrk="0" fontAlgn="base" latinLnBrk="0" hangingPunct="0">
              <a:lnSpc>
                <a:spcPct val="100000"/>
              </a:lnSpc>
              <a:spcBef>
                <a:spcPct val="0"/>
              </a:spcBef>
              <a:spcAft>
                <a:spcPct val="0"/>
              </a:spcAft>
              <a:buClrTx/>
              <a:buSzTx/>
              <a:buNone/>
              <a:tabLst/>
            </a:pPr>
            <a:r>
              <a:rPr kumimoji="0" lang="en-US" b="0" i="0" u="none" strike="noStrike" cap="none" normalizeH="0" baseline="0" noProof="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 </a:t>
            </a:r>
          </a:p>
          <a:p>
            <a:pPr marL="0" marR="0" lvl="0" indent="0" algn="l" defTabSz="914400" rtl="0" eaLnBrk="0" fontAlgn="base" latinLnBrk="0" hangingPunct="0">
              <a:lnSpc>
                <a:spcPct val="100000"/>
              </a:lnSpc>
              <a:spcBef>
                <a:spcPct val="0"/>
              </a:spcBef>
              <a:spcAft>
                <a:spcPct val="0"/>
              </a:spcAft>
              <a:buClrTx/>
              <a:buSzTx/>
              <a:buNone/>
              <a:tabLst/>
            </a:pPr>
            <a:r>
              <a:rPr lang="en-US" noProof="0" dirty="0">
                <a:solidFill>
                  <a:schemeClr val="tx1"/>
                </a:solidFill>
                <a:latin typeface="Lato" panose="020F0502020204030203" pitchFamily="34" charset="0"/>
                <a:ea typeface="Lato" panose="020F0502020204030203" pitchFamily="34" charset="0"/>
                <a:cs typeface="Lato" panose="020F0502020204030203" pitchFamily="34" charset="0"/>
              </a:rPr>
              <a:t>Stores data without modifications</a:t>
            </a:r>
          </a:p>
          <a:p>
            <a:pPr marL="0" marR="0" lvl="0" indent="0" algn="l" defTabSz="914400" rtl="0" eaLnBrk="0" fontAlgn="base" latinLnBrk="0" hangingPunct="0">
              <a:lnSpc>
                <a:spcPct val="100000"/>
              </a:lnSpc>
              <a:spcBef>
                <a:spcPct val="0"/>
              </a:spcBef>
              <a:spcAft>
                <a:spcPct val="0"/>
              </a:spcAft>
              <a:buClrTx/>
              <a:buSzTx/>
              <a:buNone/>
              <a:tabLst/>
            </a:pPr>
            <a:endParaRPr lang="en-US" noProof="0" dirty="0">
              <a:solidFill>
                <a:schemeClr val="tx1"/>
              </a:solidFill>
              <a:latin typeface="Lato" panose="020F0502020204030203" pitchFamily="34" charset="0"/>
              <a:ea typeface="Lato" panose="020F0502020204030203" pitchFamily="34" charset="0"/>
              <a:cs typeface="Lato" panose="020F0502020204030203"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b="0" i="0" u="none" strike="noStrike" cap="none" normalizeH="0" baseline="0" noProof="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Organizes files by da</a:t>
            </a:r>
            <a:r>
              <a:rPr lang="en-US" noProof="0" dirty="0">
                <a:solidFill>
                  <a:schemeClr val="tx1"/>
                </a:solidFill>
                <a:latin typeface="Lato" panose="020F0502020204030203" pitchFamily="34" charset="0"/>
                <a:ea typeface="Lato" panose="020F0502020204030203" pitchFamily="34" charset="0"/>
                <a:cs typeface="Lato" panose="020F0502020204030203" pitchFamily="34" charset="0"/>
              </a:rPr>
              <a:t>ta type, apartment, date</a:t>
            </a:r>
          </a:p>
          <a:p>
            <a:pPr marL="0" marR="0" lvl="0" indent="0" algn="l" defTabSz="914400" rtl="0" eaLnBrk="0" fontAlgn="base" latinLnBrk="0" hangingPunct="0">
              <a:lnSpc>
                <a:spcPct val="100000"/>
              </a:lnSpc>
              <a:spcBef>
                <a:spcPct val="0"/>
              </a:spcBef>
              <a:spcAft>
                <a:spcPct val="0"/>
              </a:spcAft>
              <a:buClrTx/>
              <a:buSzTx/>
              <a:buNone/>
              <a:tabLst/>
            </a:pPr>
            <a:endParaRPr lang="en-US" noProof="0" dirty="0">
              <a:solidFill>
                <a:schemeClr val="tx1"/>
              </a:solidFill>
              <a:latin typeface="Lato" panose="020F0502020204030203" pitchFamily="34" charset="0"/>
              <a:ea typeface="Lato" panose="020F0502020204030203" pitchFamily="34" charset="0"/>
              <a:cs typeface="Lato" panose="020F0502020204030203"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b="0" i="0" u="none" strike="noStrike" cap="none" normalizeH="0" baseline="0" noProof="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rPr>
              <a:t>Duplicat</a:t>
            </a:r>
            <a:r>
              <a:rPr lang="en-US" noProof="0" dirty="0">
                <a:solidFill>
                  <a:schemeClr val="tx1"/>
                </a:solidFill>
                <a:latin typeface="Lato" panose="020F0502020204030203" pitchFamily="34" charset="0"/>
                <a:ea typeface="Lato" panose="020F0502020204030203" pitchFamily="34" charset="0"/>
                <a:cs typeface="Lato" panose="020F0502020204030203" pitchFamily="34" charset="0"/>
              </a:rPr>
              <a:t>e prevention</a:t>
            </a:r>
            <a:endParaRPr kumimoji="0" lang="en-US" b="0" i="0" u="none" strike="noStrike" cap="none" normalizeH="0" baseline="0" noProof="0" dirty="0">
              <a:ln>
                <a:noFill/>
              </a:ln>
              <a:solidFill>
                <a:schemeClr val="tx1"/>
              </a:solidFill>
              <a:effectLst/>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1275479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24">
          <a:extLst>
            <a:ext uri="{FF2B5EF4-FFF2-40B4-BE49-F238E27FC236}">
              <a16:creationId xmlns:a16="http://schemas.microsoft.com/office/drawing/2014/main" id="{D7C67FBD-95B1-258D-F4F7-D7E2AA6C3079}"/>
            </a:ext>
          </a:extLst>
        </p:cNvPr>
        <p:cNvGrpSpPr/>
        <p:nvPr/>
      </p:nvGrpSpPr>
      <p:grpSpPr>
        <a:xfrm>
          <a:off x="0" y="0"/>
          <a:ext cx="0" cy="0"/>
          <a:chOff x="0" y="0"/>
          <a:chExt cx="0" cy="0"/>
        </a:xfrm>
      </p:grpSpPr>
      <p:sp>
        <p:nvSpPr>
          <p:cNvPr id="3325" name="Google Shape;3325;p41">
            <a:extLst>
              <a:ext uri="{FF2B5EF4-FFF2-40B4-BE49-F238E27FC236}">
                <a16:creationId xmlns:a16="http://schemas.microsoft.com/office/drawing/2014/main" id="{C59912CA-2E1A-B700-726E-2C4C21A4588E}"/>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noProof="0" dirty="0"/>
              <a:t>Silver</a:t>
            </a:r>
          </a:p>
        </p:txBody>
      </p:sp>
      <p:sp>
        <p:nvSpPr>
          <p:cNvPr id="3326" name="Google Shape;3326;p41">
            <a:extLst>
              <a:ext uri="{FF2B5EF4-FFF2-40B4-BE49-F238E27FC236}">
                <a16:creationId xmlns:a16="http://schemas.microsoft.com/office/drawing/2014/main" id="{21407C4D-6B21-94B0-E58D-AAAB5B0B46E7}"/>
              </a:ext>
            </a:extLst>
          </p:cNvPr>
          <p:cNvSpPr txBox="1">
            <a:spLocks noGrp="1"/>
          </p:cNvSpPr>
          <p:nvPr>
            <p:ph type="subTitle" idx="1"/>
          </p:nvPr>
        </p:nvSpPr>
        <p:spPr>
          <a:xfrm>
            <a:off x="4837362" y="1710823"/>
            <a:ext cx="3356400" cy="13893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US" dirty="0"/>
              <a:t>Extracts relevant data for specific locations and devices</a:t>
            </a:r>
          </a:p>
          <a:p>
            <a:pPr marL="457200" lvl="0" indent="-330200" algn="l" rtl="0">
              <a:spcBef>
                <a:spcPts val="0"/>
              </a:spcBef>
              <a:spcAft>
                <a:spcPts val="0"/>
              </a:spcAft>
              <a:buSzPts val="1600"/>
              <a:buChar char="➔"/>
            </a:pPr>
            <a:r>
              <a:rPr lang="en-US" dirty="0"/>
              <a:t>Selects only data for Sion and </a:t>
            </a:r>
            <a:r>
              <a:rPr lang="en-US" dirty="0" err="1"/>
              <a:t>Visp</a:t>
            </a:r>
            <a:r>
              <a:rPr lang="en-US" dirty="0"/>
              <a:t> weather locations</a:t>
            </a:r>
          </a:p>
          <a:p>
            <a:pPr marL="457200" lvl="0" indent="-330200" algn="l" rtl="0">
              <a:spcBef>
                <a:spcPts val="0"/>
              </a:spcBef>
              <a:spcAft>
                <a:spcPts val="0"/>
              </a:spcAft>
              <a:buSzPts val="1600"/>
              <a:buChar char="➔"/>
            </a:pPr>
            <a:r>
              <a:rPr lang="en-US" dirty="0"/>
              <a:t>Validates against predefined list of valid rooms</a:t>
            </a:r>
          </a:p>
          <a:p>
            <a:pPr marL="457200" lvl="0" indent="-330200" algn="l" rtl="0">
              <a:spcBef>
                <a:spcPts val="0"/>
              </a:spcBef>
              <a:spcAft>
                <a:spcPts val="0"/>
              </a:spcAft>
              <a:buSzPts val="1600"/>
              <a:buChar char="➔"/>
            </a:pPr>
            <a:r>
              <a:rPr lang="en-US" dirty="0"/>
              <a:t>Maintains separate logs for filtered-out data</a:t>
            </a:r>
            <a:endParaRPr lang="en-US" noProof="0" dirty="0"/>
          </a:p>
        </p:txBody>
      </p:sp>
      <p:sp>
        <p:nvSpPr>
          <p:cNvPr id="3327" name="Google Shape;3327;p41">
            <a:extLst>
              <a:ext uri="{FF2B5EF4-FFF2-40B4-BE49-F238E27FC236}">
                <a16:creationId xmlns:a16="http://schemas.microsoft.com/office/drawing/2014/main" id="{03061FBC-AD40-BD38-1AAD-DB02DBDDC44F}"/>
              </a:ext>
            </a:extLst>
          </p:cNvPr>
          <p:cNvSpPr txBox="1">
            <a:spLocks noGrp="1"/>
          </p:cNvSpPr>
          <p:nvPr>
            <p:ph type="subTitle" idx="2"/>
          </p:nvPr>
        </p:nvSpPr>
        <p:spPr>
          <a:xfrm>
            <a:off x="645137" y="1650624"/>
            <a:ext cx="3431263" cy="2153201"/>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US" noProof="0" dirty="0"/>
              <a:t>Normalize date formats</a:t>
            </a:r>
          </a:p>
          <a:p>
            <a:pPr marL="457200" lvl="0" indent="-330200" algn="l" rtl="0">
              <a:spcBef>
                <a:spcPts val="0"/>
              </a:spcBef>
              <a:spcAft>
                <a:spcPts val="0"/>
              </a:spcAft>
              <a:buSzPts val="1600"/>
              <a:buChar char="➔"/>
            </a:pPr>
            <a:r>
              <a:rPr lang="en-US" dirty="0"/>
              <a:t>Converts all dates to standard "dd/mm/</a:t>
            </a:r>
            <a:r>
              <a:rPr lang="en-US" dirty="0" err="1"/>
              <a:t>yyyy</a:t>
            </a:r>
            <a:r>
              <a:rPr lang="en-US" dirty="0"/>
              <a:t>" format</a:t>
            </a:r>
            <a:endParaRPr lang="en-US" noProof="0" dirty="0"/>
          </a:p>
          <a:p>
            <a:pPr marL="457200" lvl="0" indent="-330200" algn="l" rtl="0">
              <a:spcBef>
                <a:spcPts val="0"/>
              </a:spcBef>
              <a:spcAft>
                <a:spcPts val="0"/>
              </a:spcAft>
              <a:buSzPts val="1600"/>
              <a:buChar char="➔"/>
            </a:pPr>
            <a:r>
              <a:rPr lang="en-US" dirty="0"/>
              <a:t>Extracts time components to separate "Hours" fields</a:t>
            </a:r>
          </a:p>
          <a:p>
            <a:pPr marL="457200" lvl="0" indent="-330200" algn="l" rtl="0">
              <a:spcBef>
                <a:spcPts val="0"/>
              </a:spcBef>
              <a:spcAft>
                <a:spcPts val="0"/>
              </a:spcAft>
              <a:buSzPts val="1600"/>
              <a:buChar char="➔"/>
            </a:pPr>
            <a:r>
              <a:rPr lang="en-US" dirty="0"/>
              <a:t>Replaces anomalous weather</a:t>
            </a:r>
            <a:endParaRPr lang="en-US" noProof="0" dirty="0"/>
          </a:p>
        </p:txBody>
      </p:sp>
      <p:sp>
        <p:nvSpPr>
          <p:cNvPr id="3328" name="Google Shape;3328;p41">
            <a:extLst>
              <a:ext uri="{FF2B5EF4-FFF2-40B4-BE49-F238E27FC236}">
                <a16:creationId xmlns:a16="http://schemas.microsoft.com/office/drawing/2014/main" id="{D22835D6-A3BE-0D77-84EE-3F5C2C91E6CA}"/>
              </a:ext>
            </a:extLst>
          </p:cNvPr>
          <p:cNvSpPr txBox="1">
            <a:spLocks noGrp="1"/>
          </p:cNvSpPr>
          <p:nvPr>
            <p:ph type="subTitle" idx="3"/>
          </p:nvPr>
        </p:nvSpPr>
        <p:spPr>
          <a:xfrm>
            <a:off x="720000" y="1077924"/>
            <a:ext cx="33564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noProof="0" dirty="0"/>
              <a:t>Data processing</a:t>
            </a:r>
          </a:p>
        </p:txBody>
      </p:sp>
      <p:sp>
        <p:nvSpPr>
          <p:cNvPr id="3329" name="Google Shape;3329;p41">
            <a:extLst>
              <a:ext uri="{FF2B5EF4-FFF2-40B4-BE49-F238E27FC236}">
                <a16:creationId xmlns:a16="http://schemas.microsoft.com/office/drawing/2014/main" id="{EE19EB2C-D940-3A36-E9B5-9B008FF2AC3C}"/>
              </a:ext>
            </a:extLst>
          </p:cNvPr>
          <p:cNvSpPr txBox="1">
            <a:spLocks noGrp="1"/>
          </p:cNvSpPr>
          <p:nvPr>
            <p:ph type="subTitle" idx="4"/>
          </p:nvPr>
        </p:nvSpPr>
        <p:spPr>
          <a:xfrm>
            <a:off x="5142463" y="1047824"/>
            <a:ext cx="33564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noProof="0" dirty="0"/>
              <a:t>Filtering</a:t>
            </a:r>
          </a:p>
        </p:txBody>
      </p:sp>
    </p:spTree>
    <p:extLst>
      <p:ext uri="{BB962C8B-B14F-4D97-AF65-F5344CB8AC3E}">
        <p14:creationId xmlns:p14="http://schemas.microsoft.com/office/powerpoint/2010/main" val="13118361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24">
          <a:extLst>
            <a:ext uri="{FF2B5EF4-FFF2-40B4-BE49-F238E27FC236}">
              <a16:creationId xmlns:a16="http://schemas.microsoft.com/office/drawing/2014/main" id="{B016C5DA-0162-B810-D79E-CC0021BCBC1A}"/>
            </a:ext>
          </a:extLst>
        </p:cNvPr>
        <p:cNvGrpSpPr/>
        <p:nvPr/>
      </p:nvGrpSpPr>
      <p:grpSpPr>
        <a:xfrm>
          <a:off x="0" y="0"/>
          <a:ext cx="0" cy="0"/>
          <a:chOff x="0" y="0"/>
          <a:chExt cx="0" cy="0"/>
        </a:xfrm>
      </p:grpSpPr>
      <p:sp>
        <p:nvSpPr>
          <p:cNvPr id="3325" name="Google Shape;3325;p41">
            <a:extLst>
              <a:ext uri="{FF2B5EF4-FFF2-40B4-BE49-F238E27FC236}">
                <a16:creationId xmlns:a16="http://schemas.microsoft.com/office/drawing/2014/main" id="{76420E62-D3B9-7A8F-B91A-9389B649B063}"/>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noProof="0" dirty="0"/>
              <a:t>Silver</a:t>
            </a:r>
          </a:p>
        </p:txBody>
      </p:sp>
      <p:sp>
        <p:nvSpPr>
          <p:cNvPr id="3327" name="Google Shape;3327;p41">
            <a:extLst>
              <a:ext uri="{FF2B5EF4-FFF2-40B4-BE49-F238E27FC236}">
                <a16:creationId xmlns:a16="http://schemas.microsoft.com/office/drawing/2014/main" id="{1BA2A746-177D-F4D1-A652-593FF47FB1DA}"/>
              </a:ext>
            </a:extLst>
          </p:cNvPr>
          <p:cNvSpPr txBox="1">
            <a:spLocks noGrp="1"/>
          </p:cNvSpPr>
          <p:nvPr>
            <p:ph type="subTitle" idx="2"/>
          </p:nvPr>
        </p:nvSpPr>
        <p:spPr>
          <a:xfrm>
            <a:off x="645137" y="1710823"/>
            <a:ext cx="3431263" cy="2153201"/>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US" dirty="0"/>
              <a:t>Multi-threaded processing with 4 parallel workers (configurable)</a:t>
            </a:r>
          </a:p>
          <a:p>
            <a:pPr marL="457200" lvl="0" indent="-330200" algn="l" rtl="0">
              <a:spcBef>
                <a:spcPts val="0"/>
              </a:spcBef>
              <a:spcAft>
                <a:spcPts val="0"/>
              </a:spcAft>
              <a:buSzPts val="1600"/>
              <a:buChar char="➔"/>
            </a:pPr>
            <a:r>
              <a:rPr lang="en-US" dirty="0"/>
              <a:t>Maintains same directory structure as Bronze layer</a:t>
            </a:r>
          </a:p>
          <a:p>
            <a:pPr marL="457200" lvl="0" indent="-330200" algn="l" rtl="0">
              <a:spcBef>
                <a:spcPts val="0"/>
              </a:spcBef>
              <a:spcAft>
                <a:spcPts val="0"/>
              </a:spcAft>
              <a:buSzPts val="1600"/>
              <a:buChar char="➔"/>
            </a:pPr>
            <a:r>
              <a:rPr lang="en-US" dirty="0"/>
              <a:t>Detailed logging with execution metrics and success rates</a:t>
            </a:r>
          </a:p>
        </p:txBody>
      </p:sp>
      <p:sp>
        <p:nvSpPr>
          <p:cNvPr id="3328" name="Google Shape;3328;p41">
            <a:extLst>
              <a:ext uri="{FF2B5EF4-FFF2-40B4-BE49-F238E27FC236}">
                <a16:creationId xmlns:a16="http://schemas.microsoft.com/office/drawing/2014/main" id="{79B5C493-E8CD-466E-6E7A-92D630B8314E}"/>
              </a:ext>
            </a:extLst>
          </p:cNvPr>
          <p:cNvSpPr txBox="1">
            <a:spLocks noGrp="1"/>
          </p:cNvSpPr>
          <p:nvPr>
            <p:ph type="subTitle" idx="3"/>
          </p:nvPr>
        </p:nvSpPr>
        <p:spPr>
          <a:xfrm>
            <a:off x="720000" y="1077924"/>
            <a:ext cx="33564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noProof="0" dirty="0"/>
              <a:t>Implementation</a:t>
            </a:r>
          </a:p>
        </p:txBody>
      </p:sp>
      <p:pic>
        <p:nvPicPr>
          <p:cNvPr id="7" name="Image 6">
            <a:extLst>
              <a:ext uri="{FF2B5EF4-FFF2-40B4-BE49-F238E27FC236}">
                <a16:creationId xmlns:a16="http://schemas.microsoft.com/office/drawing/2014/main" id="{9277B98F-B7EE-D9DF-0E95-98BF14DBD30F}"/>
              </a:ext>
            </a:extLst>
          </p:cNvPr>
          <p:cNvPicPr>
            <a:picLocks noChangeAspect="1"/>
          </p:cNvPicPr>
          <p:nvPr/>
        </p:nvPicPr>
        <p:blipFill>
          <a:blip r:embed="rId3"/>
          <a:stretch>
            <a:fillRect/>
          </a:stretch>
        </p:blipFill>
        <p:spPr>
          <a:xfrm>
            <a:off x="4677077" y="0"/>
            <a:ext cx="3910469" cy="5143500"/>
          </a:xfrm>
          <a:prstGeom prst="rect">
            <a:avLst/>
          </a:prstGeom>
        </p:spPr>
      </p:pic>
    </p:spTree>
    <p:extLst>
      <p:ext uri="{BB962C8B-B14F-4D97-AF65-F5344CB8AC3E}">
        <p14:creationId xmlns:p14="http://schemas.microsoft.com/office/powerpoint/2010/main" val="12374318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24">
          <a:extLst>
            <a:ext uri="{FF2B5EF4-FFF2-40B4-BE49-F238E27FC236}">
              <a16:creationId xmlns:a16="http://schemas.microsoft.com/office/drawing/2014/main" id="{0172AB91-FDE3-4BC1-C7C3-D5CF50689BF2}"/>
            </a:ext>
          </a:extLst>
        </p:cNvPr>
        <p:cNvGrpSpPr/>
        <p:nvPr/>
      </p:nvGrpSpPr>
      <p:grpSpPr>
        <a:xfrm>
          <a:off x="0" y="0"/>
          <a:ext cx="0" cy="0"/>
          <a:chOff x="0" y="0"/>
          <a:chExt cx="0" cy="0"/>
        </a:xfrm>
      </p:grpSpPr>
      <p:sp>
        <p:nvSpPr>
          <p:cNvPr id="3325" name="Google Shape;3325;p41">
            <a:extLst>
              <a:ext uri="{FF2B5EF4-FFF2-40B4-BE49-F238E27FC236}">
                <a16:creationId xmlns:a16="http://schemas.microsoft.com/office/drawing/2014/main" id="{04DF9011-3865-E2F9-C5C7-A810744E4483}"/>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noProof="0" dirty="0"/>
              <a:t>Gold: Dimensions used in all Fact tables</a:t>
            </a:r>
          </a:p>
        </p:txBody>
      </p:sp>
      <p:pic>
        <p:nvPicPr>
          <p:cNvPr id="11" name="Image 10">
            <a:extLst>
              <a:ext uri="{FF2B5EF4-FFF2-40B4-BE49-F238E27FC236}">
                <a16:creationId xmlns:a16="http://schemas.microsoft.com/office/drawing/2014/main" id="{78149FD6-C21F-17CE-4F3D-5E151D786459}"/>
              </a:ext>
            </a:extLst>
          </p:cNvPr>
          <p:cNvPicPr>
            <a:picLocks noChangeAspect="1"/>
          </p:cNvPicPr>
          <p:nvPr/>
        </p:nvPicPr>
        <p:blipFill>
          <a:blip r:embed="rId3"/>
          <a:stretch>
            <a:fillRect/>
          </a:stretch>
        </p:blipFill>
        <p:spPr>
          <a:xfrm>
            <a:off x="720000" y="1827600"/>
            <a:ext cx="3182652" cy="1757584"/>
          </a:xfrm>
          <a:prstGeom prst="rect">
            <a:avLst/>
          </a:prstGeom>
        </p:spPr>
      </p:pic>
      <p:pic>
        <p:nvPicPr>
          <p:cNvPr id="13" name="Image 12">
            <a:extLst>
              <a:ext uri="{FF2B5EF4-FFF2-40B4-BE49-F238E27FC236}">
                <a16:creationId xmlns:a16="http://schemas.microsoft.com/office/drawing/2014/main" id="{5057F699-2F8B-934E-EC5E-696A54CAA6ED}"/>
              </a:ext>
            </a:extLst>
          </p:cNvPr>
          <p:cNvPicPr>
            <a:picLocks noChangeAspect="1"/>
          </p:cNvPicPr>
          <p:nvPr/>
        </p:nvPicPr>
        <p:blipFill>
          <a:blip r:embed="rId4"/>
          <a:stretch>
            <a:fillRect/>
          </a:stretch>
        </p:blipFill>
        <p:spPr>
          <a:xfrm>
            <a:off x="4446873" y="1827600"/>
            <a:ext cx="3267075" cy="1427993"/>
          </a:xfrm>
          <a:prstGeom prst="rect">
            <a:avLst/>
          </a:prstGeom>
        </p:spPr>
      </p:pic>
    </p:spTree>
    <p:extLst>
      <p:ext uri="{BB962C8B-B14F-4D97-AF65-F5344CB8AC3E}">
        <p14:creationId xmlns:p14="http://schemas.microsoft.com/office/powerpoint/2010/main" val="5499865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24">
          <a:extLst>
            <a:ext uri="{FF2B5EF4-FFF2-40B4-BE49-F238E27FC236}">
              <a16:creationId xmlns:a16="http://schemas.microsoft.com/office/drawing/2014/main" id="{DBC63690-5917-CC77-39CA-2C37F0356229}"/>
            </a:ext>
          </a:extLst>
        </p:cNvPr>
        <p:cNvGrpSpPr/>
        <p:nvPr/>
      </p:nvGrpSpPr>
      <p:grpSpPr>
        <a:xfrm>
          <a:off x="0" y="0"/>
          <a:ext cx="0" cy="0"/>
          <a:chOff x="0" y="0"/>
          <a:chExt cx="0" cy="0"/>
        </a:xfrm>
      </p:grpSpPr>
      <p:sp>
        <p:nvSpPr>
          <p:cNvPr id="3325" name="Google Shape;3325;p41">
            <a:extLst>
              <a:ext uri="{FF2B5EF4-FFF2-40B4-BE49-F238E27FC236}">
                <a16:creationId xmlns:a16="http://schemas.microsoft.com/office/drawing/2014/main" id="{F499C0FB-C75D-8FF7-2168-3D4044C2D91F}"/>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noProof="0" dirty="0"/>
              <a:t>Gold: Dimensions used only in Weather table</a:t>
            </a:r>
          </a:p>
        </p:txBody>
      </p:sp>
      <p:pic>
        <p:nvPicPr>
          <p:cNvPr id="3" name="Image 2">
            <a:extLst>
              <a:ext uri="{FF2B5EF4-FFF2-40B4-BE49-F238E27FC236}">
                <a16:creationId xmlns:a16="http://schemas.microsoft.com/office/drawing/2014/main" id="{FF44CF35-A30E-BF66-6686-FA3B8AC272B6}"/>
              </a:ext>
            </a:extLst>
          </p:cNvPr>
          <p:cNvPicPr>
            <a:picLocks noChangeAspect="1"/>
          </p:cNvPicPr>
          <p:nvPr/>
        </p:nvPicPr>
        <p:blipFill>
          <a:blip r:embed="rId3"/>
          <a:stretch>
            <a:fillRect/>
          </a:stretch>
        </p:blipFill>
        <p:spPr>
          <a:xfrm>
            <a:off x="720000" y="1657269"/>
            <a:ext cx="3667637" cy="1629002"/>
          </a:xfrm>
          <a:prstGeom prst="rect">
            <a:avLst/>
          </a:prstGeom>
        </p:spPr>
      </p:pic>
      <p:pic>
        <p:nvPicPr>
          <p:cNvPr id="5" name="Image 4">
            <a:extLst>
              <a:ext uri="{FF2B5EF4-FFF2-40B4-BE49-F238E27FC236}">
                <a16:creationId xmlns:a16="http://schemas.microsoft.com/office/drawing/2014/main" id="{6196459D-9177-561A-16E9-9906141C75EA}"/>
              </a:ext>
            </a:extLst>
          </p:cNvPr>
          <p:cNvPicPr>
            <a:picLocks noChangeAspect="1"/>
          </p:cNvPicPr>
          <p:nvPr/>
        </p:nvPicPr>
        <p:blipFill>
          <a:blip r:embed="rId4"/>
          <a:stretch>
            <a:fillRect/>
          </a:stretch>
        </p:blipFill>
        <p:spPr>
          <a:xfrm>
            <a:off x="4756365" y="1657269"/>
            <a:ext cx="3696216" cy="1162212"/>
          </a:xfrm>
          <a:prstGeom prst="rect">
            <a:avLst/>
          </a:prstGeom>
        </p:spPr>
      </p:pic>
    </p:spTree>
    <p:extLst>
      <p:ext uri="{BB962C8B-B14F-4D97-AF65-F5344CB8AC3E}">
        <p14:creationId xmlns:p14="http://schemas.microsoft.com/office/powerpoint/2010/main" val="10338971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24">
          <a:extLst>
            <a:ext uri="{FF2B5EF4-FFF2-40B4-BE49-F238E27FC236}">
              <a16:creationId xmlns:a16="http://schemas.microsoft.com/office/drawing/2014/main" id="{48ABE6DC-BE25-1BD9-93F1-59C98F7D8AA0}"/>
            </a:ext>
          </a:extLst>
        </p:cNvPr>
        <p:cNvGrpSpPr/>
        <p:nvPr/>
      </p:nvGrpSpPr>
      <p:grpSpPr>
        <a:xfrm>
          <a:off x="0" y="0"/>
          <a:ext cx="0" cy="0"/>
          <a:chOff x="0" y="0"/>
          <a:chExt cx="0" cy="0"/>
        </a:xfrm>
      </p:grpSpPr>
      <p:sp>
        <p:nvSpPr>
          <p:cNvPr id="3325" name="Google Shape;3325;p41">
            <a:extLst>
              <a:ext uri="{FF2B5EF4-FFF2-40B4-BE49-F238E27FC236}">
                <a16:creationId xmlns:a16="http://schemas.microsoft.com/office/drawing/2014/main" id="{72AC9D1C-5F46-B602-4BFF-45F1E94505CC}"/>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noProof="0" dirty="0"/>
              <a:t>Gold: Dimensions used only in Sensors tables</a:t>
            </a:r>
          </a:p>
        </p:txBody>
      </p:sp>
      <p:pic>
        <p:nvPicPr>
          <p:cNvPr id="4" name="Image 3">
            <a:extLst>
              <a:ext uri="{FF2B5EF4-FFF2-40B4-BE49-F238E27FC236}">
                <a16:creationId xmlns:a16="http://schemas.microsoft.com/office/drawing/2014/main" id="{E3FB77FA-F99A-C79D-33D6-EEE3D41BE846}"/>
              </a:ext>
            </a:extLst>
          </p:cNvPr>
          <p:cNvPicPr>
            <a:picLocks noChangeAspect="1"/>
          </p:cNvPicPr>
          <p:nvPr/>
        </p:nvPicPr>
        <p:blipFill>
          <a:blip r:embed="rId3"/>
          <a:stretch>
            <a:fillRect/>
          </a:stretch>
        </p:blipFill>
        <p:spPr>
          <a:xfrm>
            <a:off x="5206275" y="1232406"/>
            <a:ext cx="3051900" cy="3723162"/>
          </a:xfrm>
          <a:prstGeom prst="rect">
            <a:avLst/>
          </a:prstGeom>
        </p:spPr>
      </p:pic>
      <p:pic>
        <p:nvPicPr>
          <p:cNvPr id="7" name="Image 6">
            <a:extLst>
              <a:ext uri="{FF2B5EF4-FFF2-40B4-BE49-F238E27FC236}">
                <a16:creationId xmlns:a16="http://schemas.microsoft.com/office/drawing/2014/main" id="{FD70CECE-6F0B-6CC1-7FB9-A5F672A28C66}"/>
              </a:ext>
            </a:extLst>
          </p:cNvPr>
          <p:cNvPicPr>
            <a:picLocks noChangeAspect="1"/>
          </p:cNvPicPr>
          <p:nvPr/>
        </p:nvPicPr>
        <p:blipFill>
          <a:blip r:embed="rId4"/>
          <a:stretch>
            <a:fillRect/>
          </a:stretch>
        </p:blipFill>
        <p:spPr>
          <a:xfrm>
            <a:off x="720000" y="1232406"/>
            <a:ext cx="3705742" cy="1190791"/>
          </a:xfrm>
          <a:prstGeom prst="rect">
            <a:avLst/>
          </a:prstGeom>
        </p:spPr>
      </p:pic>
      <p:pic>
        <p:nvPicPr>
          <p:cNvPr id="9" name="Image 8">
            <a:extLst>
              <a:ext uri="{FF2B5EF4-FFF2-40B4-BE49-F238E27FC236}">
                <a16:creationId xmlns:a16="http://schemas.microsoft.com/office/drawing/2014/main" id="{1DA53F6F-6C56-382A-8D7C-26E2ED5A25D1}"/>
              </a:ext>
            </a:extLst>
          </p:cNvPr>
          <p:cNvPicPr>
            <a:picLocks noChangeAspect="1"/>
          </p:cNvPicPr>
          <p:nvPr/>
        </p:nvPicPr>
        <p:blipFill>
          <a:blip r:embed="rId5"/>
          <a:stretch>
            <a:fillRect/>
          </a:stretch>
        </p:blipFill>
        <p:spPr>
          <a:xfrm>
            <a:off x="720000" y="2944509"/>
            <a:ext cx="3705742" cy="1190791"/>
          </a:xfrm>
          <a:prstGeom prst="rect">
            <a:avLst/>
          </a:prstGeom>
        </p:spPr>
      </p:pic>
    </p:spTree>
    <p:extLst>
      <p:ext uri="{BB962C8B-B14F-4D97-AF65-F5344CB8AC3E}">
        <p14:creationId xmlns:p14="http://schemas.microsoft.com/office/powerpoint/2010/main" val="20191207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24">
          <a:extLst>
            <a:ext uri="{FF2B5EF4-FFF2-40B4-BE49-F238E27FC236}">
              <a16:creationId xmlns:a16="http://schemas.microsoft.com/office/drawing/2014/main" id="{F03E0769-A82E-0A45-8B76-7DEF96B8C27A}"/>
            </a:ext>
          </a:extLst>
        </p:cNvPr>
        <p:cNvGrpSpPr/>
        <p:nvPr/>
      </p:nvGrpSpPr>
      <p:grpSpPr>
        <a:xfrm>
          <a:off x="0" y="0"/>
          <a:ext cx="0" cy="0"/>
          <a:chOff x="0" y="0"/>
          <a:chExt cx="0" cy="0"/>
        </a:xfrm>
      </p:grpSpPr>
      <p:sp>
        <p:nvSpPr>
          <p:cNvPr id="3325" name="Google Shape;3325;p41">
            <a:extLst>
              <a:ext uri="{FF2B5EF4-FFF2-40B4-BE49-F238E27FC236}">
                <a16:creationId xmlns:a16="http://schemas.microsoft.com/office/drawing/2014/main" id="{AB093059-19CF-966D-1FA7-727F2F0898C4}"/>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noProof="0" dirty="0"/>
              <a:t>Gold: Weather, Machine learning Fact tables</a:t>
            </a:r>
          </a:p>
        </p:txBody>
      </p:sp>
      <p:pic>
        <p:nvPicPr>
          <p:cNvPr id="3" name="Image 2">
            <a:extLst>
              <a:ext uri="{FF2B5EF4-FFF2-40B4-BE49-F238E27FC236}">
                <a16:creationId xmlns:a16="http://schemas.microsoft.com/office/drawing/2014/main" id="{F63931BB-76CD-6FF1-9978-45BD00077FA0}"/>
              </a:ext>
            </a:extLst>
          </p:cNvPr>
          <p:cNvPicPr>
            <a:picLocks noChangeAspect="1"/>
          </p:cNvPicPr>
          <p:nvPr/>
        </p:nvPicPr>
        <p:blipFill>
          <a:blip r:embed="rId3"/>
          <a:stretch>
            <a:fillRect/>
          </a:stretch>
        </p:blipFill>
        <p:spPr>
          <a:xfrm>
            <a:off x="720000" y="1344031"/>
            <a:ext cx="3408955" cy="2227844"/>
          </a:xfrm>
          <a:prstGeom prst="rect">
            <a:avLst/>
          </a:prstGeom>
        </p:spPr>
      </p:pic>
      <p:pic>
        <p:nvPicPr>
          <p:cNvPr id="6" name="Image 5">
            <a:extLst>
              <a:ext uri="{FF2B5EF4-FFF2-40B4-BE49-F238E27FC236}">
                <a16:creationId xmlns:a16="http://schemas.microsoft.com/office/drawing/2014/main" id="{D989E040-9DD8-531D-E835-97510532D2DD}"/>
              </a:ext>
            </a:extLst>
          </p:cNvPr>
          <p:cNvPicPr>
            <a:picLocks noChangeAspect="1"/>
          </p:cNvPicPr>
          <p:nvPr/>
        </p:nvPicPr>
        <p:blipFill>
          <a:blip r:embed="rId4"/>
          <a:stretch>
            <a:fillRect/>
          </a:stretch>
        </p:blipFill>
        <p:spPr>
          <a:xfrm>
            <a:off x="4572000" y="1344031"/>
            <a:ext cx="3576952" cy="3213963"/>
          </a:xfrm>
          <a:prstGeom prst="rect">
            <a:avLst/>
          </a:prstGeom>
        </p:spPr>
      </p:pic>
    </p:spTree>
    <p:extLst>
      <p:ext uri="{BB962C8B-B14F-4D97-AF65-F5344CB8AC3E}">
        <p14:creationId xmlns:p14="http://schemas.microsoft.com/office/powerpoint/2010/main" val="14816674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324">
          <a:extLst>
            <a:ext uri="{FF2B5EF4-FFF2-40B4-BE49-F238E27FC236}">
              <a16:creationId xmlns:a16="http://schemas.microsoft.com/office/drawing/2014/main" id="{9C44B6EB-4A43-5D5B-EFCE-30293235C486}"/>
            </a:ext>
          </a:extLst>
        </p:cNvPr>
        <p:cNvGrpSpPr/>
        <p:nvPr/>
      </p:nvGrpSpPr>
      <p:grpSpPr>
        <a:xfrm>
          <a:off x="0" y="0"/>
          <a:ext cx="0" cy="0"/>
          <a:chOff x="0" y="0"/>
          <a:chExt cx="0" cy="0"/>
        </a:xfrm>
      </p:grpSpPr>
      <p:sp>
        <p:nvSpPr>
          <p:cNvPr id="3325" name="Google Shape;3325;p41">
            <a:extLst>
              <a:ext uri="{FF2B5EF4-FFF2-40B4-BE49-F238E27FC236}">
                <a16:creationId xmlns:a16="http://schemas.microsoft.com/office/drawing/2014/main" id="{5CEAF516-4289-0A10-DB80-F6021A73FD02}"/>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noProof="0" dirty="0"/>
              <a:t>Gold: Sensors Fact tables</a:t>
            </a:r>
          </a:p>
        </p:txBody>
      </p:sp>
      <p:pic>
        <p:nvPicPr>
          <p:cNvPr id="4" name="Image 3">
            <a:extLst>
              <a:ext uri="{FF2B5EF4-FFF2-40B4-BE49-F238E27FC236}">
                <a16:creationId xmlns:a16="http://schemas.microsoft.com/office/drawing/2014/main" id="{C50D9AEE-70EE-157F-DB55-8437D176B864}"/>
              </a:ext>
            </a:extLst>
          </p:cNvPr>
          <p:cNvPicPr>
            <a:picLocks noChangeAspect="1"/>
          </p:cNvPicPr>
          <p:nvPr/>
        </p:nvPicPr>
        <p:blipFill>
          <a:blip r:embed="rId3"/>
          <a:stretch>
            <a:fillRect/>
          </a:stretch>
        </p:blipFill>
        <p:spPr>
          <a:xfrm>
            <a:off x="720000" y="1017725"/>
            <a:ext cx="2295845" cy="2314898"/>
          </a:xfrm>
          <a:prstGeom prst="rect">
            <a:avLst/>
          </a:prstGeom>
        </p:spPr>
      </p:pic>
      <p:pic>
        <p:nvPicPr>
          <p:cNvPr id="7" name="Image 6">
            <a:extLst>
              <a:ext uri="{FF2B5EF4-FFF2-40B4-BE49-F238E27FC236}">
                <a16:creationId xmlns:a16="http://schemas.microsoft.com/office/drawing/2014/main" id="{66C72964-4EA8-215C-95D2-6D9E0881B0DF}"/>
              </a:ext>
            </a:extLst>
          </p:cNvPr>
          <p:cNvPicPr>
            <a:picLocks noChangeAspect="1"/>
          </p:cNvPicPr>
          <p:nvPr/>
        </p:nvPicPr>
        <p:blipFill>
          <a:blip r:embed="rId3"/>
          <a:stretch>
            <a:fillRect/>
          </a:stretch>
        </p:blipFill>
        <p:spPr>
          <a:xfrm>
            <a:off x="5742070" y="1066620"/>
            <a:ext cx="2295845" cy="2314898"/>
          </a:xfrm>
          <a:prstGeom prst="rect">
            <a:avLst/>
          </a:prstGeom>
        </p:spPr>
      </p:pic>
      <p:pic>
        <p:nvPicPr>
          <p:cNvPr id="11" name="Image 10">
            <a:extLst>
              <a:ext uri="{FF2B5EF4-FFF2-40B4-BE49-F238E27FC236}">
                <a16:creationId xmlns:a16="http://schemas.microsoft.com/office/drawing/2014/main" id="{A7800D94-F5B1-72EB-E26F-F1F7AE3E6662}"/>
              </a:ext>
            </a:extLst>
          </p:cNvPr>
          <p:cNvPicPr>
            <a:picLocks noChangeAspect="1"/>
          </p:cNvPicPr>
          <p:nvPr/>
        </p:nvPicPr>
        <p:blipFill>
          <a:blip r:embed="rId4"/>
          <a:stretch>
            <a:fillRect/>
          </a:stretch>
        </p:blipFill>
        <p:spPr>
          <a:xfrm>
            <a:off x="3235798" y="1066620"/>
            <a:ext cx="2286319" cy="2572109"/>
          </a:xfrm>
          <a:prstGeom prst="rect">
            <a:avLst/>
          </a:prstGeom>
        </p:spPr>
      </p:pic>
    </p:spTree>
    <p:extLst>
      <p:ext uri="{BB962C8B-B14F-4D97-AF65-F5344CB8AC3E}">
        <p14:creationId xmlns:p14="http://schemas.microsoft.com/office/powerpoint/2010/main" val="369675065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324">
          <a:extLst>
            <a:ext uri="{FF2B5EF4-FFF2-40B4-BE49-F238E27FC236}">
              <a16:creationId xmlns:a16="http://schemas.microsoft.com/office/drawing/2014/main" id="{7A8A45E3-7724-72DA-26F7-F31CB2C6E8BB}"/>
            </a:ext>
          </a:extLst>
        </p:cNvPr>
        <p:cNvGrpSpPr/>
        <p:nvPr/>
      </p:nvGrpSpPr>
      <p:grpSpPr>
        <a:xfrm>
          <a:off x="0" y="0"/>
          <a:ext cx="0" cy="0"/>
          <a:chOff x="0" y="0"/>
          <a:chExt cx="0" cy="0"/>
        </a:xfrm>
      </p:grpSpPr>
      <p:sp>
        <p:nvSpPr>
          <p:cNvPr id="3325" name="Google Shape;3325;p41">
            <a:extLst>
              <a:ext uri="{FF2B5EF4-FFF2-40B4-BE49-F238E27FC236}">
                <a16:creationId xmlns:a16="http://schemas.microsoft.com/office/drawing/2014/main" id="{F277CD90-133C-65A5-B660-D547EBA01175}"/>
              </a:ext>
            </a:extLst>
          </p:cNvPr>
          <p:cNvSpPr txBox="1">
            <a:spLocks noGrp="1"/>
          </p:cNvSpPr>
          <p:nvPr>
            <p:ph type="title"/>
          </p:nvPr>
        </p:nvSpPr>
        <p:spPr>
          <a:xfrm>
            <a:off x="720000" y="2831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noProof="0" dirty="0"/>
              <a:t>Gold: Sensors Fact tables</a:t>
            </a:r>
          </a:p>
        </p:txBody>
      </p:sp>
      <p:pic>
        <p:nvPicPr>
          <p:cNvPr id="13" name="Image 12">
            <a:extLst>
              <a:ext uri="{FF2B5EF4-FFF2-40B4-BE49-F238E27FC236}">
                <a16:creationId xmlns:a16="http://schemas.microsoft.com/office/drawing/2014/main" id="{537D6D9A-5753-102E-87D0-35011095E859}"/>
              </a:ext>
            </a:extLst>
          </p:cNvPr>
          <p:cNvPicPr>
            <a:picLocks noChangeAspect="1"/>
          </p:cNvPicPr>
          <p:nvPr/>
        </p:nvPicPr>
        <p:blipFill>
          <a:blip r:embed="rId3"/>
          <a:stretch>
            <a:fillRect/>
          </a:stretch>
        </p:blipFill>
        <p:spPr>
          <a:xfrm>
            <a:off x="720000" y="1017725"/>
            <a:ext cx="2276793" cy="3419952"/>
          </a:xfrm>
          <a:prstGeom prst="rect">
            <a:avLst/>
          </a:prstGeom>
        </p:spPr>
      </p:pic>
      <p:pic>
        <p:nvPicPr>
          <p:cNvPr id="3" name="Image 2">
            <a:extLst>
              <a:ext uri="{FF2B5EF4-FFF2-40B4-BE49-F238E27FC236}">
                <a16:creationId xmlns:a16="http://schemas.microsoft.com/office/drawing/2014/main" id="{D0EA4937-2AC1-565C-B6DB-DA20DED4E291}"/>
              </a:ext>
            </a:extLst>
          </p:cNvPr>
          <p:cNvPicPr>
            <a:picLocks noChangeAspect="1"/>
          </p:cNvPicPr>
          <p:nvPr/>
        </p:nvPicPr>
        <p:blipFill>
          <a:blip r:embed="rId4"/>
          <a:stretch>
            <a:fillRect/>
          </a:stretch>
        </p:blipFill>
        <p:spPr>
          <a:xfrm>
            <a:off x="6147207" y="1017724"/>
            <a:ext cx="2276793" cy="4086795"/>
          </a:xfrm>
          <a:prstGeom prst="rect">
            <a:avLst/>
          </a:prstGeom>
        </p:spPr>
      </p:pic>
      <p:pic>
        <p:nvPicPr>
          <p:cNvPr id="6" name="Image 5">
            <a:extLst>
              <a:ext uri="{FF2B5EF4-FFF2-40B4-BE49-F238E27FC236}">
                <a16:creationId xmlns:a16="http://schemas.microsoft.com/office/drawing/2014/main" id="{CFCFE242-7A14-C1F4-BA21-0C087FF00D6D}"/>
              </a:ext>
            </a:extLst>
          </p:cNvPr>
          <p:cNvPicPr>
            <a:picLocks noChangeAspect="1"/>
          </p:cNvPicPr>
          <p:nvPr/>
        </p:nvPicPr>
        <p:blipFill>
          <a:blip r:embed="rId5"/>
          <a:stretch>
            <a:fillRect/>
          </a:stretch>
        </p:blipFill>
        <p:spPr>
          <a:xfrm>
            <a:off x="3745073" y="1017725"/>
            <a:ext cx="1653854" cy="4086795"/>
          </a:xfrm>
          <a:prstGeom prst="rect">
            <a:avLst/>
          </a:prstGeom>
        </p:spPr>
      </p:pic>
    </p:spTree>
    <p:extLst>
      <p:ext uri="{BB962C8B-B14F-4D97-AF65-F5344CB8AC3E}">
        <p14:creationId xmlns:p14="http://schemas.microsoft.com/office/powerpoint/2010/main" val="22330325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94">
          <a:extLst>
            <a:ext uri="{FF2B5EF4-FFF2-40B4-BE49-F238E27FC236}">
              <a16:creationId xmlns:a16="http://schemas.microsoft.com/office/drawing/2014/main" id="{3C85099C-F054-B023-634C-549595B5FC75}"/>
            </a:ext>
          </a:extLst>
        </p:cNvPr>
        <p:cNvGrpSpPr/>
        <p:nvPr/>
      </p:nvGrpSpPr>
      <p:grpSpPr>
        <a:xfrm>
          <a:off x="0" y="0"/>
          <a:ext cx="0" cy="0"/>
          <a:chOff x="0" y="0"/>
          <a:chExt cx="0" cy="0"/>
        </a:xfrm>
      </p:grpSpPr>
      <p:sp>
        <p:nvSpPr>
          <p:cNvPr id="2596" name="Google Shape;2596;p28">
            <a:extLst>
              <a:ext uri="{FF2B5EF4-FFF2-40B4-BE49-F238E27FC236}">
                <a16:creationId xmlns:a16="http://schemas.microsoft.com/office/drawing/2014/main" id="{F918E1A8-EB1E-F950-52D6-870A16D62F21}"/>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Data L</a:t>
            </a:r>
            <a:r>
              <a:rPr lang="en-US" noProof="0" dirty="0" err="1"/>
              <a:t>oading</a:t>
            </a:r>
            <a:endParaRPr lang="en-US" noProof="0" dirty="0"/>
          </a:p>
        </p:txBody>
      </p:sp>
      <p:graphicFrame>
        <p:nvGraphicFramePr>
          <p:cNvPr id="2597" name="Google Shape;2597;p28">
            <a:extLst>
              <a:ext uri="{FF2B5EF4-FFF2-40B4-BE49-F238E27FC236}">
                <a16:creationId xmlns:a16="http://schemas.microsoft.com/office/drawing/2014/main" id="{A576FDAF-D122-3A64-8C19-33BA53A2D556}"/>
              </a:ext>
            </a:extLst>
          </p:cNvPr>
          <p:cNvGraphicFramePr/>
          <p:nvPr>
            <p:extLst>
              <p:ext uri="{D42A27DB-BD31-4B8C-83A1-F6EECF244321}">
                <p14:modId xmlns:p14="http://schemas.microsoft.com/office/powerpoint/2010/main" val="3186636434"/>
              </p:ext>
            </p:extLst>
          </p:nvPr>
        </p:nvGraphicFramePr>
        <p:xfrm>
          <a:off x="504826" y="1181100"/>
          <a:ext cx="8343900" cy="3352802"/>
        </p:xfrm>
        <a:graphic>
          <a:graphicData uri="http://schemas.openxmlformats.org/drawingml/2006/table">
            <a:tbl>
              <a:tblPr>
                <a:noFill/>
                <a:tableStyleId>{5C89A2D6-33F8-4E5A-BCC2-A2CD69BC62D0}</a:tableStyleId>
              </a:tblPr>
              <a:tblGrid>
                <a:gridCol w="2436779">
                  <a:extLst>
                    <a:ext uri="{9D8B030D-6E8A-4147-A177-3AD203B41FA5}">
                      <a16:colId xmlns:a16="http://schemas.microsoft.com/office/drawing/2014/main" val="20000"/>
                    </a:ext>
                  </a:extLst>
                </a:gridCol>
                <a:gridCol w="5907121">
                  <a:extLst>
                    <a:ext uri="{9D8B030D-6E8A-4147-A177-3AD203B41FA5}">
                      <a16:colId xmlns:a16="http://schemas.microsoft.com/office/drawing/2014/main" val="20001"/>
                    </a:ext>
                  </a:extLst>
                </a:gridCol>
              </a:tblGrid>
              <a:tr h="553929">
                <a:tc>
                  <a:txBody>
                    <a:bodyPr/>
                    <a:lstStyle/>
                    <a:p>
                      <a:pPr marL="0" lvl="0" indent="0" algn="l" rtl="0">
                        <a:spcBef>
                          <a:spcPts val="0"/>
                        </a:spcBef>
                        <a:spcAft>
                          <a:spcPts val="0"/>
                        </a:spcAft>
                        <a:buNone/>
                      </a:pPr>
                      <a:r>
                        <a:rPr lang="en-US" sz="1400" u="none" noProof="0" dirty="0">
                          <a:solidFill>
                            <a:schemeClr val="accent2"/>
                          </a:solidFill>
                          <a:latin typeface="Outfit ExtraBold"/>
                          <a:ea typeface="Outfit ExtraBold"/>
                          <a:cs typeface="Outfit ExtraBold"/>
                          <a:sym typeface="Outfit ExtraBold"/>
                        </a:rPr>
                        <a:t>Configuration file</a:t>
                      </a:r>
                    </a:p>
                  </a:txBody>
                  <a:tcPr marL="91425" marR="91425" marT="0" marB="0" anchor="ctr">
                    <a:lnL w="9525" cap="flat" cmpd="sng">
                      <a:solidFill>
                        <a:schemeClr val="accent1"/>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accent1"/>
                    </a:solidFill>
                  </a:tcPr>
                </a:tc>
                <a:tc>
                  <a:txBody>
                    <a:bodyPr/>
                    <a:lstStyle/>
                    <a:p>
                      <a:pPr marL="0" lvl="0" indent="0" algn="l" rtl="0">
                        <a:spcBef>
                          <a:spcPts val="0"/>
                        </a:spcBef>
                        <a:spcAft>
                          <a:spcPts val="1600"/>
                        </a:spcAft>
                        <a:buNone/>
                      </a:pPr>
                      <a:r>
                        <a:rPr lang="en-US" sz="1200" dirty="0">
                          <a:solidFill>
                            <a:schemeClr val="bg2"/>
                          </a:solidFill>
                          <a:latin typeface="Lato" panose="020F0502020204030203" pitchFamily="34" charset="0"/>
                          <a:ea typeface="Lato" panose="020F0502020204030203" pitchFamily="34" charset="0"/>
                          <a:cs typeface="Lato" panose="020F0502020204030203" pitchFamily="34" charset="0"/>
                        </a:rPr>
                        <a:t>Defines paths for data sources and processing parameters.</a:t>
                      </a:r>
                      <a:endParaRPr lang="en-US" sz="1200" noProof="0" dirty="0">
                        <a:solidFill>
                          <a:schemeClr val="bg2"/>
                        </a:solidFill>
                        <a:latin typeface="Lato" panose="020F0502020204030203" pitchFamily="34" charset="0"/>
                        <a:ea typeface="Lato" panose="020F0502020204030203" pitchFamily="34" charset="0"/>
                        <a:cs typeface="Lato" panose="020F0502020204030203" pitchFamily="34" charset="0"/>
                        <a:sym typeface="Lato"/>
                      </a:endParaRPr>
                    </a:p>
                  </a:txBody>
                  <a:tcPr marL="91425" marR="91425" marT="0" marB="0" anchor="ctr">
                    <a:lnL w="9525" cap="flat" cmpd="sng">
                      <a:solidFill>
                        <a:schemeClr val="accent2"/>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2"/>
                    </a:solidFill>
                  </a:tcPr>
                </a:tc>
                <a:extLst>
                  <a:ext uri="{0D108BD9-81ED-4DB2-BD59-A6C34878D82A}">
                    <a16:rowId xmlns:a16="http://schemas.microsoft.com/office/drawing/2014/main" val="10000"/>
                  </a:ext>
                </a:extLst>
              </a:tr>
              <a:tr h="553929">
                <a:tc>
                  <a:txBody>
                    <a:bodyPr/>
                    <a:lstStyle/>
                    <a:p>
                      <a:pPr marL="0" lvl="0" indent="0" algn="l" rtl="0">
                        <a:spcBef>
                          <a:spcPts val="0"/>
                        </a:spcBef>
                        <a:spcAft>
                          <a:spcPts val="0"/>
                        </a:spcAft>
                        <a:buNone/>
                      </a:pPr>
                      <a:r>
                        <a:rPr lang="en-US" sz="1400" u="none" noProof="0" dirty="0">
                          <a:solidFill>
                            <a:schemeClr val="accent2"/>
                          </a:solidFill>
                          <a:latin typeface="Outfit ExtraBold"/>
                          <a:ea typeface="Outfit ExtraBold"/>
                          <a:cs typeface="Outfit ExtraBold"/>
                          <a:sym typeface="Outfit ExtraBold"/>
                        </a:rPr>
                        <a:t>Configuration manager</a:t>
                      </a:r>
                    </a:p>
                  </a:txBody>
                  <a:tcPr marL="91425" marR="91425" marT="0" marB="0" anchor="ctr">
                    <a:lnL w="9525" cap="flat" cmpd="sng">
                      <a:solidFill>
                        <a:schemeClr val="accent1"/>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1600"/>
                        </a:spcAft>
                        <a:buNone/>
                      </a:pPr>
                      <a:r>
                        <a:rPr lang="en-US" sz="1200" dirty="0">
                          <a:solidFill>
                            <a:schemeClr val="bg2"/>
                          </a:solidFill>
                          <a:latin typeface="Lato" panose="020F0502020204030203" pitchFamily="34" charset="0"/>
                          <a:ea typeface="Lato" panose="020F0502020204030203" pitchFamily="34" charset="0"/>
                          <a:cs typeface="Lato" panose="020F0502020204030203" pitchFamily="34" charset="0"/>
                        </a:rPr>
                        <a:t>Manages sensitive connection details using Windows Credential Manager. Centralizes config loading and validation.</a:t>
                      </a:r>
                      <a:endParaRPr lang="en-US" sz="1200" noProof="0" dirty="0">
                        <a:solidFill>
                          <a:schemeClr val="bg2"/>
                        </a:solidFill>
                        <a:latin typeface="Lato" panose="020F0502020204030203" pitchFamily="34" charset="0"/>
                        <a:ea typeface="Lato" panose="020F0502020204030203" pitchFamily="34" charset="0"/>
                        <a:cs typeface="Lato" panose="020F0502020204030203" pitchFamily="34" charset="0"/>
                        <a:sym typeface="Lato"/>
                      </a:endParaRPr>
                    </a:p>
                  </a:txBody>
                  <a:tcPr marL="91425" marR="91425" marT="0" marB="0" anchor="ctr">
                    <a:lnL w="9525" cap="flat" cmpd="sng">
                      <a:solidFill>
                        <a:schemeClr val="accent2"/>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2"/>
                    </a:solidFill>
                  </a:tcPr>
                </a:tc>
                <a:extLst>
                  <a:ext uri="{0D108BD9-81ED-4DB2-BD59-A6C34878D82A}">
                    <a16:rowId xmlns:a16="http://schemas.microsoft.com/office/drawing/2014/main" val="10001"/>
                  </a:ext>
                </a:extLst>
              </a:tr>
              <a:tr h="553929">
                <a:tc>
                  <a:txBody>
                    <a:bodyPr/>
                    <a:lstStyle/>
                    <a:p>
                      <a:pPr marL="0" lvl="0" indent="0" algn="l" rtl="0">
                        <a:spcBef>
                          <a:spcPts val="0"/>
                        </a:spcBef>
                        <a:spcAft>
                          <a:spcPts val="0"/>
                        </a:spcAft>
                        <a:buNone/>
                      </a:pPr>
                      <a:r>
                        <a:rPr lang="en-US" sz="1400" u="none" noProof="0" dirty="0">
                          <a:solidFill>
                            <a:schemeClr val="accent2"/>
                          </a:solidFill>
                          <a:latin typeface="Outfit ExtraBold"/>
                          <a:ea typeface="Outfit ExtraBold"/>
                          <a:cs typeface="Outfit ExtraBold"/>
                          <a:sym typeface="Outfit ExtraBold"/>
                        </a:rPr>
                        <a:t>Load static data</a:t>
                      </a:r>
                    </a:p>
                  </a:txBody>
                  <a:tcPr marL="91425" marR="91425" marT="0" marB="0" anchor="ctr">
                    <a:lnL w="9525" cap="flat" cmpd="sng">
                      <a:solidFill>
                        <a:schemeClr val="accent1"/>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accent1"/>
                    </a:solidFill>
                  </a:tcPr>
                </a:tc>
                <a:tc>
                  <a:txBody>
                    <a:bodyPr/>
                    <a:lstStyle/>
                    <a:p>
                      <a:pPr marL="0" lvl="0" indent="0" algn="l" rtl="0">
                        <a:spcBef>
                          <a:spcPts val="0"/>
                        </a:spcBef>
                        <a:spcAft>
                          <a:spcPts val="1600"/>
                        </a:spcAft>
                        <a:buNone/>
                      </a:pPr>
                      <a:r>
                        <a:rPr lang="en-US" sz="1200" dirty="0">
                          <a:solidFill>
                            <a:schemeClr val="bg2"/>
                          </a:solidFill>
                          <a:latin typeface="Lato" panose="020F0502020204030203" pitchFamily="34" charset="0"/>
                          <a:ea typeface="Lato" panose="020F0502020204030203" pitchFamily="34" charset="0"/>
                          <a:cs typeface="Lato" panose="020F0502020204030203" pitchFamily="34" charset="0"/>
                        </a:rPr>
                        <a:t>Loads reference data including building types, buildings, rooms, and sensors into dimension tables. </a:t>
                      </a:r>
                      <a:endParaRPr lang="en-US" sz="1200" noProof="0" dirty="0">
                        <a:solidFill>
                          <a:schemeClr val="bg2"/>
                        </a:solidFill>
                        <a:latin typeface="Lato" panose="020F0502020204030203" pitchFamily="34" charset="0"/>
                        <a:ea typeface="Lato" panose="020F0502020204030203" pitchFamily="34" charset="0"/>
                        <a:cs typeface="Lato" panose="020F0502020204030203" pitchFamily="34" charset="0"/>
                        <a:sym typeface="Lato"/>
                      </a:endParaRPr>
                    </a:p>
                  </a:txBody>
                  <a:tcPr marL="91425" marR="91425" marT="0" marB="0" anchor="ctr">
                    <a:lnL w="9525" cap="flat" cmpd="sng">
                      <a:solidFill>
                        <a:schemeClr val="accent2"/>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2"/>
                    </a:solidFill>
                  </a:tcPr>
                </a:tc>
                <a:extLst>
                  <a:ext uri="{0D108BD9-81ED-4DB2-BD59-A6C34878D82A}">
                    <a16:rowId xmlns:a16="http://schemas.microsoft.com/office/drawing/2014/main" val="10002"/>
                  </a:ext>
                </a:extLst>
              </a:tr>
              <a:tr h="553929">
                <a:tc>
                  <a:txBody>
                    <a:bodyPr/>
                    <a:lstStyle/>
                    <a:p>
                      <a:pPr marL="0" lvl="0" indent="0" algn="l" rtl="0">
                        <a:spcBef>
                          <a:spcPts val="0"/>
                        </a:spcBef>
                        <a:spcAft>
                          <a:spcPts val="0"/>
                        </a:spcAft>
                        <a:buNone/>
                      </a:pPr>
                      <a:r>
                        <a:rPr lang="en-US" sz="1400" i="0" u="none" noProof="0" dirty="0">
                          <a:solidFill>
                            <a:schemeClr val="accent2"/>
                          </a:solidFill>
                          <a:latin typeface="Outfit ExtraBold"/>
                          <a:ea typeface="Outfit ExtraBold"/>
                          <a:cs typeface="Outfit ExtraBold"/>
                          <a:sym typeface="Outfit ExtraBold"/>
                        </a:rPr>
                        <a:t>Load sensors data</a:t>
                      </a:r>
                    </a:p>
                  </a:txBody>
                  <a:tcPr marL="91425" marR="91425" marT="0" marB="0" anchor="ctr">
                    <a:lnL w="9525" cap="flat" cmpd="sng">
                      <a:solidFill>
                        <a:schemeClr val="accent1"/>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accent1"/>
                    </a:solidFill>
                  </a:tcPr>
                </a:tc>
                <a:tc>
                  <a:txBody>
                    <a:bodyPr/>
                    <a:lstStyle/>
                    <a:p>
                      <a:pPr marL="0" lvl="0" indent="0" algn="l" rtl="0">
                        <a:spcBef>
                          <a:spcPts val="0"/>
                        </a:spcBef>
                        <a:spcAft>
                          <a:spcPts val="1600"/>
                        </a:spcAft>
                        <a:buNone/>
                      </a:pPr>
                      <a:r>
                        <a:rPr lang="en-US" sz="1200" dirty="0">
                          <a:solidFill>
                            <a:schemeClr val="bg2"/>
                          </a:solidFill>
                          <a:latin typeface="Lato" panose="020F0502020204030203" pitchFamily="34" charset="0"/>
                          <a:ea typeface="Lato" panose="020F0502020204030203" pitchFamily="34" charset="0"/>
                          <a:cs typeface="Lato" panose="020F0502020204030203" pitchFamily="34" charset="0"/>
                        </a:rPr>
                        <a:t>Processes apartment sensor data from JSON files. Implements multi-threaded processing to handle large volumes efficiently.</a:t>
                      </a:r>
                      <a:endParaRPr lang="en-US" sz="1200" noProof="0" dirty="0">
                        <a:solidFill>
                          <a:schemeClr val="bg2"/>
                        </a:solidFill>
                        <a:latin typeface="Lato" panose="020F0502020204030203" pitchFamily="34" charset="0"/>
                        <a:ea typeface="Lato" panose="020F0502020204030203" pitchFamily="34" charset="0"/>
                        <a:cs typeface="Lato" panose="020F0502020204030203" pitchFamily="34" charset="0"/>
                        <a:sym typeface="Lato"/>
                      </a:endParaRPr>
                    </a:p>
                  </a:txBody>
                  <a:tcPr marL="91425" marR="91425" marT="0" marB="0" anchor="ctr">
                    <a:lnL w="9525" cap="flat" cmpd="sng">
                      <a:solidFill>
                        <a:schemeClr val="accent2"/>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2"/>
                    </a:solidFill>
                  </a:tcPr>
                </a:tc>
                <a:extLst>
                  <a:ext uri="{0D108BD9-81ED-4DB2-BD59-A6C34878D82A}">
                    <a16:rowId xmlns:a16="http://schemas.microsoft.com/office/drawing/2014/main" val="10003"/>
                  </a:ext>
                </a:extLst>
              </a:tr>
              <a:tr h="583157">
                <a:tc>
                  <a:txBody>
                    <a:bodyPr/>
                    <a:lstStyle/>
                    <a:p>
                      <a:pPr marL="0" lvl="0" indent="0" algn="l" rtl="0">
                        <a:spcBef>
                          <a:spcPts val="0"/>
                        </a:spcBef>
                        <a:spcAft>
                          <a:spcPts val="0"/>
                        </a:spcAft>
                        <a:buNone/>
                      </a:pPr>
                      <a:r>
                        <a:rPr lang="en-US" sz="1400" u="none" noProof="0" dirty="0">
                          <a:solidFill>
                            <a:schemeClr val="accent2"/>
                          </a:solidFill>
                          <a:latin typeface="Outfit ExtraBold"/>
                          <a:ea typeface="Outfit ExtraBold"/>
                          <a:cs typeface="Outfit ExtraBold"/>
                          <a:sym typeface="Outfit ExtraBold"/>
                        </a:rPr>
                        <a:t>Load weather data</a:t>
                      </a:r>
                    </a:p>
                  </a:txBody>
                  <a:tcPr marL="91425" marR="91425" marT="0" marB="0" anchor="ctr">
                    <a:lnL w="9525" cap="flat" cmpd="sng">
                      <a:solidFill>
                        <a:schemeClr val="accent1"/>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2"/>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r>
                        <a:rPr lang="en-US" sz="1200" dirty="0">
                          <a:solidFill>
                            <a:schemeClr val="bg2"/>
                          </a:solidFill>
                          <a:latin typeface="Lato" panose="020F0502020204030203" pitchFamily="34" charset="0"/>
                          <a:ea typeface="Lato" panose="020F0502020204030203" pitchFamily="34" charset="0"/>
                          <a:cs typeface="Lato" panose="020F0502020204030203" pitchFamily="34" charset="0"/>
                        </a:rPr>
                        <a:t>Transforms CSV-based weather prediction data into the warehouse structure. Implements incremental loading with error handling to ensure data integrity. Maintains file processing history to prevent duplication</a:t>
                      </a:r>
                      <a:r>
                        <a:rPr lang="en-US" sz="1200" dirty="0">
                          <a:solidFill>
                            <a:schemeClr val="bg2"/>
                          </a:solidFill>
                        </a:rPr>
                        <a:t>.</a:t>
                      </a:r>
                      <a:endParaRPr lang="en-US" sz="1200" noProof="0" dirty="0">
                        <a:solidFill>
                          <a:schemeClr val="bg2"/>
                        </a:solidFill>
                        <a:latin typeface="Lato"/>
                        <a:ea typeface="Lato"/>
                        <a:cs typeface="Lato"/>
                        <a:sym typeface="Lato"/>
                      </a:endParaRPr>
                    </a:p>
                  </a:txBody>
                  <a:tcPr marL="91425" marR="91425" marT="0" marB="0" anchor="ctr">
                    <a:lnL w="9525" cap="flat" cmpd="sng">
                      <a:solidFill>
                        <a:schemeClr val="accent2"/>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2"/>
                    </a:solidFill>
                  </a:tcPr>
                </a:tc>
                <a:extLst>
                  <a:ext uri="{0D108BD9-81ED-4DB2-BD59-A6C34878D82A}">
                    <a16:rowId xmlns:a16="http://schemas.microsoft.com/office/drawing/2014/main" val="10004"/>
                  </a:ext>
                </a:extLst>
              </a:tr>
              <a:tr h="553929">
                <a:tc>
                  <a:txBody>
                    <a:bodyPr/>
                    <a:lstStyle/>
                    <a:p>
                      <a:pPr marL="0" lvl="0" indent="0" algn="l" rtl="0">
                        <a:spcBef>
                          <a:spcPts val="0"/>
                        </a:spcBef>
                        <a:spcAft>
                          <a:spcPts val="0"/>
                        </a:spcAft>
                        <a:buNone/>
                      </a:pPr>
                      <a:r>
                        <a:rPr lang="en-US" sz="1400" noProof="0" dirty="0">
                          <a:solidFill>
                            <a:schemeClr val="accent2"/>
                          </a:solidFill>
                          <a:latin typeface="Outfit ExtraBold"/>
                          <a:ea typeface="Outfit ExtraBold"/>
                          <a:cs typeface="Outfit ExtraBold"/>
                          <a:sym typeface="Outfit ExtraBold"/>
                        </a:rPr>
                        <a:t>Load machine learning forecasts </a:t>
                      </a:r>
                    </a:p>
                  </a:txBody>
                  <a:tcPr marL="91425" marR="91425" marT="0" marB="0" anchor="ctr">
                    <a:lnL w="9525" cap="flat" cmpd="sng">
                      <a:solidFill>
                        <a:schemeClr val="accent1"/>
                      </a:solidFill>
                      <a:prstDash val="solid"/>
                      <a:round/>
                      <a:headEnd type="none" w="sm" len="sm"/>
                      <a:tailEnd type="none" w="sm" len="sm"/>
                    </a:lnL>
                    <a:lnR w="9525" cap="flat" cmpd="sng">
                      <a:solidFill>
                        <a:schemeClr val="accent2"/>
                      </a:solidFill>
                      <a:prstDash val="solid"/>
                      <a:round/>
                      <a:headEnd type="none" w="sm" len="sm"/>
                      <a:tailEnd type="none" w="sm" len="sm"/>
                    </a:lnR>
                    <a:lnT w="9525" cap="flat" cmpd="sng">
                      <a:solidFill>
                        <a:schemeClr val="accent2"/>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1"/>
                    </a:solidFill>
                  </a:tcPr>
                </a:tc>
                <a:tc>
                  <a:txBody>
                    <a:bodyPr/>
                    <a:lstStyle/>
                    <a:p>
                      <a:pPr marL="0" lvl="0" indent="0" algn="l" rtl="0">
                        <a:spcBef>
                          <a:spcPts val="0"/>
                        </a:spcBef>
                        <a:spcAft>
                          <a:spcPts val="1600"/>
                        </a:spcAft>
                        <a:buNone/>
                      </a:pPr>
                      <a:r>
                        <a:rPr lang="en-US" sz="1200" dirty="0">
                          <a:solidFill>
                            <a:schemeClr val="bg2"/>
                          </a:solidFill>
                          <a:latin typeface="Lato" panose="020F0502020204030203" pitchFamily="34" charset="0"/>
                          <a:ea typeface="Lato" panose="020F0502020204030203" pitchFamily="34" charset="0"/>
                          <a:cs typeface="Lato" panose="020F0502020204030203" pitchFamily="34" charset="0"/>
                        </a:rPr>
                        <a:t>Imports machine learning prediction data for room presence and power consumption. Maps results to appropriate dimensions and fact tables.</a:t>
                      </a:r>
                      <a:endParaRPr lang="en-US" sz="1200" noProof="0" dirty="0">
                        <a:solidFill>
                          <a:schemeClr val="bg2"/>
                        </a:solidFill>
                        <a:latin typeface="Lato" panose="020F0502020204030203" pitchFamily="34" charset="0"/>
                        <a:ea typeface="Lato" panose="020F0502020204030203" pitchFamily="34" charset="0"/>
                        <a:cs typeface="Lato" panose="020F0502020204030203" pitchFamily="34" charset="0"/>
                        <a:sym typeface="Lato"/>
                      </a:endParaRPr>
                    </a:p>
                  </a:txBody>
                  <a:tcPr marL="91425" marR="91425" marT="0" marB="0" anchor="ctr">
                    <a:lnL w="9525" cap="flat" cmpd="sng">
                      <a:solidFill>
                        <a:schemeClr val="accent2"/>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chemeClr val="accent2"/>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099965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91">
          <a:extLst>
            <a:ext uri="{FF2B5EF4-FFF2-40B4-BE49-F238E27FC236}">
              <a16:creationId xmlns:a16="http://schemas.microsoft.com/office/drawing/2014/main" id="{075FCE45-B63C-3187-43EF-4F46191F5A1C}"/>
            </a:ext>
          </a:extLst>
        </p:cNvPr>
        <p:cNvGrpSpPr/>
        <p:nvPr/>
      </p:nvGrpSpPr>
      <p:grpSpPr>
        <a:xfrm>
          <a:off x="0" y="0"/>
          <a:ext cx="0" cy="0"/>
          <a:chOff x="0" y="0"/>
          <a:chExt cx="0" cy="0"/>
        </a:xfrm>
      </p:grpSpPr>
      <p:sp>
        <p:nvSpPr>
          <p:cNvPr id="2692" name="Google Shape;2692;p31">
            <a:extLst>
              <a:ext uri="{FF2B5EF4-FFF2-40B4-BE49-F238E27FC236}">
                <a16:creationId xmlns:a16="http://schemas.microsoft.com/office/drawing/2014/main" id="{569CDBA1-7E1E-6E15-E7E4-A265449C783A}"/>
              </a:ext>
            </a:extLst>
          </p:cNvPr>
          <p:cNvSpPr txBox="1">
            <a:spLocks noGrp="1"/>
          </p:cNvSpPr>
          <p:nvPr>
            <p:ph type="title"/>
          </p:nvPr>
        </p:nvSpPr>
        <p:spPr>
          <a:xfrm>
            <a:off x="713225" y="2121000"/>
            <a:ext cx="7717500" cy="1511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noProof="0" dirty="0"/>
              <a:t>Machine learning</a:t>
            </a:r>
          </a:p>
        </p:txBody>
      </p:sp>
      <p:sp>
        <p:nvSpPr>
          <p:cNvPr id="2694" name="Google Shape;2694;p31">
            <a:extLst>
              <a:ext uri="{FF2B5EF4-FFF2-40B4-BE49-F238E27FC236}">
                <a16:creationId xmlns:a16="http://schemas.microsoft.com/office/drawing/2014/main" id="{E2225DF6-AB2B-A168-76B9-D8965E6F014B}"/>
              </a:ext>
            </a:extLst>
          </p:cNvPr>
          <p:cNvSpPr txBox="1">
            <a:spLocks noGrp="1"/>
          </p:cNvSpPr>
          <p:nvPr>
            <p:ph type="title" idx="2"/>
          </p:nvPr>
        </p:nvSpPr>
        <p:spPr>
          <a:xfrm>
            <a:off x="3574350" y="539500"/>
            <a:ext cx="1652100" cy="166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noProof="0" dirty="0"/>
              <a:t>04</a:t>
            </a:r>
          </a:p>
        </p:txBody>
      </p:sp>
      <p:grpSp>
        <p:nvGrpSpPr>
          <p:cNvPr id="2695" name="Google Shape;2695;p31">
            <a:extLst>
              <a:ext uri="{FF2B5EF4-FFF2-40B4-BE49-F238E27FC236}">
                <a16:creationId xmlns:a16="http://schemas.microsoft.com/office/drawing/2014/main" id="{DDA619E7-5E32-97A8-592D-A576FB51D130}"/>
              </a:ext>
            </a:extLst>
          </p:cNvPr>
          <p:cNvGrpSpPr/>
          <p:nvPr/>
        </p:nvGrpSpPr>
        <p:grpSpPr>
          <a:xfrm>
            <a:off x="3333124" y="539512"/>
            <a:ext cx="397957" cy="491303"/>
            <a:chOff x="4986000" y="2166120"/>
            <a:chExt cx="388440" cy="1402920"/>
          </a:xfrm>
        </p:grpSpPr>
        <p:sp>
          <p:nvSpPr>
            <p:cNvPr id="2696" name="Google Shape;2696;p31">
              <a:extLst>
                <a:ext uri="{FF2B5EF4-FFF2-40B4-BE49-F238E27FC236}">
                  <a16:creationId xmlns:a16="http://schemas.microsoft.com/office/drawing/2014/main" id="{680E7AAC-AD02-D89D-6FBA-B4C3212CCC1F}"/>
                </a:ext>
              </a:extLst>
            </p:cNvPr>
            <p:cNvSpPr/>
            <p:nvPr/>
          </p:nvSpPr>
          <p:spPr>
            <a:xfrm>
              <a:off x="5135040" y="2166120"/>
              <a:ext cx="90360" cy="1294200"/>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97" name="Google Shape;2697;p31">
              <a:extLst>
                <a:ext uri="{FF2B5EF4-FFF2-40B4-BE49-F238E27FC236}">
                  <a16:creationId xmlns:a16="http://schemas.microsoft.com/office/drawing/2014/main" id="{DBFC3EE0-BCF3-EA2B-BA69-CFA165282A2E}"/>
                </a:ext>
              </a:extLst>
            </p:cNvPr>
            <p:cNvSpPr/>
            <p:nvPr/>
          </p:nvSpPr>
          <p:spPr>
            <a:xfrm>
              <a:off x="4986000" y="2166120"/>
              <a:ext cx="90360" cy="792720"/>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98" name="Google Shape;2698;p31">
              <a:extLst>
                <a:ext uri="{FF2B5EF4-FFF2-40B4-BE49-F238E27FC236}">
                  <a16:creationId xmlns:a16="http://schemas.microsoft.com/office/drawing/2014/main" id="{50BB30E2-1CB7-10CD-93BD-13DDEF4BDA43}"/>
                </a:ext>
              </a:extLst>
            </p:cNvPr>
            <p:cNvSpPr/>
            <p:nvPr/>
          </p:nvSpPr>
          <p:spPr>
            <a:xfrm>
              <a:off x="5284440" y="3460320"/>
              <a:ext cx="90000" cy="108720"/>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grpSp>
      <p:grpSp>
        <p:nvGrpSpPr>
          <p:cNvPr id="2699" name="Google Shape;2699;p31">
            <a:extLst>
              <a:ext uri="{FF2B5EF4-FFF2-40B4-BE49-F238E27FC236}">
                <a16:creationId xmlns:a16="http://schemas.microsoft.com/office/drawing/2014/main" id="{9E1C15F2-7132-065A-9EA4-CBEF552CD288}"/>
              </a:ext>
            </a:extLst>
          </p:cNvPr>
          <p:cNvGrpSpPr/>
          <p:nvPr/>
        </p:nvGrpSpPr>
        <p:grpSpPr>
          <a:xfrm>
            <a:off x="4984310" y="1974862"/>
            <a:ext cx="398326" cy="280942"/>
            <a:chOff x="6180480" y="1249200"/>
            <a:chExt cx="388800" cy="552600"/>
          </a:xfrm>
        </p:grpSpPr>
        <p:sp>
          <p:nvSpPr>
            <p:cNvPr id="2700" name="Google Shape;2700;p31">
              <a:extLst>
                <a:ext uri="{FF2B5EF4-FFF2-40B4-BE49-F238E27FC236}">
                  <a16:creationId xmlns:a16="http://schemas.microsoft.com/office/drawing/2014/main" id="{65418B37-4F63-EEBF-CA03-DEF115088AFE}"/>
                </a:ext>
              </a:extLst>
            </p:cNvPr>
            <p:cNvSpPr/>
            <p:nvPr/>
          </p:nvSpPr>
          <p:spPr>
            <a:xfrm>
              <a:off x="6479280" y="1249200"/>
              <a:ext cx="90000" cy="173520"/>
            </a:xfrm>
            <a:custGeom>
              <a:avLst/>
              <a:gdLst/>
              <a:ahLst/>
              <a:cxnLst/>
              <a:rect l="l" t="t" r="r" b="b"/>
              <a:pathLst>
                <a:path w="250" h="482" extrusionOk="0">
                  <a:moveTo>
                    <a:pt x="0" y="0"/>
                  </a:moveTo>
                  <a:lnTo>
                    <a:pt x="250" y="0"/>
                  </a:lnTo>
                  <a:lnTo>
                    <a:pt x="250" y="482"/>
                  </a:lnTo>
                  <a:lnTo>
                    <a:pt x="0" y="48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701" name="Google Shape;2701;p31">
              <a:extLst>
                <a:ext uri="{FF2B5EF4-FFF2-40B4-BE49-F238E27FC236}">
                  <a16:creationId xmlns:a16="http://schemas.microsoft.com/office/drawing/2014/main" id="{1497E544-7EE0-8127-2195-94357B7C2C6E}"/>
                </a:ext>
              </a:extLst>
            </p:cNvPr>
            <p:cNvSpPr/>
            <p:nvPr/>
          </p:nvSpPr>
          <p:spPr>
            <a:xfrm>
              <a:off x="6329880" y="1249200"/>
              <a:ext cx="90000" cy="443880"/>
            </a:xfrm>
            <a:custGeom>
              <a:avLst/>
              <a:gdLst/>
              <a:ahLst/>
              <a:cxnLst/>
              <a:rect l="l" t="t" r="r" b="b"/>
              <a:pathLst>
                <a:path w="250" h="1233" extrusionOk="0">
                  <a:moveTo>
                    <a:pt x="0" y="0"/>
                  </a:moveTo>
                  <a:lnTo>
                    <a:pt x="250" y="0"/>
                  </a:lnTo>
                  <a:lnTo>
                    <a:pt x="250" y="1233"/>
                  </a:lnTo>
                  <a:lnTo>
                    <a:pt x="0" y="123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702" name="Google Shape;2702;p31">
              <a:extLst>
                <a:ext uri="{FF2B5EF4-FFF2-40B4-BE49-F238E27FC236}">
                  <a16:creationId xmlns:a16="http://schemas.microsoft.com/office/drawing/2014/main" id="{0F2FCE85-4C09-BA63-FA3C-DDDDB845C6B8}"/>
                </a:ext>
              </a:extLst>
            </p:cNvPr>
            <p:cNvSpPr/>
            <p:nvPr/>
          </p:nvSpPr>
          <p:spPr>
            <a:xfrm>
              <a:off x="6180480" y="1693080"/>
              <a:ext cx="90360" cy="108720"/>
            </a:xfrm>
            <a:custGeom>
              <a:avLst/>
              <a:gdLst/>
              <a:ahLst/>
              <a:cxnLst/>
              <a:rect l="l" t="t" r="r" b="b"/>
              <a:pathLst>
                <a:path w="251" h="302" extrusionOk="0">
                  <a:moveTo>
                    <a:pt x="0" y="0"/>
                  </a:moveTo>
                  <a:lnTo>
                    <a:pt x="251" y="0"/>
                  </a:lnTo>
                  <a:lnTo>
                    <a:pt x="251"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31815614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58">
          <a:extLst>
            <a:ext uri="{FF2B5EF4-FFF2-40B4-BE49-F238E27FC236}">
              <a16:creationId xmlns:a16="http://schemas.microsoft.com/office/drawing/2014/main" id="{D36D11DE-D63B-4AB4-2A42-5997267126FE}"/>
            </a:ext>
          </a:extLst>
        </p:cNvPr>
        <p:cNvGrpSpPr/>
        <p:nvPr/>
      </p:nvGrpSpPr>
      <p:grpSpPr>
        <a:xfrm>
          <a:off x="0" y="0"/>
          <a:ext cx="0" cy="0"/>
          <a:chOff x="0" y="0"/>
          <a:chExt cx="0" cy="0"/>
        </a:xfrm>
      </p:grpSpPr>
      <p:sp>
        <p:nvSpPr>
          <p:cNvPr id="3259" name="Google Shape;3259;p39">
            <a:extLst>
              <a:ext uri="{FF2B5EF4-FFF2-40B4-BE49-F238E27FC236}">
                <a16:creationId xmlns:a16="http://schemas.microsoft.com/office/drawing/2014/main" id="{E4AA568F-7B29-8D92-6A9C-7977B505C0F7}"/>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noProof="0" dirty="0"/>
              <a:t>Power consumption prediction training</a:t>
            </a:r>
          </a:p>
        </p:txBody>
      </p:sp>
      <p:sp>
        <p:nvSpPr>
          <p:cNvPr id="3260" name="Google Shape;3260;p39">
            <a:extLst>
              <a:ext uri="{FF2B5EF4-FFF2-40B4-BE49-F238E27FC236}">
                <a16:creationId xmlns:a16="http://schemas.microsoft.com/office/drawing/2014/main" id="{9BDC9DD5-C318-AE07-7771-1FA53ED53B4A}"/>
              </a:ext>
            </a:extLst>
          </p:cNvPr>
          <p:cNvSpPr/>
          <p:nvPr/>
        </p:nvSpPr>
        <p:spPr>
          <a:xfrm>
            <a:off x="1531125" y="1361700"/>
            <a:ext cx="1764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dirty="0"/>
          </a:p>
        </p:txBody>
      </p:sp>
      <p:sp>
        <p:nvSpPr>
          <p:cNvPr id="3261" name="Google Shape;3261;p39">
            <a:extLst>
              <a:ext uri="{FF2B5EF4-FFF2-40B4-BE49-F238E27FC236}">
                <a16:creationId xmlns:a16="http://schemas.microsoft.com/office/drawing/2014/main" id="{EB349E54-41E8-7FBE-968C-A9117BF66AC5}"/>
              </a:ext>
            </a:extLst>
          </p:cNvPr>
          <p:cNvSpPr/>
          <p:nvPr/>
        </p:nvSpPr>
        <p:spPr>
          <a:xfrm>
            <a:off x="3495025" y="1361700"/>
            <a:ext cx="1764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dirty="0"/>
          </a:p>
        </p:txBody>
      </p:sp>
      <p:sp>
        <p:nvSpPr>
          <p:cNvPr id="3262" name="Google Shape;3262;p39">
            <a:extLst>
              <a:ext uri="{FF2B5EF4-FFF2-40B4-BE49-F238E27FC236}">
                <a16:creationId xmlns:a16="http://schemas.microsoft.com/office/drawing/2014/main" id="{80AB61C5-2627-9DDA-7D4D-738E73AF4DB2}"/>
              </a:ext>
            </a:extLst>
          </p:cNvPr>
          <p:cNvSpPr/>
          <p:nvPr/>
        </p:nvSpPr>
        <p:spPr>
          <a:xfrm>
            <a:off x="5458925" y="1361700"/>
            <a:ext cx="1764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dirty="0"/>
          </a:p>
        </p:txBody>
      </p:sp>
      <p:sp>
        <p:nvSpPr>
          <p:cNvPr id="3263" name="Google Shape;3263;p39">
            <a:extLst>
              <a:ext uri="{FF2B5EF4-FFF2-40B4-BE49-F238E27FC236}">
                <a16:creationId xmlns:a16="http://schemas.microsoft.com/office/drawing/2014/main" id="{819634FA-4E8E-6197-A0DB-A9ED0B10E3D1}"/>
              </a:ext>
            </a:extLst>
          </p:cNvPr>
          <p:cNvSpPr/>
          <p:nvPr/>
        </p:nvSpPr>
        <p:spPr>
          <a:xfrm>
            <a:off x="7422825" y="1361700"/>
            <a:ext cx="1764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dirty="0"/>
          </a:p>
        </p:txBody>
      </p:sp>
      <p:sp>
        <p:nvSpPr>
          <p:cNvPr id="3264" name="Google Shape;3264;p39">
            <a:extLst>
              <a:ext uri="{FF2B5EF4-FFF2-40B4-BE49-F238E27FC236}">
                <a16:creationId xmlns:a16="http://schemas.microsoft.com/office/drawing/2014/main" id="{4A764BC9-8F42-69C2-F9CF-75FB3E13F0EF}"/>
              </a:ext>
            </a:extLst>
          </p:cNvPr>
          <p:cNvSpPr txBox="1"/>
          <p:nvPr/>
        </p:nvSpPr>
        <p:spPr>
          <a:xfrm flipH="1">
            <a:off x="713125" y="1842900"/>
            <a:ext cx="1812300" cy="89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dirty="0">
                <a:solidFill>
                  <a:schemeClr val="accent1"/>
                </a:solidFill>
                <a:latin typeface="Outfit"/>
                <a:ea typeface="Outfit"/>
                <a:cs typeface="Outfit"/>
                <a:sym typeface="Outfit"/>
              </a:rPr>
              <a:t>Extract and Combine data</a:t>
            </a:r>
            <a:endParaRPr lang="en-US" sz="1600" b="1" noProof="0" dirty="0">
              <a:solidFill>
                <a:schemeClr val="accent1"/>
              </a:solidFill>
              <a:latin typeface="Outfit"/>
              <a:ea typeface="Outfit"/>
              <a:cs typeface="Outfit"/>
              <a:sym typeface="Outfit"/>
            </a:endParaRPr>
          </a:p>
        </p:txBody>
      </p:sp>
      <p:sp>
        <p:nvSpPr>
          <p:cNvPr id="3265" name="Google Shape;3265;p39">
            <a:extLst>
              <a:ext uri="{FF2B5EF4-FFF2-40B4-BE49-F238E27FC236}">
                <a16:creationId xmlns:a16="http://schemas.microsoft.com/office/drawing/2014/main" id="{1C873A18-EC9F-152C-3EDA-C254F818F81E}"/>
              </a:ext>
            </a:extLst>
          </p:cNvPr>
          <p:cNvSpPr txBox="1"/>
          <p:nvPr/>
        </p:nvSpPr>
        <p:spPr>
          <a:xfrm flipH="1">
            <a:off x="2677025" y="1842900"/>
            <a:ext cx="1812300" cy="89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dirty="0">
                <a:solidFill>
                  <a:schemeClr val="accent1"/>
                </a:solidFill>
                <a:latin typeface="Outfit"/>
                <a:ea typeface="Outfit"/>
                <a:cs typeface="Outfit"/>
                <a:sym typeface="Outfit"/>
              </a:rPr>
              <a:t>Check for duplicates, missing values, outliers</a:t>
            </a:r>
          </a:p>
        </p:txBody>
      </p:sp>
      <p:sp>
        <p:nvSpPr>
          <p:cNvPr id="3266" name="Google Shape;3266;p39">
            <a:extLst>
              <a:ext uri="{FF2B5EF4-FFF2-40B4-BE49-F238E27FC236}">
                <a16:creationId xmlns:a16="http://schemas.microsoft.com/office/drawing/2014/main" id="{0DB87C62-8C93-A9D7-71FD-11E758D66F58}"/>
              </a:ext>
            </a:extLst>
          </p:cNvPr>
          <p:cNvSpPr txBox="1"/>
          <p:nvPr/>
        </p:nvSpPr>
        <p:spPr>
          <a:xfrm flipH="1">
            <a:off x="4640925" y="1842900"/>
            <a:ext cx="1812300" cy="89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dirty="0">
                <a:solidFill>
                  <a:schemeClr val="accent1"/>
                </a:solidFill>
                <a:latin typeface="Outfit"/>
                <a:ea typeface="Outfit"/>
                <a:cs typeface="Outfit"/>
                <a:sym typeface="Outfit"/>
              </a:rPr>
              <a:t>Fix duplicates, missing values, outliers</a:t>
            </a:r>
          </a:p>
        </p:txBody>
      </p:sp>
      <p:sp>
        <p:nvSpPr>
          <p:cNvPr id="3267" name="Google Shape;3267;p39">
            <a:extLst>
              <a:ext uri="{FF2B5EF4-FFF2-40B4-BE49-F238E27FC236}">
                <a16:creationId xmlns:a16="http://schemas.microsoft.com/office/drawing/2014/main" id="{DA7AFBD9-A806-0305-132E-31B7661E3DA0}"/>
              </a:ext>
            </a:extLst>
          </p:cNvPr>
          <p:cNvSpPr txBox="1"/>
          <p:nvPr/>
        </p:nvSpPr>
        <p:spPr>
          <a:xfrm flipH="1">
            <a:off x="6604825" y="1842900"/>
            <a:ext cx="1812300" cy="89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noProof="0" dirty="0">
                <a:solidFill>
                  <a:schemeClr val="accent1"/>
                </a:solidFill>
                <a:latin typeface="Outfit"/>
                <a:ea typeface="Outfit"/>
                <a:cs typeface="Outfit"/>
                <a:sym typeface="Outfit"/>
              </a:rPr>
              <a:t>Remove columns</a:t>
            </a:r>
          </a:p>
        </p:txBody>
      </p:sp>
      <p:cxnSp>
        <p:nvCxnSpPr>
          <p:cNvPr id="3268" name="Google Shape;3268;p39">
            <a:extLst>
              <a:ext uri="{FF2B5EF4-FFF2-40B4-BE49-F238E27FC236}">
                <a16:creationId xmlns:a16="http://schemas.microsoft.com/office/drawing/2014/main" id="{7CA4D00A-CC6C-BDDF-C620-3AFEF3C35CF0}"/>
              </a:ext>
            </a:extLst>
          </p:cNvPr>
          <p:cNvCxnSpPr>
            <a:stCxn id="3260" idx="3"/>
            <a:endCxn id="3261" idx="1"/>
          </p:cNvCxnSpPr>
          <p:nvPr/>
        </p:nvCxnSpPr>
        <p:spPr>
          <a:xfrm>
            <a:off x="1707525" y="1449900"/>
            <a:ext cx="1787400" cy="0"/>
          </a:xfrm>
          <a:prstGeom prst="straightConnector1">
            <a:avLst/>
          </a:prstGeom>
          <a:noFill/>
          <a:ln w="9525" cap="flat" cmpd="sng">
            <a:solidFill>
              <a:schemeClr val="dk2"/>
            </a:solidFill>
            <a:prstDash val="solid"/>
            <a:round/>
            <a:headEnd type="none" w="med" len="med"/>
            <a:tailEnd type="none" w="med" len="med"/>
          </a:ln>
        </p:spPr>
      </p:cxnSp>
      <p:cxnSp>
        <p:nvCxnSpPr>
          <p:cNvPr id="3269" name="Google Shape;3269;p39">
            <a:extLst>
              <a:ext uri="{FF2B5EF4-FFF2-40B4-BE49-F238E27FC236}">
                <a16:creationId xmlns:a16="http://schemas.microsoft.com/office/drawing/2014/main" id="{74CED2F9-D0F6-4F6F-EFE8-3E0459428980}"/>
              </a:ext>
            </a:extLst>
          </p:cNvPr>
          <p:cNvCxnSpPr>
            <a:stCxn id="3261" idx="3"/>
            <a:endCxn id="3262" idx="1"/>
          </p:cNvCxnSpPr>
          <p:nvPr/>
        </p:nvCxnSpPr>
        <p:spPr>
          <a:xfrm>
            <a:off x="3671425" y="1449900"/>
            <a:ext cx="1787400" cy="0"/>
          </a:xfrm>
          <a:prstGeom prst="straightConnector1">
            <a:avLst/>
          </a:prstGeom>
          <a:noFill/>
          <a:ln w="9525" cap="flat" cmpd="sng">
            <a:solidFill>
              <a:schemeClr val="dk2"/>
            </a:solidFill>
            <a:prstDash val="solid"/>
            <a:round/>
            <a:headEnd type="none" w="med" len="med"/>
            <a:tailEnd type="none" w="med" len="med"/>
          </a:ln>
        </p:spPr>
      </p:cxnSp>
      <p:cxnSp>
        <p:nvCxnSpPr>
          <p:cNvPr id="3270" name="Google Shape;3270;p39">
            <a:extLst>
              <a:ext uri="{FF2B5EF4-FFF2-40B4-BE49-F238E27FC236}">
                <a16:creationId xmlns:a16="http://schemas.microsoft.com/office/drawing/2014/main" id="{A6D945F0-7B16-1872-06BC-ED0AB7303EB8}"/>
              </a:ext>
            </a:extLst>
          </p:cNvPr>
          <p:cNvCxnSpPr>
            <a:stCxn id="3262" idx="3"/>
            <a:endCxn id="3263" idx="1"/>
          </p:cNvCxnSpPr>
          <p:nvPr/>
        </p:nvCxnSpPr>
        <p:spPr>
          <a:xfrm>
            <a:off x="5635325" y="1449900"/>
            <a:ext cx="1787400" cy="0"/>
          </a:xfrm>
          <a:prstGeom prst="straightConnector1">
            <a:avLst/>
          </a:prstGeom>
          <a:noFill/>
          <a:ln w="9525" cap="flat" cmpd="sng">
            <a:solidFill>
              <a:schemeClr val="dk2"/>
            </a:solidFill>
            <a:prstDash val="solid"/>
            <a:round/>
            <a:headEnd type="none" w="med" len="med"/>
            <a:tailEnd type="none" w="med" len="med"/>
          </a:ln>
        </p:spPr>
      </p:cxnSp>
      <p:cxnSp>
        <p:nvCxnSpPr>
          <p:cNvPr id="3271" name="Google Shape;3271;p39">
            <a:extLst>
              <a:ext uri="{FF2B5EF4-FFF2-40B4-BE49-F238E27FC236}">
                <a16:creationId xmlns:a16="http://schemas.microsoft.com/office/drawing/2014/main" id="{091C0F65-EBA2-AC10-F1A7-6084AE510DD6}"/>
              </a:ext>
            </a:extLst>
          </p:cNvPr>
          <p:cNvCxnSpPr>
            <a:stCxn id="3260" idx="2"/>
            <a:endCxn id="3264" idx="0"/>
          </p:cNvCxnSpPr>
          <p:nvPr/>
        </p:nvCxnSpPr>
        <p:spPr>
          <a:xfrm>
            <a:off x="1619325" y="1538100"/>
            <a:ext cx="0" cy="304800"/>
          </a:xfrm>
          <a:prstGeom prst="straightConnector1">
            <a:avLst/>
          </a:prstGeom>
          <a:noFill/>
          <a:ln w="9525" cap="flat" cmpd="sng">
            <a:solidFill>
              <a:schemeClr val="dk2"/>
            </a:solidFill>
            <a:prstDash val="solid"/>
            <a:round/>
            <a:headEnd type="none" w="med" len="med"/>
            <a:tailEnd type="none" w="med" len="med"/>
          </a:ln>
        </p:spPr>
      </p:cxnSp>
      <p:cxnSp>
        <p:nvCxnSpPr>
          <p:cNvPr id="3272" name="Google Shape;3272;p39">
            <a:extLst>
              <a:ext uri="{FF2B5EF4-FFF2-40B4-BE49-F238E27FC236}">
                <a16:creationId xmlns:a16="http://schemas.microsoft.com/office/drawing/2014/main" id="{13303539-01A2-CA33-7C03-8A3AA25BAFFE}"/>
              </a:ext>
            </a:extLst>
          </p:cNvPr>
          <p:cNvCxnSpPr>
            <a:stCxn id="3261" idx="2"/>
            <a:endCxn id="3265" idx="0"/>
          </p:cNvCxnSpPr>
          <p:nvPr/>
        </p:nvCxnSpPr>
        <p:spPr>
          <a:xfrm>
            <a:off x="3583225" y="1538100"/>
            <a:ext cx="0" cy="304800"/>
          </a:xfrm>
          <a:prstGeom prst="straightConnector1">
            <a:avLst/>
          </a:prstGeom>
          <a:noFill/>
          <a:ln w="9525" cap="flat" cmpd="sng">
            <a:solidFill>
              <a:schemeClr val="dk2"/>
            </a:solidFill>
            <a:prstDash val="solid"/>
            <a:round/>
            <a:headEnd type="none" w="med" len="med"/>
            <a:tailEnd type="none" w="med" len="med"/>
          </a:ln>
        </p:spPr>
      </p:cxnSp>
      <p:cxnSp>
        <p:nvCxnSpPr>
          <p:cNvPr id="3273" name="Google Shape;3273;p39">
            <a:extLst>
              <a:ext uri="{FF2B5EF4-FFF2-40B4-BE49-F238E27FC236}">
                <a16:creationId xmlns:a16="http://schemas.microsoft.com/office/drawing/2014/main" id="{2DB4922C-7E6D-A09F-7D27-A6BD7F6ADC01}"/>
              </a:ext>
            </a:extLst>
          </p:cNvPr>
          <p:cNvCxnSpPr>
            <a:stCxn id="3262" idx="2"/>
            <a:endCxn id="3266" idx="0"/>
          </p:cNvCxnSpPr>
          <p:nvPr/>
        </p:nvCxnSpPr>
        <p:spPr>
          <a:xfrm>
            <a:off x="5547125" y="1538100"/>
            <a:ext cx="0" cy="304800"/>
          </a:xfrm>
          <a:prstGeom prst="straightConnector1">
            <a:avLst/>
          </a:prstGeom>
          <a:noFill/>
          <a:ln w="9525" cap="flat" cmpd="sng">
            <a:solidFill>
              <a:schemeClr val="dk2"/>
            </a:solidFill>
            <a:prstDash val="solid"/>
            <a:round/>
            <a:headEnd type="none" w="med" len="med"/>
            <a:tailEnd type="none" w="med" len="med"/>
          </a:ln>
        </p:spPr>
      </p:cxnSp>
      <p:cxnSp>
        <p:nvCxnSpPr>
          <p:cNvPr id="3274" name="Google Shape;3274;p39">
            <a:extLst>
              <a:ext uri="{FF2B5EF4-FFF2-40B4-BE49-F238E27FC236}">
                <a16:creationId xmlns:a16="http://schemas.microsoft.com/office/drawing/2014/main" id="{17ACB819-EB65-14DD-8CBB-69573F8C3196}"/>
              </a:ext>
            </a:extLst>
          </p:cNvPr>
          <p:cNvCxnSpPr>
            <a:stCxn id="3263" idx="2"/>
            <a:endCxn id="3267" idx="0"/>
          </p:cNvCxnSpPr>
          <p:nvPr/>
        </p:nvCxnSpPr>
        <p:spPr>
          <a:xfrm>
            <a:off x="7511025" y="1538100"/>
            <a:ext cx="0" cy="304800"/>
          </a:xfrm>
          <a:prstGeom prst="straightConnector1">
            <a:avLst/>
          </a:prstGeom>
          <a:noFill/>
          <a:ln w="9525" cap="flat" cmpd="sng">
            <a:solidFill>
              <a:schemeClr val="dk2"/>
            </a:solidFill>
            <a:prstDash val="solid"/>
            <a:round/>
            <a:headEnd type="none" w="med" len="med"/>
            <a:tailEnd type="none" w="med" len="med"/>
          </a:ln>
        </p:spPr>
      </p:cxnSp>
      <p:sp>
        <p:nvSpPr>
          <p:cNvPr id="3275" name="Google Shape;3275;p39">
            <a:extLst>
              <a:ext uri="{FF2B5EF4-FFF2-40B4-BE49-F238E27FC236}">
                <a16:creationId xmlns:a16="http://schemas.microsoft.com/office/drawing/2014/main" id="{F288973C-6F68-88DB-D616-25B7F1CDE208}"/>
              </a:ext>
            </a:extLst>
          </p:cNvPr>
          <p:cNvSpPr/>
          <p:nvPr/>
        </p:nvSpPr>
        <p:spPr>
          <a:xfrm>
            <a:off x="1531125" y="3196150"/>
            <a:ext cx="1764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dirty="0"/>
          </a:p>
        </p:txBody>
      </p:sp>
      <p:sp>
        <p:nvSpPr>
          <p:cNvPr id="3276" name="Google Shape;3276;p39">
            <a:extLst>
              <a:ext uri="{FF2B5EF4-FFF2-40B4-BE49-F238E27FC236}">
                <a16:creationId xmlns:a16="http://schemas.microsoft.com/office/drawing/2014/main" id="{BDF439FA-2026-C6D5-FB87-AEE88837ADDD}"/>
              </a:ext>
            </a:extLst>
          </p:cNvPr>
          <p:cNvSpPr/>
          <p:nvPr/>
        </p:nvSpPr>
        <p:spPr>
          <a:xfrm>
            <a:off x="3495025" y="3196150"/>
            <a:ext cx="1764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dirty="0"/>
          </a:p>
        </p:txBody>
      </p:sp>
      <p:sp>
        <p:nvSpPr>
          <p:cNvPr id="3277" name="Google Shape;3277;p39">
            <a:extLst>
              <a:ext uri="{FF2B5EF4-FFF2-40B4-BE49-F238E27FC236}">
                <a16:creationId xmlns:a16="http://schemas.microsoft.com/office/drawing/2014/main" id="{BB4C63D5-FEC2-20A9-05FE-40C3EDAEF978}"/>
              </a:ext>
            </a:extLst>
          </p:cNvPr>
          <p:cNvSpPr/>
          <p:nvPr/>
        </p:nvSpPr>
        <p:spPr>
          <a:xfrm>
            <a:off x="5458925" y="3196150"/>
            <a:ext cx="1764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dirty="0"/>
          </a:p>
        </p:txBody>
      </p:sp>
      <p:sp>
        <p:nvSpPr>
          <p:cNvPr id="3278" name="Google Shape;3278;p39">
            <a:extLst>
              <a:ext uri="{FF2B5EF4-FFF2-40B4-BE49-F238E27FC236}">
                <a16:creationId xmlns:a16="http://schemas.microsoft.com/office/drawing/2014/main" id="{2C662D77-EACF-DD8C-D207-34E4B2D77CFC}"/>
              </a:ext>
            </a:extLst>
          </p:cNvPr>
          <p:cNvSpPr/>
          <p:nvPr/>
        </p:nvSpPr>
        <p:spPr>
          <a:xfrm>
            <a:off x="7422825" y="3196150"/>
            <a:ext cx="1764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dirty="0"/>
          </a:p>
        </p:txBody>
      </p:sp>
      <p:sp>
        <p:nvSpPr>
          <p:cNvPr id="3279" name="Google Shape;3279;p39">
            <a:extLst>
              <a:ext uri="{FF2B5EF4-FFF2-40B4-BE49-F238E27FC236}">
                <a16:creationId xmlns:a16="http://schemas.microsoft.com/office/drawing/2014/main" id="{0EAAC2FA-6AF3-4A4B-3CF6-55949962C706}"/>
              </a:ext>
            </a:extLst>
          </p:cNvPr>
          <p:cNvSpPr txBox="1"/>
          <p:nvPr/>
        </p:nvSpPr>
        <p:spPr>
          <a:xfrm flipH="1">
            <a:off x="713125" y="3677350"/>
            <a:ext cx="1812300" cy="89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noProof="0" dirty="0">
                <a:solidFill>
                  <a:schemeClr val="accent1"/>
                </a:solidFill>
                <a:latin typeface="Outfit"/>
                <a:ea typeface="Outfit"/>
                <a:cs typeface="Outfit"/>
                <a:sym typeface="Outfit"/>
              </a:rPr>
              <a:t>Transform to hourly data</a:t>
            </a:r>
          </a:p>
        </p:txBody>
      </p:sp>
      <p:sp>
        <p:nvSpPr>
          <p:cNvPr id="3280" name="Google Shape;3280;p39">
            <a:extLst>
              <a:ext uri="{FF2B5EF4-FFF2-40B4-BE49-F238E27FC236}">
                <a16:creationId xmlns:a16="http://schemas.microsoft.com/office/drawing/2014/main" id="{AC28D2E0-84B5-1E6D-F1C5-EFF51E3AB2D9}"/>
              </a:ext>
            </a:extLst>
          </p:cNvPr>
          <p:cNvSpPr txBox="1"/>
          <p:nvPr/>
        </p:nvSpPr>
        <p:spPr>
          <a:xfrm flipH="1">
            <a:off x="2677025" y="3677350"/>
            <a:ext cx="1812300" cy="89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noProof="0" dirty="0">
                <a:solidFill>
                  <a:schemeClr val="accent1"/>
                </a:solidFill>
                <a:latin typeface="Outfit"/>
                <a:ea typeface="Outfit"/>
                <a:cs typeface="Outfit"/>
                <a:sym typeface="Outfit"/>
              </a:rPr>
              <a:t>Add Weather data (csv)</a:t>
            </a:r>
          </a:p>
        </p:txBody>
      </p:sp>
      <p:sp>
        <p:nvSpPr>
          <p:cNvPr id="3281" name="Google Shape;3281;p39">
            <a:extLst>
              <a:ext uri="{FF2B5EF4-FFF2-40B4-BE49-F238E27FC236}">
                <a16:creationId xmlns:a16="http://schemas.microsoft.com/office/drawing/2014/main" id="{B8238D84-29DC-D39E-FE6A-A98171CAFCE5}"/>
              </a:ext>
            </a:extLst>
          </p:cNvPr>
          <p:cNvSpPr txBox="1"/>
          <p:nvPr/>
        </p:nvSpPr>
        <p:spPr>
          <a:xfrm flipH="1">
            <a:off x="4640925" y="3677350"/>
            <a:ext cx="1812300" cy="89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noProof="0" dirty="0">
                <a:solidFill>
                  <a:schemeClr val="accent1"/>
                </a:solidFill>
                <a:latin typeface="Outfit"/>
                <a:ea typeface="Outfit"/>
                <a:cs typeface="Outfit"/>
                <a:sym typeface="Outfit"/>
              </a:rPr>
              <a:t>Test stationarity</a:t>
            </a:r>
          </a:p>
        </p:txBody>
      </p:sp>
      <p:sp>
        <p:nvSpPr>
          <p:cNvPr id="3282" name="Google Shape;3282;p39">
            <a:extLst>
              <a:ext uri="{FF2B5EF4-FFF2-40B4-BE49-F238E27FC236}">
                <a16:creationId xmlns:a16="http://schemas.microsoft.com/office/drawing/2014/main" id="{5E110584-BEB7-12A4-0895-C31E67898A6D}"/>
              </a:ext>
            </a:extLst>
          </p:cNvPr>
          <p:cNvSpPr txBox="1"/>
          <p:nvPr/>
        </p:nvSpPr>
        <p:spPr>
          <a:xfrm flipH="1">
            <a:off x="6604825" y="3677350"/>
            <a:ext cx="1812300" cy="89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noProof="0" dirty="0">
                <a:solidFill>
                  <a:schemeClr val="accent1"/>
                </a:solidFill>
                <a:latin typeface="Outfit"/>
                <a:ea typeface="Outfit"/>
                <a:cs typeface="Outfit"/>
                <a:sym typeface="Outfit"/>
              </a:rPr>
              <a:t>Feature engineering: Seasons, Lag, Lead, Rolling</a:t>
            </a:r>
          </a:p>
        </p:txBody>
      </p:sp>
      <p:cxnSp>
        <p:nvCxnSpPr>
          <p:cNvPr id="3283" name="Google Shape;3283;p39">
            <a:extLst>
              <a:ext uri="{FF2B5EF4-FFF2-40B4-BE49-F238E27FC236}">
                <a16:creationId xmlns:a16="http://schemas.microsoft.com/office/drawing/2014/main" id="{7A17139B-B4BE-B60C-0933-D0BD0DF51ABE}"/>
              </a:ext>
            </a:extLst>
          </p:cNvPr>
          <p:cNvCxnSpPr>
            <a:stCxn id="3275" idx="3"/>
            <a:endCxn id="3276" idx="1"/>
          </p:cNvCxnSpPr>
          <p:nvPr/>
        </p:nvCxnSpPr>
        <p:spPr>
          <a:xfrm>
            <a:off x="1707525" y="3284350"/>
            <a:ext cx="1787400" cy="0"/>
          </a:xfrm>
          <a:prstGeom prst="straightConnector1">
            <a:avLst/>
          </a:prstGeom>
          <a:noFill/>
          <a:ln w="9525" cap="flat" cmpd="sng">
            <a:solidFill>
              <a:schemeClr val="dk2"/>
            </a:solidFill>
            <a:prstDash val="solid"/>
            <a:round/>
            <a:headEnd type="none" w="med" len="med"/>
            <a:tailEnd type="none" w="med" len="med"/>
          </a:ln>
        </p:spPr>
      </p:cxnSp>
      <p:cxnSp>
        <p:nvCxnSpPr>
          <p:cNvPr id="3284" name="Google Shape;3284;p39">
            <a:extLst>
              <a:ext uri="{FF2B5EF4-FFF2-40B4-BE49-F238E27FC236}">
                <a16:creationId xmlns:a16="http://schemas.microsoft.com/office/drawing/2014/main" id="{52D976C9-F390-E54E-034D-993F45B4D077}"/>
              </a:ext>
            </a:extLst>
          </p:cNvPr>
          <p:cNvCxnSpPr>
            <a:stCxn id="3276" idx="3"/>
            <a:endCxn id="3277" idx="1"/>
          </p:cNvCxnSpPr>
          <p:nvPr/>
        </p:nvCxnSpPr>
        <p:spPr>
          <a:xfrm>
            <a:off x="3671425" y="3284350"/>
            <a:ext cx="1787400" cy="0"/>
          </a:xfrm>
          <a:prstGeom prst="straightConnector1">
            <a:avLst/>
          </a:prstGeom>
          <a:noFill/>
          <a:ln w="9525" cap="flat" cmpd="sng">
            <a:solidFill>
              <a:schemeClr val="dk2"/>
            </a:solidFill>
            <a:prstDash val="solid"/>
            <a:round/>
            <a:headEnd type="none" w="med" len="med"/>
            <a:tailEnd type="none" w="med" len="med"/>
          </a:ln>
        </p:spPr>
      </p:cxnSp>
      <p:cxnSp>
        <p:nvCxnSpPr>
          <p:cNvPr id="3285" name="Google Shape;3285;p39">
            <a:extLst>
              <a:ext uri="{FF2B5EF4-FFF2-40B4-BE49-F238E27FC236}">
                <a16:creationId xmlns:a16="http://schemas.microsoft.com/office/drawing/2014/main" id="{31F9F6D2-ED68-C7F6-BA4D-24799F45A39F}"/>
              </a:ext>
            </a:extLst>
          </p:cNvPr>
          <p:cNvCxnSpPr>
            <a:stCxn id="3277" idx="3"/>
            <a:endCxn id="3278" idx="1"/>
          </p:cNvCxnSpPr>
          <p:nvPr/>
        </p:nvCxnSpPr>
        <p:spPr>
          <a:xfrm>
            <a:off x="5635325" y="3284350"/>
            <a:ext cx="1787400" cy="0"/>
          </a:xfrm>
          <a:prstGeom prst="straightConnector1">
            <a:avLst/>
          </a:prstGeom>
          <a:noFill/>
          <a:ln w="9525" cap="flat" cmpd="sng">
            <a:solidFill>
              <a:schemeClr val="dk2"/>
            </a:solidFill>
            <a:prstDash val="solid"/>
            <a:round/>
            <a:headEnd type="none" w="med" len="med"/>
            <a:tailEnd type="none" w="med" len="med"/>
          </a:ln>
        </p:spPr>
      </p:cxnSp>
      <p:cxnSp>
        <p:nvCxnSpPr>
          <p:cNvPr id="3286" name="Google Shape;3286;p39">
            <a:extLst>
              <a:ext uri="{FF2B5EF4-FFF2-40B4-BE49-F238E27FC236}">
                <a16:creationId xmlns:a16="http://schemas.microsoft.com/office/drawing/2014/main" id="{76E1D2BC-2892-55A7-1370-424DEC3B1E91}"/>
              </a:ext>
            </a:extLst>
          </p:cNvPr>
          <p:cNvCxnSpPr>
            <a:stCxn id="3275" idx="2"/>
            <a:endCxn id="3279" idx="0"/>
          </p:cNvCxnSpPr>
          <p:nvPr/>
        </p:nvCxnSpPr>
        <p:spPr>
          <a:xfrm>
            <a:off x="1619325" y="3372550"/>
            <a:ext cx="0" cy="304800"/>
          </a:xfrm>
          <a:prstGeom prst="straightConnector1">
            <a:avLst/>
          </a:prstGeom>
          <a:noFill/>
          <a:ln w="9525" cap="flat" cmpd="sng">
            <a:solidFill>
              <a:schemeClr val="dk2"/>
            </a:solidFill>
            <a:prstDash val="solid"/>
            <a:round/>
            <a:headEnd type="none" w="med" len="med"/>
            <a:tailEnd type="none" w="med" len="med"/>
          </a:ln>
        </p:spPr>
      </p:cxnSp>
      <p:cxnSp>
        <p:nvCxnSpPr>
          <p:cNvPr id="3287" name="Google Shape;3287;p39">
            <a:extLst>
              <a:ext uri="{FF2B5EF4-FFF2-40B4-BE49-F238E27FC236}">
                <a16:creationId xmlns:a16="http://schemas.microsoft.com/office/drawing/2014/main" id="{7D8647DB-6653-173D-FD4F-D8EAB7537E88}"/>
              </a:ext>
            </a:extLst>
          </p:cNvPr>
          <p:cNvCxnSpPr>
            <a:stCxn id="3276" idx="2"/>
            <a:endCxn id="3280" idx="0"/>
          </p:cNvCxnSpPr>
          <p:nvPr/>
        </p:nvCxnSpPr>
        <p:spPr>
          <a:xfrm>
            <a:off x="3583225" y="3372550"/>
            <a:ext cx="0" cy="304800"/>
          </a:xfrm>
          <a:prstGeom prst="straightConnector1">
            <a:avLst/>
          </a:prstGeom>
          <a:noFill/>
          <a:ln w="9525" cap="flat" cmpd="sng">
            <a:solidFill>
              <a:schemeClr val="dk2"/>
            </a:solidFill>
            <a:prstDash val="solid"/>
            <a:round/>
            <a:headEnd type="none" w="med" len="med"/>
            <a:tailEnd type="none" w="med" len="med"/>
          </a:ln>
        </p:spPr>
      </p:cxnSp>
      <p:cxnSp>
        <p:nvCxnSpPr>
          <p:cNvPr id="3288" name="Google Shape;3288;p39">
            <a:extLst>
              <a:ext uri="{FF2B5EF4-FFF2-40B4-BE49-F238E27FC236}">
                <a16:creationId xmlns:a16="http://schemas.microsoft.com/office/drawing/2014/main" id="{EB811C50-14D6-0B33-454F-7C3058F2B07D}"/>
              </a:ext>
            </a:extLst>
          </p:cNvPr>
          <p:cNvCxnSpPr>
            <a:stCxn id="3277" idx="2"/>
            <a:endCxn id="3281" idx="0"/>
          </p:cNvCxnSpPr>
          <p:nvPr/>
        </p:nvCxnSpPr>
        <p:spPr>
          <a:xfrm>
            <a:off x="5547125" y="3372550"/>
            <a:ext cx="0" cy="304800"/>
          </a:xfrm>
          <a:prstGeom prst="straightConnector1">
            <a:avLst/>
          </a:prstGeom>
          <a:noFill/>
          <a:ln w="9525" cap="flat" cmpd="sng">
            <a:solidFill>
              <a:schemeClr val="dk2"/>
            </a:solidFill>
            <a:prstDash val="solid"/>
            <a:round/>
            <a:headEnd type="none" w="med" len="med"/>
            <a:tailEnd type="none" w="med" len="med"/>
          </a:ln>
        </p:spPr>
      </p:cxnSp>
      <p:cxnSp>
        <p:nvCxnSpPr>
          <p:cNvPr id="3289" name="Google Shape;3289;p39">
            <a:extLst>
              <a:ext uri="{FF2B5EF4-FFF2-40B4-BE49-F238E27FC236}">
                <a16:creationId xmlns:a16="http://schemas.microsoft.com/office/drawing/2014/main" id="{C2B7B4A6-B3F9-CBBC-8446-A9E859148E7E}"/>
              </a:ext>
            </a:extLst>
          </p:cNvPr>
          <p:cNvCxnSpPr>
            <a:stCxn id="3278" idx="2"/>
            <a:endCxn id="3282" idx="0"/>
          </p:cNvCxnSpPr>
          <p:nvPr/>
        </p:nvCxnSpPr>
        <p:spPr>
          <a:xfrm>
            <a:off x="7511025" y="3372550"/>
            <a:ext cx="0" cy="304800"/>
          </a:xfrm>
          <a:prstGeom prst="straightConnector1">
            <a:avLst/>
          </a:prstGeom>
          <a:noFill/>
          <a:ln w="9525" cap="flat" cmpd="sng">
            <a:solidFill>
              <a:schemeClr val="dk2"/>
            </a:solidFill>
            <a:prstDash val="solid"/>
            <a:round/>
            <a:headEnd type="none" w="med" len="med"/>
            <a:tailEnd type="none" w="med" len="med"/>
          </a:ln>
        </p:spPr>
      </p:cxnSp>
      <p:cxnSp>
        <p:nvCxnSpPr>
          <p:cNvPr id="3290" name="Google Shape;3290;p39">
            <a:extLst>
              <a:ext uri="{FF2B5EF4-FFF2-40B4-BE49-F238E27FC236}">
                <a16:creationId xmlns:a16="http://schemas.microsoft.com/office/drawing/2014/main" id="{C642ABD3-A244-6683-AC8B-ACEC2C0B9A77}"/>
              </a:ext>
            </a:extLst>
          </p:cNvPr>
          <p:cNvCxnSpPr>
            <a:stCxn id="3263" idx="3"/>
            <a:endCxn id="3275" idx="1"/>
          </p:cNvCxnSpPr>
          <p:nvPr/>
        </p:nvCxnSpPr>
        <p:spPr>
          <a:xfrm flipH="1">
            <a:off x="1531125" y="1449900"/>
            <a:ext cx="6068100" cy="1834500"/>
          </a:xfrm>
          <a:prstGeom prst="bentConnector5">
            <a:avLst>
              <a:gd name="adj1" fmla="val -13955"/>
              <a:gd name="adj2" fmla="val 80311"/>
              <a:gd name="adj3" fmla="val 113465"/>
            </a:avLst>
          </a:prstGeom>
          <a:noFill/>
          <a:ln w="952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261693363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58">
          <a:extLst>
            <a:ext uri="{FF2B5EF4-FFF2-40B4-BE49-F238E27FC236}">
              <a16:creationId xmlns:a16="http://schemas.microsoft.com/office/drawing/2014/main" id="{59BBC674-366C-2872-3E40-949A4C423118}"/>
            </a:ext>
          </a:extLst>
        </p:cNvPr>
        <p:cNvGrpSpPr/>
        <p:nvPr/>
      </p:nvGrpSpPr>
      <p:grpSpPr>
        <a:xfrm>
          <a:off x="0" y="0"/>
          <a:ext cx="0" cy="0"/>
          <a:chOff x="0" y="0"/>
          <a:chExt cx="0" cy="0"/>
        </a:xfrm>
      </p:grpSpPr>
      <p:sp>
        <p:nvSpPr>
          <p:cNvPr id="3259" name="Google Shape;3259;p39">
            <a:extLst>
              <a:ext uri="{FF2B5EF4-FFF2-40B4-BE49-F238E27FC236}">
                <a16:creationId xmlns:a16="http://schemas.microsoft.com/office/drawing/2014/main" id="{1F69AE06-3AD1-2777-7F86-6A9983DE5A1C}"/>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noProof="0" dirty="0"/>
              <a:t>Power consumption prediction training</a:t>
            </a:r>
          </a:p>
        </p:txBody>
      </p:sp>
      <p:sp>
        <p:nvSpPr>
          <p:cNvPr id="3260" name="Google Shape;3260;p39">
            <a:extLst>
              <a:ext uri="{FF2B5EF4-FFF2-40B4-BE49-F238E27FC236}">
                <a16:creationId xmlns:a16="http://schemas.microsoft.com/office/drawing/2014/main" id="{98ADA79A-900C-262C-6E56-992223BF919B}"/>
              </a:ext>
            </a:extLst>
          </p:cNvPr>
          <p:cNvSpPr/>
          <p:nvPr/>
        </p:nvSpPr>
        <p:spPr>
          <a:xfrm>
            <a:off x="1531125" y="1361700"/>
            <a:ext cx="1764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dirty="0"/>
          </a:p>
        </p:txBody>
      </p:sp>
      <p:sp>
        <p:nvSpPr>
          <p:cNvPr id="3261" name="Google Shape;3261;p39">
            <a:extLst>
              <a:ext uri="{FF2B5EF4-FFF2-40B4-BE49-F238E27FC236}">
                <a16:creationId xmlns:a16="http://schemas.microsoft.com/office/drawing/2014/main" id="{5C1DD27B-8FBB-EA1D-F350-6863DB6228A1}"/>
              </a:ext>
            </a:extLst>
          </p:cNvPr>
          <p:cNvSpPr/>
          <p:nvPr/>
        </p:nvSpPr>
        <p:spPr>
          <a:xfrm>
            <a:off x="3495025" y="1361700"/>
            <a:ext cx="1764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dirty="0"/>
          </a:p>
        </p:txBody>
      </p:sp>
      <p:sp>
        <p:nvSpPr>
          <p:cNvPr id="3262" name="Google Shape;3262;p39">
            <a:extLst>
              <a:ext uri="{FF2B5EF4-FFF2-40B4-BE49-F238E27FC236}">
                <a16:creationId xmlns:a16="http://schemas.microsoft.com/office/drawing/2014/main" id="{6E04688E-B596-40AB-866E-17DB1998153F}"/>
              </a:ext>
            </a:extLst>
          </p:cNvPr>
          <p:cNvSpPr/>
          <p:nvPr/>
        </p:nvSpPr>
        <p:spPr>
          <a:xfrm>
            <a:off x="5458925" y="1361700"/>
            <a:ext cx="1764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dirty="0"/>
          </a:p>
        </p:txBody>
      </p:sp>
      <p:sp>
        <p:nvSpPr>
          <p:cNvPr id="3263" name="Google Shape;3263;p39">
            <a:extLst>
              <a:ext uri="{FF2B5EF4-FFF2-40B4-BE49-F238E27FC236}">
                <a16:creationId xmlns:a16="http://schemas.microsoft.com/office/drawing/2014/main" id="{98DBBEC3-E8D8-358B-9343-69F46BADDEF2}"/>
              </a:ext>
            </a:extLst>
          </p:cNvPr>
          <p:cNvSpPr/>
          <p:nvPr/>
        </p:nvSpPr>
        <p:spPr>
          <a:xfrm>
            <a:off x="7422825" y="1361700"/>
            <a:ext cx="1764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dirty="0"/>
          </a:p>
        </p:txBody>
      </p:sp>
      <p:sp>
        <p:nvSpPr>
          <p:cNvPr id="3264" name="Google Shape;3264;p39">
            <a:extLst>
              <a:ext uri="{FF2B5EF4-FFF2-40B4-BE49-F238E27FC236}">
                <a16:creationId xmlns:a16="http://schemas.microsoft.com/office/drawing/2014/main" id="{FC3F4311-0B5D-F308-0B58-D35E3C4FB78F}"/>
              </a:ext>
            </a:extLst>
          </p:cNvPr>
          <p:cNvSpPr txBox="1"/>
          <p:nvPr/>
        </p:nvSpPr>
        <p:spPr>
          <a:xfrm flipH="1">
            <a:off x="713125" y="1842900"/>
            <a:ext cx="1812300" cy="89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dirty="0">
                <a:solidFill>
                  <a:schemeClr val="accent1"/>
                </a:solidFill>
                <a:latin typeface="Outfit"/>
                <a:ea typeface="Outfit"/>
                <a:cs typeface="Outfit"/>
                <a:sym typeface="Outfit"/>
              </a:rPr>
              <a:t>Define Features and Target</a:t>
            </a:r>
            <a:endParaRPr lang="en-US" sz="1600" b="1" noProof="0" dirty="0">
              <a:solidFill>
                <a:schemeClr val="accent1"/>
              </a:solidFill>
              <a:latin typeface="Outfit"/>
              <a:ea typeface="Outfit"/>
              <a:cs typeface="Outfit"/>
              <a:sym typeface="Outfit"/>
            </a:endParaRPr>
          </a:p>
        </p:txBody>
      </p:sp>
      <p:sp>
        <p:nvSpPr>
          <p:cNvPr id="3265" name="Google Shape;3265;p39">
            <a:extLst>
              <a:ext uri="{FF2B5EF4-FFF2-40B4-BE49-F238E27FC236}">
                <a16:creationId xmlns:a16="http://schemas.microsoft.com/office/drawing/2014/main" id="{0B5A8A48-9727-3734-7E62-AA58D29DD21C}"/>
              </a:ext>
            </a:extLst>
          </p:cNvPr>
          <p:cNvSpPr txBox="1"/>
          <p:nvPr/>
        </p:nvSpPr>
        <p:spPr>
          <a:xfrm flipH="1">
            <a:off x="2677025" y="1842900"/>
            <a:ext cx="1812300" cy="89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dirty="0">
                <a:solidFill>
                  <a:schemeClr val="accent1"/>
                </a:solidFill>
                <a:latin typeface="Outfit"/>
                <a:ea typeface="Outfit"/>
                <a:cs typeface="Outfit"/>
                <a:sym typeface="Outfit"/>
              </a:rPr>
              <a:t>Train-Test split</a:t>
            </a:r>
          </a:p>
        </p:txBody>
      </p:sp>
      <p:sp>
        <p:nvSpPr>
          <p:cNvPr id="3266" name="Google Shape;3266;p39">
            <a:extLst>
              <a:ext uri="{FF2B5EF4-FFF2-40B4-BE49-F238E27FC236}">
                <a16:creationId xmlns:a16="http://schemas.microsoft.com/office/drawing/2014/main" id="{C013254D-6846-B16E-791A-226B8B6C3700}"/>
              </a:ext>
            </a:extLst>
          </p:cNvPr>
          <p:cNvSpPr txBox="1"/>
          <p:nvPr/>
        </p:nvSpPr>
        <p:spPr>
          <a:xfrm flipH="1">
            <a:off x="4640925" y="1842900"/>
            <a:ext cx="1812300" cy="89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dirty="0">
                <a:solidFill>
                  <a:schemeClr val="accent1"/>
                </a:solidFill>
                <a:latin typeface="Outfit"/>
                <a:ea typeface="Outfit"/>
                <a:cs typeface="Outfit"/>
                <a:sym typeface="Outfit"/>
              </a:rPr>
              <a:t>Train and Evaluate models</a:t>
            </a:r>
          </a:p>
        </p:txBody>
      </p:sp>
      <p:sp>
        <p:nvSpPr>
          <p:cNvPr id="3267" name="Google Shape;3267;p39">
            <a:extLst>
              <a:ext uri="{FF2B5EF4-FFF2-40B4-BE49-F238E27FC236}">
                <a16:creationId xmlns:a16="http://schemas.microsoft.com/office/drawing/2014/main" id="{645C133F-5E3A-BD19-321A-E3E0CE1143CF}"/>
              </a:ext>
            </a:extLst>
          </p:cNvPr>
          <p:cNvSpPr txBox="1"/>
          <p:nvPr/>
        </p:nvSpPr>
        <p:spPr>
          <a:xfrm flipH="1">
            <a:off x="6604825" y="1842900"/>
            <a:ext cx="1812300" cy="89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noProof="0" dirty="0">
                <a:solidFill>
                  <a:schemeClr val="accent1"/>
                </a:solidFill>
                <a:latin typeface="Outfit"/>
                <a:ea typeface="Outfit"/>
                <a:cs typeface="Outfit"/>
                <a:sym typeface="Outfit"/>
              </a:rPr>
              <a:t>Dump the models chosen</a:t>
            </a:r>
          </a:p>
        </p:txBody>
      </p:sp>
      <p:cxnSp>
        <p:nvCxnSpPr>
          <p:cNvPr id="3268" name="Google Shape;3268;p39">
            <a:extLst>
              <a:ext uri="{FF2B5EF4-FFF2-40B4-BE49-F238E27FC236}">
                <a16:creationId xmlns:a16="http://schemas.microsoft.com/office/drawing/2014/main" id="{A452D536-EED5-7BDB-34B7-2DAE19BF8BA8}"/>
              </a:ext>
            </a:extLst>
          </p:cNvPr>
          <p:cNvCxnSpPr>
            <a:stCxn id="3260" idx="3"/>
            <a:endCxn id="3261" idx="1"/>
          </p:cNvCxnSpPr>
          <p:nvPr/>
        </p:nvCxnSpPr>
        <p:spPr>
          <a:xfrm>
            <a:off x="1707525" y="1449900"/>
            <a:ext cx="1787400" cy="0"/>
          </a:xfrm>
          <a:prstGeom prst="straightConnector1">
            <a:avLst/>
          </a:prstGeom>
          <a:noFill/>
          <a:ln w="9525" cap="flat" cmpd="sng">
            <a:solidFill>
              <a:schemeClr val="dk2"/>
            </a:solidFill>
            <a:prstDash val="solid"/>
            <a:round/>
            <a:headEnd type="none" w="med" len="med"/>
            <a:tailEnd type="none" w="med" len="med"/>
          </a:ln>
        </p:spPr>
      </p:cxnSp>
      <p:cxnSp>
        <p:nvCxnSpPr>
          <p:cNvPr id="3269" name="Google Shape;3269;p39">
            <a:extLst>
              <a:ext uri="{FF2B5EF4-FFF2-40B4-BE49-F238E27FC236}">
                <a16:creationId xmlns:a16="http://schemas.microsoft.com/office/drawing/2014/main" id="{99B2616A-2AAD-22A2-01C2-A5EB4868AD8D}"/>
              </a:ext>
            </a:extLst>
          </p:cNvPr>
          <p:cNvCxnSpPr>
            <a:stCxn id="3261" idx="3"/>
            <a:endCxn id="3262" idx="1"/>
          </p:cNvCxnSpPr>
          <p:nvPr/>
        </p:nvCxnSpPr>
        <p:spPr>
          <a:xfrm>
            <a:off x="3671425" y="1449900"/>
            <a:ext cx="1787400" cy="0"/>
          </a:xfrm>
          <a:prstGeom prst="straightConnector1">
            <a:avLst/>
          </a:prstGeom>
          <a:noFill/>
          <a:ln w="9525" cap="flat" cmpd="sng">
            <a:solidFill>
              <a:schemeClr val="dk2"/>
            </a:solidFill>
            <a:prstDash val="solid"/>
            <a:round/>
            <a:headEnd type="none" w="med" len="med"/>
            <a:tailEnd type="none" w="med" len="med"/>
          </a:ln>
        </p:spPr>
      </p:cxnSp>
      <p:cxnSp>
        <p:nvCxnSpPr>
          <p:cNvPr id="3270" name="Google Shape;3270;p39">
            <a:extLst>
              <a:ext uri="{FF2B5EF4-FFF2-40B4-BE49-F238E27FC236}">
                <a16:creationId xmlns:a16="http://schemas.microsoft.com/office/drawing/2014/main" id="{C8228CBC-AE88-A244-C13E-174FD2E3E98A}"/>
              </a:ext>
            </a:extLst>
          </p:cNvPr>
          <p:cNvCxnSpPr>
            <a:stCxn id="3262" idx="3"/>
            <a:endCxn id="3263" idx="1"/>
          </p:cNvCxnSpPr>
          <p:nvPr/>
        </p:nvCxnSpPr>
        <p:spPr>
          <a:xfrm>
            <a:off x="5635325" y="1449900"/>
            <a:ext cx="1787400" cy="0"/>
          </a:xfrm>
          <a:prstGeom prst="straightConnector1">
            <a:avLst/>
          </a:prstGeom>
          <a:noFill/>
          <a:ln w="9525" cap="flat" cmpd="sng">
            <a:solidFill>
              <a:schemeClr val="dk2"/>
            </a:solidFill>
            <a:prstDash val="solid"/>
            <a:round/>
            <a:headEnd type="none" w="med" len="med"/>
            <a:tailEnd type="none" w="med" len="med"/>
          </a:ln>
        </p:spPr>
      </p:cxnSp>
      <p:cxnSp>
        <p:nvCxnSpPr>
          <p:cNvPr id="3271" name="Google Shape;3271;p39">
            <a:extLst>
              <a:ext uri="{FF2B5EF4-FFF2-40B4-BE49-F238E27FC236}">
                <a16:creationId xmlns:a16="http://schemas.microsoft.com/office/drawing/2014/main" id="{AEA7ADF6-8DAF-3760-42D7-62AD3A7067BE}"/>
              </a:ext>
            </a:extLst>
          </p:cNvPr>
          <p:cNvCxnSpPr>
            <a:stCxn id="3260" idx="2"/>
            <a:endCxn id="3264" idx="0"/>
          </p:cNvCxnSpPr>
          <p:nvPr/>
        </p:nvCxnSpPr>
        <p:spPr>
          <a:xfrm>
            <a:off x="1619325" y="1538100"/>
            <a:ext cx="0" cy="304800"/>
          </a:xfrm>
          <a:prstGeom prst="straightConnector1">
            <a:avLst/>
          </a:prstGeom>
          <a:noFill/>
          <a:ln w="9525" cap="flat" cmpd="sng">
            <a:solidFill>
              <a:schemeClr val="dk2"/>
            </a:solidFill>
            <a:prstDash val="solid"/>
            <a:round/>
            <a:headEnd type="none" w="med" len="med"/>
            <a:tailEnd type="none" w="med" len="med"/>
          </a:ln>
        </p:spPr>
      </p:cxnSp>
      <p:cxnSp>
        <p:nvCxnSpPr>
          <p:cNvPr id="3272" name="Google Shape;3272;p39">
            <a:extLst>
              <a:ext uri="{FF2B5EF4-FFF2-40B4-BE49-F238E27FC236}">
                <a16:creationId xmlns:a16="http://schemas.microsoft.com/office/drawing/2014/main" id="{E7D4C6F9-BB62-20E9-6249-EA1F7FA952EB}"/>
              </a:ext>
            </a:extLst>
          </p:cNvPr>
          <p:cNvCxnSpPr>
            <a:stCxn id="3261" idx="2"/>
            <a:endCxn id="3265" idx="0"/>
          </p:cNvCxnSpPr>
          <p:nvPr/>
        </p:nvCxnSpPr>
        <p:spPr>
          <a:xfrm>
            <a:off x="3583225" y="1538100"/>
            <a:ext cx="0" cy="304800"/>
          </a:xfrm>
          <a:prstGeom prst="straightConnector1">
            <a:avLst/>
          </a:prstGeom>
          <a:noFill/>
          <a:ln w="9525" cap="flat" cmpd="sng">
            <a:solidFill>
              <a:schemeClr val="dk2"/>
            </a:solidFill>
            <a:prstDash val="solid"/>
            <a:round/>
            <a:headEnd type="none" w="med" len="med"/>
            <a:tailEnd type="none" w="med" len="med"/>
          </a:ln>
        </p:spPr>
      </p:cxnSp>
      <p:cxnSp>
        <p:nvCxnSpPr>
          <p:cNvPr id="3273" name="Google Shape;3273;p39">
            <a:extLst>
              <a:ext uri="{FF2B5EF4-FFF2-40B4-BE49-F238E27FC236}">
                <a16:creationId xmlns:a16="http://schemas.microsoft.com/office/drawing/2014/main" id="{869A2C93-8C6B-34BB-D883-E3F10EB9E65A}"/>
              </a:ext>
            </a:extLst>
          </p:cNvPr>
          <p:cNvCxnSpPr>
            <a:stCxn id="3262" idx="2"/>
            <a:endCxn id="3266" idx="0"/>
          </p:cNvCxnSpPr>
          <p:nvPr/>
        </p:nvCxnSpPr>
        <p:spPr>
          <a:xfrm>
            <a:off x="5547125" y="1538100"/>
            <a:ext cx="0" cy="304800"/>
          </a:xfrm>
          <a:prstGeom prst="straightConnector1">
            <a:avLst/>
          </a:prstGeom>
          <a:noFill/>
          <a:ln w="9525" cap="flat" cmpd="sng">
            <a:solidFill>
              <a:schemeClr val="dk2"/>
            </a:solidFill>
            <a:prstDash val="solid"/>
            <a:round/>
            <a:headEnd type="none" w="med" len="med"/>
            <a:tailEnd type="none" w="med" len="med"/>
          </a:ln>
        </p:spPr>
      </p:cxnSp>
      <p:cxnSp>
        <p:nvCxnSpPr>
          <p:cNvPr id="3274" name="Google Shape;3274;p39">
            <a:extLst>
              <a:ext uri="{FF2B5EF4-FFF2-40B4-BE49-F238E27FC236}">
                <a16:creationId xmlns:a16="http://schemas.microsoft.com/office/drawing/2014/main" id="{CF00A756-5B0A-0F5D-821B-903AA0EF3B3D}"/>
              </a:ext>
            </a:extLst>
          </p:cNvPr>
          <p:cNvCxnSpPr>
            <a:stCxn id="3263" idx="2"/>
            <a:endCxn id="3267" idx="0"/>
          </p:cNvCxnSpPr>
          <p:nvPr/>
        </p:nvCxnSpPr>
        <p:spPr>
          <a:xfrm>
            <a:off x="7511025" y="1538100"/>
            <a:ext cx="0" cy="304800"/>
          </a:xfrm>
          <a:prstGeom prst="straightConnector1">
            <a:avLst/>
          </a:prstGeom>
          <a:noFill/>
          <a:ln w="9525" cap="flat" cmpd="sng">
            <a:solidFill>
              <a:schemeClr val="dk2"/>
            </a:solidFill>
            <a:prstDash val="solid"/>
            <a:round/>
            <a:headEnd type="none" w="med" len="med"/>
            <a:tailEnd type="none" w="med" len="med"/>
          </a:ln>
        </p:spPr>
      </p:cxnSp>
      <p:pic>
        <p:nvPicPr>
          <p:cNvPr id="5" name="Image 4">
            <a:extLst>
              <a:ext uri="{FF2B5EF4-FFF2-40B4-BE49-F238E27FC236}">
                <a16:creationId xmlns:a16="http://schemas.microsoft.com/office/drawing/2014/main" id="{FB6441A9-C031-F959-8863-66C347A4E4F0}"/>
              </a:ext>
            </a:extLst>
          </p:cNvPr>
          <p:cNvPicPr>
            <a:picLocks noChangeAspect="1"/>
          </p:cNvPicPr>
          <p:nvPr/>
        </p:nvPicPr>
        <p:blipFill>
          <a:blip r:embed="rId3"/>
          <a:stretch>
            <a:fillRect/>
          </a:stretch>
        </p:blipFill>
        <p:spPr>
          <a:xfrm>
            <a:off x="1607212" y="2571750"/>
            <a:ext cx="6067425" cy="2396336"/>
          </a:xfrm>
          <a:prstGeom prst="rect">
            <a:avLst/>
          </a:prstGeom>
        </p:spPr>
      </p:pic>
    </p:spTree>
    <p:extLst>
      <p:ext uri="{BB962C8B-B14F-4D97-AF65-F5344CB8AC3E}">
        <p14:creationId xmlns:p14="http://schemas.microsoft.com/office/powerpoint/2010/main" val="7062658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58">
          <a:extLst>
            <a:ext uri="{FF2B5EF4-FFF2-40B4-BE49-F238E27FC236}">
              <a16:creationId xmlns:a16="http://schemas.microsoft.com/office/drawing/2014/main" id="{5263799D-6F72-1833-544C-458037FDF345}"/>
            </a:ext>
          </a:extLst>
        </p:cNvPr>
        <p:cNvGrpSpPr/>
        <p:nvPr/>
      </p:nvGrpSpPr>
      <p:grpSpPr>
        <a:xfrm>
          <a:off x="0" y="0"/>
          <a:ext cx="0" cy="0"/>
          <a:chOff x="0" y="0"/>
          <a:chExt cx="0" cy="0"/>
        </a:xfrm>
      </p:grpSpPr>
      <p:sp>
        <p:nvSpPr>
          <p:cNvPr id="3259" name="Google Shape;3259;p39">
            <a:extLst>
              <a:ext uri="{FF2B5EF4-FFF2-40B4-BE49-F238E27FC236}">
                <a16:creationId xmlns:a16="http://schemas.microsoft.com/office/drawing/2014/main" id="{34A5E24F-2E1B-19A6-F411-E0A9CD99C79C}"/>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noProof="0" dirty="0"/>
              <a:t>Room occupation prediction training</a:t>
            </a:r>
          </a:p>
        </p:txBody>
      </p:sp>
      <p:sp>
        <p:nvSpPr>
          <p:cNvPr id="3260" name="Google Shape;3260;p39">
            <a:extLst>
              <a:ext uri="{FF2B5EF4-FFF2-40B4-BE49-F238E27FC236}">
                <a16:creationId xmlns:a16="http://schemas.microsoft.com/office/drawing/2014/main" id="{DA3681C9-4E2B-9F99-C169-9C159549B70B}"/>
              </a:ext>
            </a:extLst>
          </p:cNvPr>
          <p:cNvSpPr/>
          <p:nvPr/>
        </p:nvSpPr>
        <p:spPr>
          <a:xfrm>
            <a:off x="1531125" y="1361700"/>
            <a:ext cx="1764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dirty="0"/>
          </a:p>
        </p:txBody>
      </p:sp>
      <p:sp>
        <p:nvSpPr>
          <p:cNvPr id="3261" name="Google Shape;3261;p39">
            <a:extLst>
              <a:ext uri="{FF2B5EF4-FFF2-40B4-BE49-F238E27FC236}">
                <a16:creationId xmlns:a16="http://schemas.microsoft.com/office/drawing/2014/main" id="{47DDC9F1-D0DF-AA67-B7FD-6270B295A007}"/>
              </a:ext>
            </a:extLst>
          </p:cNvPr>
          <p:cNvSpPr/>
          <p:nvPr/>
        </p:nvSpPr>
        <p:spPr>
          <a:xfrm>
            <a:off x="3495025" y="1361700"/>
            <a:ext cx="1764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dirty="0"/>
          </a:p>
        </p:txBody>
      </p:sp>
      <p:sp>
        <p:nvSpPr>
          <p:cNvPr id="3262" name="Google Shape;3262;p39">
            <a:extLst>
              <a:ext uri="{FF2B5EF4-FFF2-40B4-BE49-F238E27FC236}">
                <a16:creationId xmlns:a16="http://schemas.microsoft.com/office/drawing/2014/main" id="{364C12AF-124C-C4B8-2B18-8DDB6F17D2F0}"/>
              </a:ext>
            </a:extLst>
          </p:cNvPr>
          <p:cNvSpPr/>
          <p:nvPr/>
        </p:nvSpPr>
        <p:spPr>
          <a:xfrm>
            <a:off x="5458925" y="1361700"/>
            <a:ext cx="1764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dirty="0"/>
          </a:p>
        </p:txBody>
      </p:sp>
      <p:sp>
        <p:nvSpPr>
          <p:cNvPr id="3263" name="Google Shape;3263;p39">
            <a:extLst>
              <a:ext uri="{FF2B5EF4-FFF2-40B4-BE49-F238E27FC236}">
                <a16:creationId xmlns:a16="http://schemas.microsoft.com/office/drawing/2014/main" id="{EA5BDEB2-DCC2-8F8C-F4E2-429DE16AEE02}"/>
              </a:ext>
            </a:extLst>
          </p:cNvPr>
          <p:cNvSpPr/>
          <p:nvPr/>
        </p:nvSpPr>
        <p:spPr>
          <a:xfrm>
            <a:off x="7422825" y="1361700"/>
            <a:ext cx="1764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dirty="0"/>
          </a:p>
        </p:txBody>
      </p:sp>
      <p:sp>
        <p:nvSpPr>
          <p:cNvPr id="3264" name="Google Shape;3264;p39">
            <a:extLst>
              <a:ext uri="{FF2B5EF4-FFF2-40B4-BE49-F238E27FC236}">
                <a16:creationId xmlns:a16="http://schemas.microsoft.com/office/drawing/2014/main" id="{F7B37722-2655-6D01-0CA3-3AC9D93C33F0}"/>
              </a:ext>
            </a:extLst>
          </p:cNvPr>
          <p:cNvSpPr txBox="1"/>
          <p:nvPr/>
        </p:nvSpPr>
        <p:spPr>
          <a:xfrm flipH="1">
            <a:off x="713125" y="1842900"/>
            <a:ext cx="1812300" cy="89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dirty="0">
                <a:solidFill>
                  <a:schemeClr val="accent1"/>
                </a:solidFill>
                <a:latin typeface="Outfit"/>
                <a:ea typeface="Outfit"/>
                <a:cs typeface="Outfit"/>
                <a:sym typeface="Outfit"/>
              </a:rPr>
              <a:t>Extract and Combine data</a:t>
            </a:r>
            <a:endParaRPr lang="en-US" sz="1600" b="1" noProof="0" dirty="0">
              <a:solidFill>
                <a:schemeClr val="accent1"/>
              </a:solidFill>
              <a:latin typeface="Outfit"/>
              <a:ea typeface="Outfit"/>
              <a:cs typeface="Outfit"/>
              <a:sym typeface="Outfit"/>
            </a:endParaRPr>
          </a:p>
        </p:txBody>
      </p:sp>
      <p:sp>
        <p:nvSpPr>
          <p:cNvPr id="3265" name="Google Shape;3265;p39">
            <a:extLst>
              <a:ext uri="{FF2B5EF4-FFF2-40B4-BE49-F238E27FC236}">
                <a16:creationId xmlns:a16="http://schemas.microsoft.com/office/drawing/2014/main" id="{E0470D1F-86BC-8436-33AC-4AC7FD728A61}"/>
              </a:ext>
            </a:extLst>
          </p:cNvPr>
          <p:cNvSpPr txBox="1"/>
          <p:nvPr/>
        </p:nvSpPr>
        <p:spPr>
          <a:xfrm flipH="1">
            <a:off x="2677025" y="1842900"/>
            <a:ext cx="1812300" cy="89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dirty="0">
                <a:solidFill>
                  <a:schemeClr val="accent1"/>
                </a:solidFill>
                <a:latin typeface="Outfit"/>
                <a:ea typeface="Outfit"/>
                <a:cs typeface="Outfit"/>
                <a:sym typeface="Outfit"/>
              </a:rPr>
              <a:t>Check for duplicates, missing values, outliers</a:t>
            </a:r>
          </a:p>
        </p:txBody>
      </p:sp>
      <p:sp>
        <p:nvSpPr>
          <p:cNvPr id="3266" name="Google Shape;3266;p39">
            <a:extLst>
              <a:ext uri="{FF2B5EF4-FFF2-40B4-BE49-F238E27FC236}">
                <a16:creationId xmlns:a16="http://schemas.microsoft.com/office/drawing/2014/main" id="{D809C128-8F1C-0B36-D929-21BB9E61A51B}"/>
              </a:ext>
            </a:extLst>
          </p:cNvPr>
          <p:cNvSpPr txBox="1"/>
          <p:nvPr/>
        </p:nvSpPr>
        <p:spPr>
          <a:xfrm flipH="1">
            <a:off x="4640925" y="1842900"/>
            <a:ext cx="1812300" cy="89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dirty="0">
                <a:solidFill>
                  <a:schemeClr val="accent1"/>
                </a:solidFill>
                <a:latin typeface="Outfit"/>
                <a:ea typeface="Outfit"/>
                <a:cs typeface="Outfit"/>
                <a:sym typeface="Outfit"/>
              </a:rPr>
              <a:t>Fix duplicates, missing values, outliers</a:t>
            </a:r>
          </a:p>
        </p:txBody>
      </p:sp>
      <p:sp>
        <p:nvSpPr>
          <p:cNvPr id="3267" name="Google Shape;3267;p39">
            <a:extLst>
              <a:ext uri="{FF2B5EF4-FFF2-40B4-BE49-F238E27FC236}">
                <a16:creationId xmlns:a16="http://schemas.microsoft.com/office/drawing/2014/main" id="{28A66A53-D876-F7FA-77D4-E2B84C46F385}"/>
              </a:ext>
            </a:extLst>
          </p:cNvPr>
          <p:cNvSpPr txBox="1"/>
          <p:nvPr/>
        </p:nvSpPr>
        <p:spPr>
          <a:xfrm flipH="1">
            <a:off x="6604825" y="1842900"/>
            <a:ext cx="1812300" cy="89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noProof="0" dirty="0">
                <a:solidFill>
                  <a:schemeClr val="accent1"/>
                </a:solidFill>
                <a:latin typeface="Outfit"/>
                <a:ea typeface="Outfit"/>
                <a:cs typeface="Outfit"/>
                <a:sym typeface="Outfit"/>
              </a:rPr>
              <a:t>Remove columns</a:t>
            </a:r>
          </a:p>
        </p:txBody>
      </p:sp>
      <p:cxnSp>
        <p:nvCxnSpPr>
          <p:cNvPr id="3268" name="Google Shape;3268;p39">
            <a:extLst>
              <a:ext uri="{FF2B5EF4-FFF2-40B4-BE49-F238E27FC236}">
                <a16:creationId xmlns:a16="http://schemas.microsoft.com/office/drawing/2014/main" id="{F294A0AB-4104-D073-B19B-266BAC7AD440}"/>
              </a:ext>
            </a:extLst>
          </p:cNvPr>
          <p:cNvCxnSpPr>
            <a:stCxn id="3260" idx="3"/>
            <a:endCxn id="3261" idx="1"/>
          </p:cNvCxnSpPr>
          <p:nvPr/>
        </p:nvCxnSpPr>
        <p:spPr>
          <a:xfrm>
            <a:off x="1707525" y="1449900"/>
            <a:ext cx="1787400" cy="0"/>
          </a:xfrm>
          <a:prstGeom prst="straightConnector1">
            <a:avLst/>
          </a:prstGeom>
          <a:noFill/>
          <a:ln w="9525" cap="flat" cmpd="sng">
            <a:solidFill>
              <a:schemeClr val="dk2"/>
            </a:solidFill>
            <a:prstDash val="solid"/>
            <a:round/>
            <a:headEnd type="none" w="med" len="med"/>
            <a:tailEnd type="none" w="med" len="med"/>
          </a:ln>
        </p:spPr>
      </p:cxnSp>
      <p:cxnSp>
        <p:nvCxnSpPr>
          <p:cNvPr id="3269" name="Google Shape;3269;p39">
            <a:extLst>
              <a:ext uri="{FF2B5EF4-FFF2-40B4-BE49-F238E27FC236}">
                <a16:creationId xmlns:a16="http://schemas.microsoft.com/office/drawing/2014/main" id="{83BFB36D-9A34-047A-CD28-88726B11ADD9}"/>
              </a:ext>
            </a:extLst>
          </p:cNvPr>
          <p:cNvCxnSpPr>
            <a:stCxn id="3261" idx="3"/>
            <a:endCxn id="3262" idx="1"/>
          </p:cNvCxnSpPr>
          <p:nvPr/>
        </p:nvCxnSpPr>
        <p:spPr>
          <a:xfrm>
            <a:off x="3671425" y="1449900"/>
            <a:ext cx="1787400" cy="0"/>
          </a:xfrm>
          <a:prstGeom prst="straightConnector1">
            <a:avLst/>
          </a:prstGeom>
          <a:noFill/>
          <a:ln w="9525" cap="flat" cmpd="sng">
            <a:solidFill>
              <a:schemeClr val="dk2"/>
            </a:solidFill>
            <a:prstDash val="solid"/>
            <a:round/>
            <a:headEnd type="none" w="med" len="med"/>
            <a:tailEnd type="none" w="med" len="med"/>
          </a:ln>
        </p:spPr>
      </p:cxnSp>
      <p:cxnSp>
        <p:nvCxnSpPr>
          <p:cNvPr id="3270" name="Google Shape;3270;p39">
            <a:extLst>
              <a:ext uri="{FF2B5EF4-FFF2-40B4-BE49-F238E27FC236}">
                <a16:creationId xmlns:a16="http://schemas.microsoft.com/office/drawing/2014/main" id="{3014E3C6-FA6B-97D2-9676-8B9A61A91905}"/>
              </a:ext>
            </a:extLst>
          </p:cNvPr>
          <p:cNvCxnSpPr>
            <a:stCxn id="3262" idx="3"/>
            <a:endCxn id="3263" idx="1"/>
          </p:cNvCxnSpPr>
          <p:nvPr/>
        </p:nvCxnSpPr>
        <p:spPr>
          <a:xfrm>
            <a:off x="5635325" y="1449900"/>
            <a:ext cx="1787400" cy="0"/>
          </a:xfrm>
          <a:prstGeom prst="straightConnector1">
            <a:avLst/>
          </a:prstGeom>
          <a:noFill/>
          <a:ln w="9525" cap="flat" cmpd="sng">
            <a:solidFill>
              <a:schemeClr val="dk2"/>
            </a:solidFill>
            <a:prstDash val="solid"/>
            <a:round/>
            <a:headEnd type="none" w="med" len="med"/>
            <a:tailEnd type="none" w="med" len="med"/>
          </a:ln>
        </p:spPr>
      </p:cxnSp>
      <p:cxnSp>
        <p:nvCxnSpPr>
          <p:cNvPr id="3271" name="Google Shape;3271;p39">
            <a:extLst>
              <a:ext uri="{FF2B5EF4-FFF2-40B4-BE49-F238E27FC236}">
                <a16:creationId xmlns:a16="http://schemas.microsoft.com/office/drawing/2014/main" id="{66F55A4A-4417-2AC3-90A7-8658AE21BEA3}"/>
              </a:ext>
            </a:extLst>
          </p:cNvPr>
          <p:cNvCxnSpPr>
            <a:stCxn id="3260" idx="2"/>
            <a:endCxn id="3264" idx="0"/>
          </p:cNvCxnSpPr>
          <p:nvPr/>
        </p:nvCxnSpPr>
        <p:spPr>
          <a:xfrm>
            <a:off x="1619325" y="1538100"/>
            <a:ext cx="0" cy="304800"/>
          </a:xfrm>
          <a:prstGeom prst="straightConnector1">
            <a:avLst/>
          </a:prstGeom>
          <a:noFill/>
          <a:ln w="9525" cap="flat" cmpd="sng">
            <a:solidFill>
              <a:schemeClr val="dk2"/>
            </a:solidFill>
            <a:prstDash val="solid"/>
            <a:round/>
            <a:headEnd type="none" w="med" len="med"/>
            <a:tailEnd type="none" w="med" len="med"/>
          </a:ln>
        </p:spPr>
      </p:cxnSp>
      <p:cxnSp>
        <p:nvCxnSpPr>
          <p:cNvPr id="3272" name="Google Shape;3272;p39">
            <a:extLst>
              <a:ext uri="{FF2B5EF4-FFF2-40B4-BE49-F238E27FC236}">
                <a16:creationId xmlns:a16="http://schemas.microsoft.com/office/drawing/2014/main" id="{231ED274-DB24-EE36-E960-1175E871DF9B}"/>
              </a:ext>
            </a:extLst>
          </p:cNvPr>
          <p:cNvCxnSpPr>
            <a:stCxn id="3261" idx="2"/>
            <a:endCxn id="3265" idx="0"/>
          </p:cNvCxnSpPr>
          <p:nvPr/>
        </p:nvCxnSpPr>
        <p:spPr>
          <a:xfrm>
            <a:off x="3583225" y="1538100"/>
            <a:ext cx="0" cy="304800"/>
          </a:xfrm>
          <a:prstGeom prst="straightConnector1">
            <a:avLst/>
          </a:prstGeom>
          <a:noFill/>
          <a:ln w="9525" cap="flat" cmpd="sng">
            <a:solidFill>
              <a:schemeClr val="dk2"/>
            </a:solidFill>
            <a:prstDash val="solid"/>
            <a:round/>
            <a:headEnd type="none" w="med" len="med"/>
            <a:tailEnd type="none" w="med" len="med"/>
          </a:ln>
        </p:spPr>
      </p:cxnSp>
      <p:cxnSp>
        <p:nvCxnSpPr>
          <p:cNvPr id="3273" name="Google Shape;3273;p39">
            <a:extLst>
              <a:ext uri="{FF2B5EF4-FFF2-40B4-BE49-F238E27FC236}">
                <a16:creationId xmlns:a16="http://schemas.microsoft.com/office/drawing/2014/main" id="{8DB79A80-F048-B2D1-51DC-370945234DA0}"/>
              </a:ext>
            </a:extLst>
          </p:cNvPr>
          <p:cNvCxnSpPr>
            <a:stCxn id="3262" idx="2"/>
            <a:endCxn id="3266" idx="0"/>
          </p:cNvCxnSpPr>
          <p:nvPr/>
        </p:nvCxnSpPr>
        <p:spPr>
          <a:xfrm>
            <a:off x="5547125" y="1538100"/>
            <a:ext cx="0" cy="304800"/>
          </a:xfrm>
          <a:prstGeom prst="straightConnector1">
            <a:avLst/>
          </a:prstGeom>
          <a:noFill/>
          <a:ln w="9525" cap="flat" cmpd="sng">
            <a:solidFill>
              <a:schemeClr val="dk2"/>
            </a:solidFill>
            <a:prstDash val="solid"/>
            <a:round/>
            <a:headEnd type="none" w="med" len="med"/>
            <a:tailEnd type="none" w="med" len="med"/>
          </a:ln>
        </p:spPr>
      </p:cxnSp>
      <p:cxnSp>
        <p:nvCxnSpPr>
          <p:cNvPr id="3274" name="Google Shape;3274;p39">
            <a:extLst>
              <a:ext uri="{FF2B5EF4-FFF2-40B4-BE49-F238E27FC236}">
                <a16:creationId xmlns:a16="http://schemas.microsoft.com/office/drawing/2014/main" id="{B0CD4DAD-A26B-3962-675C-0F9DBC6C6556}"/>
              </a:ext>
            </a:extLst>
          </p:cNvPr>
          <p:cNvCxnSpPr>
            <a:stCxn id="3263" idx="2"/>
            <a:endCxn id="3267" idx="0"/>
          </p:cNvCxnSpPr>
          <p:nvPr/>
        </p:nvCxnSpPr>
        <p:spPr>
          <a:xfrm>
            <a:off x="7511025" y="1538100"/>
            <a:ext cx="0" cy="304800"/>
          </a:xfrm>
          <a:prstGeom prst="straightConnector1">
            <a:avLst/>
          </a:prstGeom>
          <a:noFill/>
          <a:ln w="9525" cap="flat" cmpd="sng">
            <a:solidFill>
              <a:schemeClr val="dk2"/>
            </a:solidFill>
            <a:prstDash val="solid"/>
            <a:round/>
            <a:headEnd type="none" w="med" len="med"/>
            <a:tailEnd type="none" w="med" len="med"/>
          </a:ln>
        </p:spPr>
      </p:cxnSp>
      <p:sp>
        <p:nvSpPr>
          <p:cNvPr id="3275" name="Google Shape;3275;p39">
            <a:extLst>
              <a:ext uri="{FF2B5EF4-FFF2-40B4-BE49-F238E27FC236}">
                <a16:creationId xmlns:a16="http://schemas.microsoft.com/office/drawing/2014/main" id="{768199EA-47F7-3293-B6D1-495405CCBA91}"/>
              </a:ext>
            </a:extLst>
          </p:cNvPr>
          <p:cNvSpPr/>
          <p:nvPr/>
        </p:nvSpPr>
        <p:spPr>
          <a:xfrm>
            <a:off x="1531125" y="3196150"/>
            <a:ext cx="1764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dirty="0"/>
          </a:p>
        </p:txBody>
      </p:sp>
      <p:sp>
        <p:nvSpPr>
          <p:cNvPr id="3276" name="Google Shape;3276;p39">
            <a:extLst>
              <a:ext uri="{FF2B5EF4-FFF2-40B4-BE49-F238E27FC236}">
                <a16:creationId xmlns:a16="http://schemas.microsoft.com/office/drawing/2014/main" id="{DA222A05-18CF-B52F-3D67-8756640613FC}"/>
              </a:ext>
            </a:extLst>
          </p:cNvPr>
          <p:cNvSpPr/>
          <p:nvPr/>
        </p:nvSpPr>
        <p:spPr>
          <a:xfrm>
            <a:off x="3495025" y="3196150"/>
            <a:ext cx="1764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dirty="0"/>
          </a:p>
        </p:txBody>
      </p:sp>
      <p:sp>
        <p:nvSpPr>
          <p:cNvPr id="3277" name="Google Shape;3277;p39">
            <a:extLst>
              <a:ext uri="{FF2B5EF4-FFF2-40B4-BE49-F238E27FC236}">
                <a16:creationId xmlns:a16="http://schemas.microsoft.com/office/drawing/2014/main" id="{0B26C716-B382-748E-36CE-2BC7313990E7}"/>
              </a:ext>
            </a:extLst>
          </p:cNvPr>
          <p:cNvSpPr/>
          <p:nvPr/>
        </p:nvSpPr>
        <p:spPr>
          <a:xfrm>
            <a:off x="5458925" y="3196150"/>
            <a:ext cx="1764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dirty="0"/>
          </a:p>
        </p:txBody>
      </p:sp>
      <p:sp>
        <p:nvSpPr>
          <p:cNvPr id="3278" name="Google Shape;3278;p39">
            <a:extLst>
              <a:ext uri="{FF2B5EF4-FFF2-40B4-BE49-F238E27FC236}">
                <a16:creationId xmlns:a16="http://schemas.microsoft.com/office/drawing/2014/main" id="{F67EF73F-84CA-9C93-F895-307130D3A8B1}"/>
              </a:ext>
            </a:extLst>
          </p:cNvPr>
          <p:cNvSpPr/>
          <p:nvPr/>
        </p:nvSpPr>
        <p:spPr>
          <a:xfrm>
            <a:off x="7422825" y="3196150"/>
            <a:ext cx="1764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dirty="0"/>
          </a:p>
        </p:txBody>
      </p:sp>
      <p:sp>
        <p:nvSpPr>
          <p:cNvPr id="3279" name="Google Shape;3279;p39">
            <a:extLst>
              <a:ext uri="{FF2B5EF4-FFF2-40B4-BE49-F238E27FC236}">
                <a16:creationId xmlns:a16="http://schemas.microsoft.com/office/drawing/2014/main" id="{E6C4E2F2-9E51-FBB5-942F-3ACB4E7DA743}"/>
              </a:ext>
            </a:extLst>
          </p:cNvPr>
          <p:cNvSpPr txBox="1"/>
          <p:nvPr/>
        </p:nvSpPr>
        <p:spPr>
          <a:xfrm flipH="1">
            <a:off x="713125" y="3677350"/>
            <a:ext cx="1812300" cy="89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noProof="0" dirty="0">
                <a:solidFill>
                  <a:schemeClr val="accent1"/>
                </a:solidFill>
                <a:latin typeface="Outfit"/>
                <a:ea typeface="Outfit"/>
                <a:cs typeface="Outfit"/>
                <a:sym typeface="Outfit"/>
              </a:rPr>
              <a:t>Feature engineering:</a:t>
            </a:r>
            <a:r>
              <a:rPr lang="en-US" sz="1600" b="1" dirty="0">
                <a:solidFill>
                  <a:schemeClr val="accent1"/>
                </a:solidFill>
                <a:latin typeface="Outfit"/>
                <a:ea typeface="Outfit"/>
                <a:cs typeface="Outfit"/>
                <a:sym typeface="Outfit"/>
              </a:rPr>
              <a:t> Presence features and label</a:t>
            </a:r>
            <a:endParaRPr lang="en-US" sz="1600" b="1" noProof="0" dirty="0">
              <a:solidFill>
                <a:schemeClr val="accent1"/>
              </a:solidFill>
              <a:latin typeface="Outfit"/>
              <a:ea typeface="Outfit"/>
              <a:cs typeface="Outfit"/>
              <a:sym typeface="Outfit"/>
            </a:endParaRPr>
          </a:p>
        </p:txBody>
      </p:sp>
      <p:sp>
        <p:nvSpPr>
          <p:cNvPr id="3280" name="Google Shape;3280;p39">
            <a:extLst>
              <a:ext uri="{FF2B5EF4-FFF2-40B4-BE49-F238E27FC236}">
                <a16:creationId xmlns:a16="http://schemas.microsoft.com/office/drawing/2014/main" id="{8FB1132D-129C-D098-24CC-EC3E8529C77E}"/>
              </a:ext>
            </a:extLst>
          </p:cNvPr>
          <p:cNvSpPr txBox="1"/>
          <p:nvPr/>
        </p:nvSpPr>
        <p:spPr>
          <a:xfrm flipH="1">
            <a:off x="2677025" y="3677350"/>
            <a:ext cx="1812300" cy="89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noProof="0" dirty="0">
                <a:solidFill>
                  <a:schemeClr val="accent1"/>
                </a:solidFill>
                <a:latin typeface="Outfit"/>
                <a:ea typeface="Outfit"/>
                <a:cs typeface="Outfit"/>
                <a:sym typeface="Outfit"/>
              </a:rPr>
              <a:t>Transform to hourly data</a:t>
            </a:r>
          </a:p>
        </p:txBody>
      </p:sp>
      <p:sp>
        <p:nvSpPr>
          <p:cNvPr id="3281" name="Google Shape;3281;p39">
            <a:extLst>
              <a:ext uri="{FF2B5EF4-FFF2-40B4-BE49-F238E27FC236}">
                <a16:creationId xmlns:a16="http://schemas.microsoft.com/office/drawing/2014/main" id="{1BD32030-D700-E667-11E3-7F75D8428290}"/>
              </a:ext>
            </a:extLst>
          </p:cNvPr>
          <p:cNvSpPr txBox="1"/>
          <p:nvPr/>
        </p:nvSpPr>
        <p:spPr>
          <a:xfrm flipH="1">
            <a:off x="4640925" y="3677350"/>
            <a:ext cx="1812300" cy="89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noProof="0" dirty="0">
                <a:solidFill>
                  <a:schemeClr val="accent1"/>
                </a:solidFill>
                <a:latin typeface="Outfit"/>
                <a:ea typeface="Outfit"/>
                <a:cs typeface="Outfit"/>
                <a:sym typeface="Outfit"/>
              </a:rPr>
              <a:t>Test stationarity</a:t>
            </a:r>
          </a:p>
        </p:txBody>
      </p:sp>
      <p:sp>
        <p:nvSpPr>
          <p:cNvPr id="3282" name="Google Shape;3282;p39">
            <a:extLst>
              <a:ext uri="{FF2B5EF4-FFF2-40B4-BE49-F238E27FC236}">
                <a16:creationId xmlns:a16="http://schemas.microsoft.com/office/drawing/2014/main" id="{0498A243-7775-E483-65E7-7031DE66885C}"/>
              </a:ext>
            </a:extLst>
          </p:cNvPr>
          <p:cNvSpPr txBox="1"/>
          <p:nvPr/>
        </p:nvSpPr>
        <p:spPr>
          <a:xfrm flipH="1">
            <a:off x="6604825" y="3677350"/>
            <a:ext cx="1812300" cy="89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dirty="0">
                <a:solidFill>
                  <a:schemeClr val="accent1"/>
                </a:solidFill>
                <a:latin typeface="Outfit"/>
                <a:ea typeface="Outfit"/>
                <a:cs typeface="Outfit"/>
                <a:sym typeface="Outfit"/>
              </a:rPr>
              <a:t>Define Features and Target</a:t>
            </a:r>
            <a:endParaRPr lang="en-US" sz="1600" b="1" noProof="0" dirty="0">
              <a:solidFill>
                <a:schemeClr val="accent1"/>
              </a:solidFill>
              <a:latin typeface="Outfit"/>
              <a:ea typeface="Outfit"/>
              <a:cs typeface="Outfit"/>
              <a:sym typeface="Outfit"/>
            </a:endParaRPr>
          </a:p>
        </p:txBody>
      </p:sp>
      <p:cxnSp>
        <p:nvCxnSpPr>
          <p:cNvPr id="3283" name="Google Shape;3283;p39">
            <a:extLst>
              <a:ext uri="{FF2B5EF4-FFF2-40B4-BE49-F238E27FC236}">
                <a16:creationId xmlns:a16="http://schemas.microsoft.com/office/drawing/2014/main" id="{3421F7A4-BAEF-162F-C5F7-E8118A3FAF04}"/>
              </a:ext>
            </a:extLst>
          </p:cNvPr>
          <p:cNvCxnSpPr>
            <a:stCxn id="3275" idx="3"/>
            <a:endCxn id="3276" idx="1"/>
          </p:cNvCxnSpPr>
          <p:nvPr/>
        </p:nvCxnSpPr>
        <p:spPr>
          <a:xfrm>
            <a:off x="1707525" y="3284350"/>
            <a:ext cx="1787400" cy="0"/>
          </a:xfrm>
          <a:prstGeom prst="straightConnector1">
            <a:avLst/>
          </a:prstGeom>
          <a:noFill/>
          <a:ln w="9525" cap="flat" cmpd="sng">
            <a:solidFill>
              <a:schemeClr val="dk2"/>
            </a:solidFill>
            <a:prstDash val="solid"/>
            <a:round/>
            <a:headEnd type="none" w="med" len="med"/>
            <a:tailEnd type="none" w="med" len="med"/>
          </a:ln>
        </p:spPr>
      </p:cxnSp>
      <p:cxnSp>
        <p:nvCxnSpPr>
          <p:cNvPr id="3284" name="Google Shape;3284;p39">
            <a:extLst>
              <a:ext uri="{FF2B5EF4-FFF2-40B4-BE49-F238E27FC236}">
                <a16:creationId xmlns:a16="http://schemas.microsoft.com/office/drawing/2014/main" id="{02EBF313-2A43-8282-A8F0-415195AE8EA3}"/>
              </a:ext>
            </a:extLst>
          </p:cNvPr>
          <p:cNvCxnSpPr>
            <a:stCxn id="3276" idx="3"/>
            <a:endCxn id="3277" idx="1"/>
          </p:cNvCxnSpPr>
          <p:nvPr/>
        </p:nvCxnSpPr>
        <p:spPr>
          <a:xfrm>
            <a:off x="3671425" y="3284350"/>
            <a:ext cx="1787400" cy="0"/>
          </a:xfrm>
          <a:prstGeom prst="straightConnector1">
            <a:avLst/>
          </a:prstGeom>
          <a:noFill/>
          <a:ln w="9525" cap="flat" cmpd="sng">
            <a:solidFill>
              <a:schemeClr val="dk2"/>
            </a:solidFill>
            <a:prstDash val="solid"/>
            <a:round/>
            <a:headEnd type="none" w="med" len="med"/>
            <a:tailEnd type="none" w="med" len="med"/>
          </a:ln>
        </p:spPr>
      </p:cxnSp>
      <p:cxnSp>
        <p:nvCxnSpPr>
          <p:cNvPr id="3285" name="Google Shape;3285;p39">
            <a:extLst>
              <a:ext uri="{FF2B5EF4-FFF2-40B4-BE49-F238E27FC236}">
                <a16:creationId xmlns:a16="http://schemas.microsoft.com/office/drawing/2014/main" id="{38480C07-559A-07CE-C85B-DDD68ECBF00B}"/>
              </a:ext>
            </a:extLst>
          </p:cNvPr>
          <p:cNvCxnSpPr>
            <a:stCxn id="3277" idx="3"/>
            <a:endCxn id="3278" idx="1"/>
          </p:cNvCxnSpPr>
          <p:nvPr/>
        </p:nvCxnSpPr>
        <p:spPr>
          <a:xfrm>
            <a:off x="5635325" y="3284350"/>
            <a:ext cx="1787400" cy="0"/>
          </a:xfrm>
          <a:prstGeom prst="straightConnector1">
            <a:avLst/>
          </a:prstGeom>
          <a:noFill/>
          <a:ln w="9525" cap="flat" cmpd="sng">
            <a:solidFill>
              <a:schemeClr val="dk2"/>
            </a:solidFill>
            <a:prstDash val="solid"/>
            <a:round/>
            <a:headEnd type="none" w="med" len="med"/>
            <a:tailEnd type="none" w="med" len="med"/>
          </a:ln>
        </p:spPr>
      </p:cxnSp>
      <p:cxnSp>
        <p:nvCxnSpPr>
          <p:cNvPr id="3286" name="Google Shape;3286;p39">
            <a:extLst>
              <a:ext uri="{FF2B5EF4-FFF2-40B4-BE49-F238E27FC236}">
                <a16:creationId xmlns:a16="http://schemas.microsoft.com/office/drawing/2014/main" id="{466CCC00-E303-E0C1-6EF6-01F982BA97F8}"/>
              </a:ext>
            </a:extLst>
          </p:cNvPr>
          <p:cNvCxnSpPr>
            <a:stCxn id="3275" idx="2"/>
            <a:endCxn id="3279" idx="0"/>
          </p:cNvCxnSpPr>
          <p:nvPr/>
        </p:nvCxnSpPr>
        <p:spPr>
          <a:xfrm>
            <a:off x="1619325" y="3372550"/>
            <a:ext cx="0" cy="304800"/>
          </a:xfrm>
          <a:prstGeom prst="straightConnector1">
            <a:avLst/>
          </a:prstGeom>
          <a:noFill/>
          <a:ln w="9525" cap="flat" cmpd="sng">
            <a:solidFill>
              <a:schemeClr val="dk2"/>
            </a:solidFill>
            <a:prstDash val="solid"/>
            <a:round/>
            <a:headEnd type="none" w="med" len="med"/>
            <a:tailEnd type="none" w="med" len="med"/>
          </a:ln>
        </p:spPr>
      </p:cxnSp>
      <p:cxnSp>
        <p:nvCxnSpPr>
          <p:cNvPr id="3287" name="Google Shape;3287;p39">
            <a:extLst>
              <a:ext uri="{FF2B5EF4-FFF2-40B4-BE49-F238E27FC236}">
                <a16:creationId xmlns:a16="http://schemas.microsoft.com/office/drawing/2014/main" id="{5782338A-3A48-EFFA-A078-AD33CEF75053}"/>
              </a:ext>
            </a:extLst>
          </p:cNvPr>
          <p:cNvCxnSpPr>
            <a:stCxn id="3276" idx="2"/>
            <a:endCxn id="3280" idx="0"/>
          </p:cNvCxnSpPr>
          <p:nvPr/>
        </p:nvCxnSpPr>
        <p:spPr>
          <a:xfrm>
            <a:off x="3583225" y="3372550"/>
            <a:ext cx="0" cy="304800"/>
          </a:xfrm>
          <a:prstGeom prst="straightConnector1">
            <a:avLst/>
          </a:prstGeom>
          <a:noFill/>
          <a:ln w="9525" cap="flat" cmpd="sng">
            <a:solidFill>
              <a:schemeClr val="dk2"/>
            </a:solidFill>
            <a:prstDash val="solid"/>
            <a:round/>
            <a:headEnd type="none" w="med" len="med"/>
            <a:tailEnd type="none" w="med" len="med"/>
          </a:ln>
        </p:spPr>
      </p:cxnSp>
      <p:cxnSp>
        <p:nvCxnSpPr>
          <p:cNvPr id="3288" name="Google Shape;3288;p39">
            <a:extLst>
              <a:ext uri="{FF2B5EF4-FFF2-40B4-BE49-F238E27FC236}">
                <a16:creationId xmlns:a16="http://schemas.microsoft.com/office/drawing/2014/main" id="{C3BB456E-8C1D-183D-F3DB-588E7368E1FF}"/>
              </a:ext>
            </a:extLst>
          </p:cNvPr>
          <p:cNvCxnSpPr>
            <a:stCxn id="3277" idx="2"/>
            <a:endCxn id="3281" idx="0"/>
          </p:cNvCxnSpPr>
          <p:nvPr/>
        </p:nvCxnSpPr>
        <p:spPr>
          <a:xfrm>
            <a:off x="5547125" y="3372550"/>
            <a:ext cx="0" cy="304800"/>
          </a:xfrm>
          <a:prstGeom prst="straightConnector1">
            <a:avLst/>
          </a:prstGeom>
          <a:noFill/>
          <a:ln w="9525" cap="flat" cmpd="sng">
            <a:solidFill>
              <a:schemeClr val="dk2"/>
            </a:solidFill>
            <a:prstDash val="solid"/>
            <a:round/>
            <a:headEnd type="none" w="med" len="med"/>
            <a:tailEnd type="none" w="med" len="med"/>
          </a:ln>
        </p:spPr>
      </p:cxnSp>
      <p:cxnSp>
        <p:nvCxnSpPr>
          <p:cNvPr id="3289" name="Google Shape;3289;p39">
            <a:extLst>
              <a:ext uri="{FF2B5EF4-FFF2-40B4-BE49-F238E27FC236}">
                <a16:creationId xmlns:a16="http://schemas.microsoft.com/office/drawing/2014/main" id="{0031428B-BF74-3E29-42C1-1C0198AB4968}"/>
              </a:ext>
            </a:extLst>
          </p:cNvPr>
          <p:cNvCxnSpPr>
            <a:stCxn id="3278" idx="2"/>
            <a:endCxn id="3282" idx="0"/>
          </p:cNvCxnSpPr>
          <p:nvPr/>
        </p:nvCxnSpPr>
        <p:spPr>
          <a:xfrm>
            <a:off x="7511025" y="3372550"/>
            <a:ext cx="0" cy="304800"/>
          </a:xfrm>
          <a:prstGeom prst="straightConnector1">
            <a:avLst/>
          </a:prstGeom>
          <a:noFill/>
          <a:ln w="9525" cap="flat" cmpd="sng">
            <a:solidFill>
              <a:schemeClr val="dk2"/>
            </a:solidFill>
            <a:prstDash val="solid"/>
            <a:round/>
            <a:headEnd type="none" w="med" len="med"/>
            <a:tailEnd type="none" w="med" len="med"/>
          </a:ln>
        </p:spPr>
      </p:cxnSp>
      <p:cxnSp>
        <p:nvCxnSpPr>
          <p:cNvPr id="3290" name="Google Shape;3290;p39">
            <a:extLst>
              <a:ext uri="{FF2B5EF4-FFF2-40B4-BE49-F238E27FC236}">
                <a16:creationId xmlns:a16="http://schemas.microsoft.com/office/drawing/2014/main" id="{915B15B7-5ABA-D8E0-9B58-380563FD8379}"/>
              </a:ext>
            </a:extLst>
          </p:cNvPr>
          <p:cNvCxnSpPr>
            <a:stCxn id="3263" idx="3"/>
            <a:endCxn id="3275" idx="1"/>
          </p:cNvCxnSpPr>
          <p:nvPr/>
        </p:nvCxnSpPr>
        <p:spPr>
          <a:xfrm flipH="1">
            <a:off x="1531125" y="1449900"/>
            <a:ext cx="6068100" cy="1834500"/>
          </a:xfrm>
          <a:prstGeom prst="bentConnector5">
            <a:avLst>
              <a:gd name="adj1" fmla="val -13955"/>
              <a:gd name="adj2" fmla="val 80311"/>
              <a:gd name="adj3" fmla="val 113465"/>
            </a:avLst>
          </a:prstGeom>
          <a:noFill/>
          <a:ln w="952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760885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58">
          <a:extLst>
            <a:ext uri="{FF2B5EF4-FFF2-40B4-BE49-F238E27FC236}">
              <a16:creationId xmlns:a16="http://schemas.microsoft.com/office/drawing/2014/main" id="{2604B65C-A972-7561-B9FE-1B338E3EEC61}"/>
            </a:ext>
          </a:extLst>
        </p:cNvPr>
        <p:cNvGrpSpPr/>
        <p:nvPr/>
      </p:nvGrpSpPr>
      <p:grpSpPr>
        <a:xfrm>
          <a:off x="0" y="0"/>
          <a:ext cx="0" cy="0"/>
          <a:chOff x="0" y="0"/>
          <a:chExt cx="0" cy="0"/>
        </a:xfrm>
      </p:grpSpPr>
      <p:sp>
        <p:nvSpPr>
          <p:cNvPr id="3259" name="Google Shape;3259;p39">
            <a:extLst>
              <a:ext uri="{FF2B5EF4-FFF2-40B4-BE49-F238E27FC236}">
                <a16:creationId xmlns:a16="http://schemas.microsoft.com/office/drawing/2014/main" id="{240106F5-67D1-B02B-F6F5-1F06BC97996E}"/>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noProof="0" dirty="0"/>
              <a:t>Room occupation prediction training</a:t>
            </a:r>
          </a:p>
        </p:txBody>
      </p:sp>
      <p:sp>
        <p:nvSpPr>
          <p:cNvPr id="3260" name="Google Shape;3260;p39">
            <a:extLst>
              <a:ext uri="{FF2B5EF4-FFF2-40B4-BE49-F238E27FC236}">
                <a16:creationId xmlns:a16="http://schemas.microsoft.com/office/drawing/2014/main" id="{3A55E746-BD27-B674-D5A6-6E76F450EF0B}"/>
              </a:ext>
            </a:extLst>
          </p:cNvPr>
          <p:cNvSpPr/>
          <p:nvPr/>
        </p:nvSpPr>
        <p:spPr>
          <a:xfrm>
            <a:off x="2431700" y="1253912"/>
            <a:ext cx="1764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dirty="0"/>
          </a:p>
        </p:txBody>
      </p:sp>
      <p:sp>
        <p:nvSpPr>
          <p:cNvPr id="3261" name="Google Shape;3261;p39">
            <a:extLst>
              <a:ext uri="{FF2B5EF4-FFF2-40B4-BE49-F238E27FC236}">
                <a16:creationId xmlns:a16="http://schemas.microsoft.com/office/drawing/2014/main" id="{D4D7B8E6-EBEA-3EB9-E543-95B3E3517660}"/>
              </a:ext>
            </a:extLst>
          </p:cNvPr>
          <p:cNvSpPr/>
          <p:nvPr/>
        </p:nvSpPr>
        <p:spPr>
          <a:xfrm>
            <a:off x="4395600" y="1253912"/>
            <a:ext cx="1764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dirty="0"/>
          </a:p>
        </p:txBody>
      </p:sp>
      <p:sp>
        <p:nvSpPr>
          <p:cNvPr id="3262" name="Google Shape;3262;p39">
            <a:extLst>
              <a:ext uri="{FF2B5EF4-FFF2-40B4-BE49-F238E27FC236}">
                <a16:creationId xmlns:a16="http://schemas.microsoft.com/office/drawing/2014/main" id="{C49ACE30-D94C-916F-B282-64F4E782C7C2}"/>
              </a:ext>
            </a:extLst>
          </p:cNvPr>
          <p:cNvSpPr/>
          <p:nvPr/>
        </p:nvSpPr>
        <p:spPr>
          <a:xfrm>
            <a:off x="6359500" y="1253912"/>
            <a:ext cx="1764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n-US" noProof="0" dirty="0"/>
          </a:p>
        </p:txBody>
      </p:sp>
      <p:sp>
        <p:nvSpPr>
          <p:cNvPr id="3264" name="Google Shape;3264;p39">
            <a:extLst>
              <a:ext uri="{FF2B5EF4-FFF2-40B4-BE49-F238E27FC236}">
                <a16:creationId xmlns:a16="http://schemas.microsoft.com/office/drawing/2014/main" id="{D69B6D75-762C-0F3E-4BC0-8B19C188FCAD}"/>
              </a:ext>
            </a:extLst>
          </p:cNvPr>
          <p:cNvSpPr txBox="1"/>
          <p:nvPr/>
        </p:nvSpPr>
        <p:spPr>
          <a:xfrm flipH="1">
            <a:off x="1613750" y="1885338"/>
            <a:ext cx="1812300" cy="89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dirty="0">
                <a:solidFill>
                  <a:schemeClr val="accent1"/>
                </a:solidFill>
                <a:latin typeface="Outfit"/>
                <a:ea typeface="Outfit"/>
                <a:cs typeface="Outfit"/>
                <a:sym typeface="Outfit"/>
              </a:rPr>
              <a:t>Train-Test split</a:t>
            </a:r>
          </a:p>
        </p:txBody>
      </p:sp>
      <p:sp>
        <p:nvSpPr>
          <p:cNvPr id="3265" name="Google Shape;3265;p39">
            <a:extLst>
              <a:ext uri="{FF2B5EF4-FFF2-40B4-BE49-F238E27FC236}">
                <a16:creationId xmlns:a16="http://schemas.microsoft.com/office/drawing/2014/main" id="{99AB8A25-F5E6-8B10-59E3-667BDFCF6F90}"/>
              </a:ext>
            </a:extLst>
          </p:cNvPr>
          <p:cNvSpPr txBox="1"/>
          <p:nvPr/>
        </p:nvSpPr>
        <p:spPr>
          <a:xfrm flipH="1">
            <a:off x="3577650" y="1854364"/>
            <a:ext cx="1812300" cy="89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dirty="0">
                <a:solidFill>
                  <a:schemeClr val="accent1"/>
                </a:solidFill>
                <a:latin typeface="Outfit"/>
                <a:ea typeface="Outfit"/>
                <a:cs typeface="Outfit"/>
                <a:sym typeface="Outfit"/>
              </a:rPr>
              <a:t>Train and Evaluate models</a:t>
            </a:r>
          </a:p>
        </p:txBody>
      </p:sp>
      <p:sp>
        <p:nvSpPr>
          <p:cNvPr id="3266" name="Google Shape;3266;p39">
            <a:extLst>
              <a:ext uri="{FF2B5EF4-FFF2-40B4-BE49-F238E27FC236}">
                <a16:creationId xmlns:a16="http://schemas.microsoft.com/office/drawing/2014/main" id="{BFF84935-63B5-55F9-5582-F70C2B9F2522}"/>
              </a:ext>
            </a:extLst>
          </p:cNvPr>
          <p:cNvSpPr txBox="1"/>
          <p:nvPr/>
        </p:nvSpPr>
        <p:spPr>
          <a:xfrm flipH="1">
            <a:off x="5541550" y="1842900"/>
            <a:ext cx="1812300" cy="89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b="1" noProof="0" dirty="0">
                <a:solidFill>
                  <a:schemeClr val="accent1"/>
                </a:solidFill>
                <a:latin typeface="Outfit"/>
                <a:ea typeface="Outfit"/>
                <a:cs typeface="Outfit"/>
                <a:sym typeface="Outfit"/>
              </a:rPr>
              <a:t>Dump the models chosen</a:t>
            </a:r>
          </a:p>
        </p:txBody>
      </p:sp>
      <p:cxnSp>
        <p:nvCxnSpPr>
          <p:cNvPr id="3268" name="Google Shape;3268;p39">
            <a:extLst>
              <a:ext uri="{FF2B5EF4-FFF2-40B4-BE49-F238E27FC236}">
                <a16:creationId xmlns:a16="http://schemas.microsoft.com/office/drawing/2014/main" id="{3BD85AC1-B261-8F7D-976B-1436D791DDB6}"/>
              </a:ext>
            </a:extLst>
          </p:cNvPr>
          <p:cNvCxnSpPr>
            <a:stCxn id="3260" idx="3"/>
            <a:endCxn id="3261" idx="1"/>
          </p:cNvCxnSpPr>
          <p:nvPr/>
        </p:nvCxnSpPr>
        <p:spPr>
          <a:xfrm>
            <a:off x="2608100" y="1342112"/>
            <a:ext cx="1787400" cy="0"/>
          </a:xfrm>
          <a:prstGeom prst="straightConnector1">
            <a:avLst/>
          </a:prstGeom>
          <a:noFill/>
          <a:ln w="9525" cap="flat" cmpd="sng">
            <a:solidFill>
              <a:schemeClr val="dk2"/>
            </a:solidFill>
            <a:prstDash val="solid"/>
            <a:round/>
            <a:headEnd type="none" w="med" len="med"/>
            <a:tailEnd type="none" w="med" len="med"/>
          </a:ln>
        </p:spPr>
      </p:cxnSp>
      <p:cxnSp>
        <p:nvCxnSpPr>
          <p:cNvPr id="3269" name="Google Shape;3269;p39">
            <a:extLst>
              <a:ext uri="{FF2B5EF4-FFF2-40B4-BE49-F238E27FC236}">
                <a16:creationId xmlns:a16="http://schemas.microsoft.com/office/drawing/2014/main" id="{4809C7F2-E61E-9897-7998-060B79DA36D6}"/>
              </a:ext>
            </a:extLst>
          </p:cNvPr>
          <p:cNvCxnSpPr>
            <a:stCxn id="3261" idx="3"/>
            <a:endCxn id="3262" idx="1"/>
          </p:cNvCxnSpPr>
          <p:nvPr/>
        </p:nvCxnSpPr>
        <p:spPr>
          <a:xfrm>
            <a:off x="4572000" y="1342112"/>
            <a:ext cx="1787400" cy="0"/>
          </a:xfrm>
          <a:prstGeom prst="straightConnector1">
            <a:avLst/>
          </a:prstGeom>
          <a:noFill/>
          <a:ln w="9525" cap="flat" cmpd="sng">
            <a:solidFill>
              <a:schemeClr val="dk2"/>
            </a:solidFill>
            <a:prstDash val="solid"/>
            <a:round/>
            <a:headEnd type="none" w="med" len="med"/>
            <a:tailEnd type="none" w="med" len="med"/>
          </a:ln>
        </p:spPr>
      </p:cxnSp>
      <p:cxnSp>
        <p:nvCxnSpPr>
          <p:cNvPr id="3271" name="Google Shape;3271;p39">
            <a:extLst>
              <a:ext uri="{FF2B5EF4-FFF2-40B4-BE49-F238E27FC236}">
                <a16:creationId xmlns:a16="http://schemas.microsoft.com/office/drawing/2014/main" id="{5FE56074-20A8-535E-4797-C81B61BC8163}"/>
              </a:ext>
            </a:extLst>
          </p:cNvPr>
          <p:cNvCxnSpPr>
            <a:cxnSpLocks/>
            <a:stCxn id="3260" idx="2"/>
          </p:cNvCxnSpPr>
          <p:nvPr/>
        </p:nvCxnSpPr>
        <p:spPr>
          <a:xfrm>
            <a:off x="2519900" y="1430312"/>
            <a:ext cx="0" cy="304800"/>
          </a:xfrm>
          <a:prstGeom prst="straightConnector1">
            <a:avLst/>
          </a:prstGeom>
          <a:noFill/>
          <a:ln w="9525" cap="flat" cmpd="sng">
            <a:solidFill>
              <a:schemeClr val="dk2"/>
            </a:solidFill>
            <a:prstDash val="solid"/>
            <a:round/>
            <a:headEnd type="none" w="med" len="med"/>
            <a:tailEnd type="none" w="med" len="med"/>
          </a:ln>
        </p:spPr>
      </p:cxnSp>
      <p:cxnSp>
        <p:nvCxnSpPr>
          <p:cNvPr id="3272" name="Google Shape;3272;p39">
            <a:extLst>
              <a:ext uri="{FF2B5EF4-FFF2-40B4-BE49-F238E27FC236}">
                <a16:creationId xmlns:a16="http://schemas.microsoft.com/office/drawing/2014/main" id="{D978D9CE-6AA2-863C-13A0-89773CBD4563}"/>
              </a:ext>
            </a:extLst>
          </p:cNvPr>
          <p:cNvCxnSpPr>
            <a:cxnSpLocks/>
            <a:stCxn id="3261" idx="2"/>
          </p:cNvCxnSpPr>
          <p:nvPr/>
        </p:nvCxnSpPr>
        <p:spPr>
          <a:xfrm>
            <a:off x="4483800" y="1430312"/>
            <a:ext cx="0" cy="304800"/>
          </a:xfrm>
          <a:prstGeom prst="straightConnector1">
            <a:avLst/>
          </a:prstGeom>
          <a:noFill/>
          <a:ln w="9525" cap="flat" cmpd="sng">
            <a:solidFill>
              <a:schemeClr val="dk2"/>
            </a:solidFill>
            <a:prstDash val="solid"/>
            <a:round/>
            <a:headEnd type="none" w="med" len="med"/>
            <a:tailEnd type="none" w="med" len="med"/>
          </a:ln>
        </p:spPr>
      </p:cxnSp>
      <p:cxnSp>
        <p:nvCxnSpPr>
          <p:cNvPr id="3273" name="Google Shape;3273;p39">
            <a:extLst>
              <a:ext uri="{FF2B5EF4-FFF2-40B4-BE49-F238E27FC236}">
                <a16:creationId xmlns:a16="http://schemas.microsoft.com/office/drawing/2014/main" id="{22276F49-FA70-3432-378F-920A3AB0724D}"/>
              </a:ext>
            </a:extLst>
          </p:cNvPr>
          <p:cNvCxnSpPr>
            <a:cxnSpLocks/>
            <a:stCxn id="3262" idx="2"/>
          </p:cNvCxnSpPr>
          <p:nvPr/>
        </p:nvCxnSpPr>
        <p:spPr>
          <a:xfrm>
            <a:off x="6447700" y="1430312"/>
            <a:ext cx="0" cy="304800"/>
          </a:xfrm>
          <a:prstGeom prst="straightConnector1">
            <a:avLst/>
          </a:prstGeom>
          <a:noFill/>
          <a:ln w="9525" cap="flat" cmpd="sng">
            <a:solidFill>
              <a:schemeClr val="dk2"/>
            </a:solidFill>
            <a:prstDash val="solid"/>
            <a:round/>
            <a:headEnd type="none" w="med" len="med"/>
            <a:tailEnd type="none" w="med" len="med"/>
          </a:ln>
        </p:spPr>
      </p:cxnSp>
      <p:pic>
        <p:nvPicPr>
          <p:cNvPr id="3" name="Image 2">
            <a:extLst>
              <a:ext uri="{FF2B5EF4-FFF2-40B4-BE49-F238E27FC236}">
                <a16:creationId xmlns:a16="http://schemas.microsoft.com/office/drawing/2014/main" id="{107019D6-F546-ECA1-C953-3F9C6717F8CA}"/>
              </a:ext>
            </a:extLst>
          </p:cNvPr>
          <p:cNvPicPr>
            <a:picLocks noChangeAspect="1"/>
          </p:cNvPicPr>
          <p:nvPr/>
        </p:nvPicPr>
        <p:blipFill>
          <a:blip r:embed="rId3"/>
          <a:stretch>
            <a:fillRect/>
          </a:stretch>
        </p:blipFill>
        <p:spPr>
          <a:xfrm>
            <a:off x="1414313" y="2510026"/>
            <a:ext cx="6453224" cy="2549102"/>
          </a:xfrm>
          <a:prstGeom prst="rect">
            <a:avLst/>
          </a:prstGeom>
        </p:spPr>
      </p:pic>
    </p:spTree>
    <p:extLst>
      <p:ext uri="{BB962C8B-B14F-4D97-AF65-F5344CB8AC3E}">
        <p14:creationId xmlns:p14="http://schemas.microsoft.com/office/powerpoint/2010/main" val="33382034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91">
          <a:extLst>
            <a:ext uri="{FF2B5EF4-FFF2-40B4-BE49-F238E27FC236}">
              <a16:creationId xmlns:a16="http://schemas.microsoft.com/office/drawing/2014/main" id="{20FD79DB-069F-A83E-60A8-657861206058}"/>
            </a:ext>
          </a:extLst>
        </p:cNvPr>
        <p:cNvGrpSpPr/>
        <p:nvPr/>
      </p:nvGrpSpPr>
      <p:grpSpPr>
        <a:xfrm>
          <a:off x="0" y="0"/>
          <a:ext cx="0" cy="0"/>
          <a:chOff x="0" y="0"/>
          <a:chExt cx="0" cy="0"/>
        </a:xfrm>
      </p:grpSpPr>
      <p:sp>
        <p:nvSpPr>
          <p:cNvPr id="2692" name="Google Shape;2692;p31">
            <a:extLst>
              <a:ext uri="{FF2B5EF4-FFF2-40B4-BE49-F238E27FC236}">
                <a16:creationId xmlns:a16="http://schemas.microsoft.com/office/drawing/2014/main" id="{43B608EB-E176-E1C8-3465-5F454CE9B339}"/>
              </a:ext>
            </a:extLst>
          </p:cNvPr>
          <p:cNvSpPr txBox="1">
            <a:spLocks noGrp="1"/>
          </p:cNvSpPr>
          <p:nvPr>
            <p:ph type="title"/>
          </p:nvPr>
        </p:nvSpPr>
        <p:spPr>
          <a:xfrm>
            <a:off x="713225" y="2121000"/>
            <a:ext cx="7717500" cy="1511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noProof="0" dirty="0"/>
              <a:t>Automatization</a:t>
            </a:r>
          </a:p>
        </p:txBody>
      </p:sp>
      <p:sp>
        <p:nvSpPr>
          <p:cNvPr id="2694" name="Google Shape;2694;p31">
            <a:extLst>
              <a:ext uri="{FF2B5EF4-FFF2-40B4-BE49-F238E27FC236}">
                <a16:creationId xmlns:a16="http://schemas.microsoft.com/office/drawing/2014/main" id="{64D144AC-BFC0-B340-31C6-92688D03793F}"/>
              </a:ext>
            </a:extLst>
          </p:cNvPr>
          <p:cNvSpPr txBox="1">
            <a:spLocks noGrp="1"/>
          </p:cNvSpPr>
          <p:nvPr>
            <p:ph type="title" idx="2"/>
          </p:nvPr>
        </p:nvSpPr>
        <p:spPr>
          <a:xfrm>
            <a:off x="3574350" y="539500"/>
            <a:ext cx="1652100" cy="166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noProof="0" dirty="0"/>
              <a:t>05</a:t>
            </a:r>
          </a:p>
        </p:txBody>
      </p:sp>
      <p:grpSp>
        <p:nvGrpSpPr>
          <p:cNvPr id="2695" name="Google Shape;2695;p31">
            <a:extLst>
              <a:ext uri="{FF2B5EF4-FFF2-40B4-BE49-F238E27FC236}">
                <a16:creationId xmlns:a16="http://schemas.microsoft.com/office/drawing/2014/main" id="{2828F29C-6AAA-F435-DF6B-8397C1D28450}"/>
              </a:ext>
            </a:extLst>
          </p:cNvPr>
          <p:cNvGrpSpPr/>
          <p:nvPr/>
        </p:nvGrpSpPr>
        <p:grpSpPr>
          <a:xfrm>
            <a:off x="3333124" y="539512"/>
            <a:ext cx="397957" cy="491303"/>
            <a:chOff x="4986000" y="2166120"/>
            <a:chExt cx="388440" cy="1402920"/>
          </a:xfrm>
        </p:grpSpPr>
        <p:sp>
          <p:nvSpPr>
            <p:cNvPr id="2696" name="Google Shape;2696;p31">
              <a:extLst>
                <a:ext uri="{FF2B5EF4-FFF2-40B4-BE49-F238E27FC236}">
                  <a16:creationId xmlns:a16="http://schemas.microsoft.com/office/drawing/2014/main" id="{1EC74356-D3D2-4703-0F63-FD06A5E165E4}"/>
                </a:ext>
              </a:extLst>
            </p:cNvPr>
            <p:cNvSpPr/>
            <p:nvPr/>
          </p:nvSpPr>
          <p:spPr>
            <a:xfrm>
              <a:off x="5135040" y="2166120"/>
              <a:ext cx="90360" cy="1294200"/>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97" name="Google Shape;2697;p31">
              <a:extLst>
                <a:ext uri="{FF2B5EF4-FFF2-40B4-BE49-F238E27FC236}">
                  <a16:creationId xmlns:a16="http://schemas.microsoft.com/office/drawing/2014/main" id="{B9C658F5-13C7-3AE9-5A96-218D087112B3}"/>
                </a:ext>
              </a:extLst>
            </p:cNvPr>
            <p:cNvSpPr/>
            <p:nvPr/>
          </p:nvSpPr>
          <p:spPr>
            <a:xfrm>
              <a:off x="4986000" y="2166120"/>
              <a:ext cx="90360" cy="792720"/>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98" name="Google Shape;2698;p31">
              <a:extLst>
                <a:ext uri="{FF2B5EF4-FFF2-40B4-BE49-F238E27FC236}">
                  <a16:creationId xmlns:a16="http://schemas.microsoft.com/office/drawing/2014/main" id="{923F0309-AD5D-6A40-E1C5-B467CDAF0455}"/>
                </a:ext>
              </a:extLst>
            </p:cNvPr>
            <p:cNvSpPr/>
            <p:nvPr/>
          </p:nvSpPr>
          <p:spPr>
            <a:xfrm>
              <a:off x="5284440" y="3460320"/>
              <a:ext cx="90000" cy="108720"/>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grpSp>
      <p:grpSp>
        <p:nvGrpSpPr>
          <p:cNvPr id="2699" name="Google Shape;2699;p31">
            <a:extLst>
              <a:ext uri="{FF2B5EF4-FFF2-40B4-BE49-F238E27FC236}">
                <a16:creationId xmlns:a16="http://schemas.microsoft.com/office/drawing/2014/main" id="{29D0A02A-A6DB-B7DD-2890-D765D8657E32}"/>
              </a:ext>
            </a:extLst>
          </p:cNvPr>
          <p:cNvGrpSpPr/>
          <p:nvPr/>
        </p:nvGrpSpPr>
        <p:grpSpPr>
          <a:xfrm>
            <a:off x="4984310" y="1974862"/>
            <a:ext cx="398326" cy="280942"/>
            <a:chOff x="6180480" y="1249200"/>
            <a:chExt cx="388800" cy="552600"/>
          </a:xfrm>
        </p:grpSpPr>
        <p:sp>
          <p:nvSpPr>
            <p:cNvPr id="2700" name="Google Shape;2700;p31">
              <a:extLst>
                <a:ext uri="{FF2B5EF4-FFF2-40B4-BE49-F238E27FC236}">
                  <a16:creationId xmlns:a16="http://schemas.microsoft.com/office/drawing/2014/main" id="{A0DE4FD4-812F-45C2-687C-89A4648A0B9B}"/>
                </a:ext>
              </a:extLst>
            </p:cNvPr>
            <p:cNvSpPr/>
            <p:nvPr/>
          </p:nvSpPr>
          <p:spPr>
            <a:xfrm>
              <a:off x="6479280" y="1249200"/>
              <a:ext cx="90000" cy="173520"/>
            </a:xfrm>
            <a:custGeom>
              <a:avLst/>
              <a:gdLst/>
              <a:ahLst/>
              <a:cxnLst/>
              <a:rect l="l" t="t" r="r" b="b"/>
              <a:pathLst>
                <a:path w="250" h="482" extrusionOk="0">
                  <a:moveTo>
                    <a:pt x="0" y="0"/>
                  </a:moveTo>
                  <a:lnTo>
                    <a:pt x="250" y="0"/>
                  </a:lnTo>
                  <a:lnTo>
                    <a:pt x="250" y="482"/>
                  </a:lnTo>
                  <a:lnTo>
                    <a:pt x="0" y="48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701" name="Google Shape;2701;p31">
              <a:extLst>
                <a:ext uri="{FF2B5EF4-FFF2-40B4-BE49-F238E27FC236}">
                  <a16:creationId xmlns:a16="http://schemas.microsoft.com/office/drawing/2014/main" id="{C81AE72C-F1AD-0044-6C10-295CAE20C41C}"/>
                </a:ext>
              </a:extLst>
            </p:cNvPr>
            <p:cNvSpPr/>
            <p:nvPr/>
          </p:nvSpPr>
          <p:spPr>
            <a:xfrm>
              <a:off x="6329880" y="1249200"/>
              <a:ext cx="90000" cy="443880"/>
            </a:xfrm>
            <a:custGeom>
              <a:avLst/>
              <a:gdLst/>
              <a:ahLst/>
              <a:cxnLst/>
              <a:rect l="l" t="t" r="r" b="b"/>
              <a:pathLst>
                <a:path w="250" h="1233" extrusionOk="0">
                  <a:moveTo>
                    <a:pt x="0" y="0"/>
                  </a:moveTo>
                  <a:lnTo>
                    <a:pt x="250" y="0"/>
                  </a:lnTo>
                  <a:lnTo>
                    <a:pt x="250" y="1233"/>
                  </a:lnTo>
                  <a:lnTo>
                    <a:pt x="0" y="123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702" name="Google Shape;2702;p31">
              <a:extLst>
                <a:ext uri="{FF2B5EF4-FFF2-40B4-BE49-F238E27FC236}">
                  <a16:creationId xmlns:a16="http://schemas.microsoft.com/office/drawing/2014/main" id="{2BB26072-3C47-A00B-4545-B0D514B1401B}"/>
                </a:ext>
              </a:extLst>
            </p:cNvPr>
            <p:cNvSpPr/>
            <p:nvPr/>
          </p:nvSpPr>
          <p:spPr>
            <a:xfrm>
              <a:off x="6180480" y="1693080"/>
              <a:ext cx="90360" cy="108720"/>
            </a:xfrm>
            <a:custGeom>
              <a:avLst/>
              <a:gdLst/>
              <a:ahLst/>
              <a:cxnLst/>
              <a:rect l="l" t="t" r="r" b="b"/>
              <a:pathLst>
                <a:path w="251" h="302" extrusionOk="0">
                  <a:moveTo>
                    <a:pt x="0" y="0"/>
                  </a:moveTo>
                  <a:lnTo>
                    <a:pt x="251" y="0"/>
                  </a:lnTo>
                  <a:lnTo>
                    <a:pt x="251"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54077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49">
          <a:extLst>
            <a:ext uri="{FF2B5EF4-FFF2-40B4-BE49-F238E27FC236}">
              <a16:creationId xmlns:a16="http://schemas.microsoft.com/office/drawing/2014/main" id="{420D715E-7701-C7C0-D2EC-EDD9DB856E9C}"/>
            </a:ext>
          </a:extLst>
        </p:cNvPr>
        <p:cNvGrpSpPr/>
        <p:nvPr/>
      </p:nvGrpSpPr>
      <p:grpSpPr>
        <a:xfrm>
          <a:off x="0" y="0"/>
          <a:ext cx="0" cy="0"/>
          <a:chOff x="0" y="0"/>
          <a:chExt cx="0" cy="0"/>
        </a:xfrm>
      </p:grpSpPr>
      <p:sp>
        <p:nvSpPr>
          <p:cNvPr id="3350" name="Google Shape;3350;p44">
            <a:extLst>
              <a:ext uri="{FF2B5EF4-FFF2-40B4-BE49-F238E27FC236}">
                <a16:creationId xmlns:a16="http://schemas.microsoft.com/office/drawing/2014/main" id="{6309BA1E-0485-E778-537B-0956FCCB8EE8}"/>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noProof="0" dirty="0"/>
              <a:t>Windows Task Scheduler</a:t>
            </a:r>
          </a:p>
        </p:txBody>
      </p:sp>
      <p:sp>
        <p:nvSpPr>
          <p:cNvPr id="3351" name="Google Shape;3351;p44">
            <a:extLst>
              <a:ext uri="{FF2B5EF4-FFF2-40B4-BE49-F238E27FC236}">
                <a16:creationId xmlns:a16="http://schemas.microsoft.com/office/drawing/2014/main" id="{7A2E8C4F-9A77-0B45-3857-AC72A9C5C706}"/>
              </a:ext>
            </a:extLst>
          </p:cNvPr>
          <p:cNvSpPr txBox="1"/>
          <p:nvPr/>
        </p:nvSpPr>
        <p:spPr>
          <a:xfrm>
            <a:off x="726375" y="1128125"/>
            <a:ext cx="7704000" cy="906600"/>
          </a:xfrm>
          <a:prstGeom prst="rect">
            <a:avLst/>
          </a:prstGeom>
          <a:noFill/>
          <a:ln>
            <a:noFill/>
          </a:ln>
        </p:spPr>
        <p:txBody>
          <a:bodyPr spcFirstLastPara="1" wrap="square" lIns="91425" tIns="91425" rIns="91425" bIns="91425" anchor="t" anchorCtr="0">
            <a:noAutofit/>
          </a:bodyPr>
          <a:lstStyle/>
          <a:p>
            <a:pPr algn="just">
              <a:lnSpc>
                <a:spcPct val="107000"/>
              </a:lnSpc>
              <a:spcAft>
                <a:spcPts val="800"/>
              </a:spcAft>
            </a:pPr>
            <a:r>
              <a:rPr lang="en-US" dirty="0">
                <a:solidFill>
                  <a:schemeClr val="bg2"/>
                </a:solidFill>
                <a:effectLst/>
                <a:latin typeface="Lato" panose="020F0502020204030203" pitchFamily="34" charset="0"/>
                <a:ea typeface="Lato" panose="020F0502020204030203" pitchFamily="34" charset="0"/>
                <a:cs typeface="Lato" panose="020F0502020204030203" pitchFamily="34" charset="0"/>
              </a:rPr>
              <a:t>The data pipeline's operational reliability is done through tasks automation implemented using Windows Task Scheduler. This automation orchestrates the entire data flow across all layers, from initial data collection to predictive analytics and database loading.</a:t>
            </a:r>
            <a:endParaRPr lang="fr-CH" dirty="0">
              <a:solidFill>
                <a:schemeClr val="bg2"/>
              </a:solidFill>
              <a:effectLst/>
              <a:latin typeface="Lato" panose="020F0502020204030203" pitchFamily="34" charset="0"/>
              <a:ea typeface="Lato" panose="020F0502020204030203" pitchFamily="34" charset="0"/>
              <a:cs typeface="Lato" panose="020F0502020204030203" pitchFamily="34" charset="0"/>
            </a:endParaRPr>
          </a:p>
        </p:txBody>
      </p:sp>
      <p:sp>
        <p:nvSpPr>
          <p:cNvPr id="3352" name="Google Shape;3352;p44">
            <a:extLst>
              <a:ext uri="{FF2B5EF4-FFF2-40B4-BE49-F238E27FC236}">
                <a16:creationId xmlns:a16="http://schemas.microsoft.com/office/drawing/2014/main" id="{0E67B327-A6DA-F21F-6CC8-02B60C2E0A20}"/>
              </a:ext>
            </a:extLst>
          </p:cNvPr>
          <p:cNvSpPr txBox="1"/>
          <p:nvPr/>
        </p:nvSpPr>
        <p:spPr>
          <a:xfrm>
            <a:off x="726375" y="1953725"/>
            <a:ext cx="7704000" cy="460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600" noProof="0" dirty="0">
                <a:solidFill>
                  <a:schemeClr val="accent1"/>
                </a:solidFill>
                <a:latin typeface="Outfit ExtraBold"/>
                <a:ea typeface="Outfit ExtraBold"/>
                <a:cs typeface="Outfit ExtraBold"/>
                <a:sym typeface="Outfit ExtraBold"/>
              </a:rPr>
              <a:t>Configuration</a:t>
            </a:r>
          </a:p>
        </p:txBody>
      </p:sp>
      <p:sp>
        <p:nvSpPr>
          <p:cNvPr id="3353" name="Google Shape;3353;p44">
            <a:extLst>
              <a:ext uri="{FF2B5EF4-FFF2-40B4-BE49-F238E27FC236}">
                <a16:creationId xmlns:a16="http://schemas.microsoft.com/office/drawing/2014/main" id="{5660409F-A7B6-67FB-AEEC-A49F17719481}"/>
              </a:ext>
            </a:extLst>
          </p:cNvPr>
          <p:cNvSpPr txBox="1"/>
          <p:nvPr/>
        </p:nvSpPr>
        <p:spPr>
          <a:xfrm>
            <a:off x="726375" y="2184124"/>
            <a:ext cx="7704000" cy="2654575"/>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500"/>
              </a:spcBef>
              <a:spcAft>
                <a:spcPts val="0"/>
              </a:spcAft>
              <a:buClr>
                <a:schemeClr val="dk2"/>
              </a:buClr>
              <a:buSzPts val="1400"/>
              <a:buFont typeface="Lato"/>
              <a:buChar char="➔"/>
            </a:pPr>
            <a:r>
              <a:rPr lang="en-US" b="1" noProof="0" dirty="0">
                <a:solidFill>
                  <a:schemeClr val="dk2"/>
                </a:solidFill>
                <a:latin typeface="Lato"/>
                <a:ea typeface="Lato"/>
                <a:cs typeface="Lato"/>
                <a:sym typeface="Lato"/>
              </a:rPr>
              <a:t>Data acquisition:</a:t>
            </a:r>
            <a:r>
              <a:rPr lang="en-US" noProof="0" dirty="0">
                <a:solidFill>
                  <a:schemeClr val="dk2"/>
                </a:solidFill>
                <a:latin typeface="Lato"/>
                <a:ea typeface="Lato"/>
                <a:cs typeface="Lato"/>
                <a:sym typeface="Lato"/>
              </a:rPr>
              <a:t> </a:t>
            </a:r>
            <a:r>
              <a:rPr lang="en-US" dirty="0">
                <a:solidFill>
                  <a:schemeClr val="bg2"/>
                </a:solidFill>
                <a:latin typeface="Lato" panose="020F0502020204030203" pitchFamily="34" charset="0"/>
                <a:ea typeface="Lato" panose="020F0502020204030203" pitchFamily="34" charset="0"/>
                <a:cs typeface="Lato" panose="020F0502020204030203" pitchFamily="34" charset="0"/>
              </a:rPr>
              <a:t>Sensors data at 6:01 AM (1-minute repeat), Weather data at 6:01 AM (3-hour repeat)</a:t>
            </a:r>
            <a:endParaRPr lang="en-US" noProof="0" dirty="0">
              <a:solidFill>
                <a:schemeClr val="bg2"/>
              </a:solidFill>
              <a:latin typeface="Lato" panose="020F0502020204030203" pitchFamily="34" charset="0"/>
              <a:ea typeface="Lato" panose="020F0502020204030203" pitchFamily="34" charset="0"/>
              <a:cs typeface="Lato" panose="020F0502020204030203" pitchFamily="34" charset="0"/>
              <a:sym typeface="Lato"/>
            </a:endParaRPr>
          </a:p>
          <a:p>
            <a:pPr marL="457200" lvl="0" indent="-317500" algn="l" rtl="0">
              <a:lnSpc>
                <a:spcPct val="115000"/>
              </a:lnSpc>
              <a:spcBef>
                <a:spcPts val="0"/>
              </a:spcBef>
              <a:spcAft>
                <a:spcPts val="0"/>
              </a:spcAft>
              <a:buClr>
                <a:schemeClr val="dk2"/>
              </a:buClr>
              <a:buSzPts val="1400"/>
              <a:buFont typeface="Lato"/>
              <a:buChar char="➔"/>
            </a:pPr>
            <a:r>
              <a:rPr lang="en-US" b="1" noProof="0" dirty="0">
                <a:solidFill>
                  <a:schemeClr val="dk2"/>
                </a:solidFill>
                <a:latin typeface="Lato"/>
                <a:ea typeface="Lato"/>
                <a:cs typeface="Lato"/>
                <a:sym typeface="Lato"/>
              </a:rPr>
              <a:t>Data cleaning:</a:t>
            </a:r>
            <a:r>
              <a:rPr lang="en-US" noProof="0" dirty="0">
                <a:solidFill>
                  <a:schemeClr val="dk2"/>
                </a:solidFill>
                <a:latin typeface="Lato"/>
                <a:ea typeface="Lato"/>
                <a:cs typeface="Lato"/>
                <a:sym typeface="Lato"/>
              </a:rPr>
              <a:t> </a:t>
            </a:r>
            <a:r>
              <a:rPr lang="en-US" dirty="0">
                <a:solidFill>
                  <a:schemeClr val="bg2"/>
                </a:solidFill>
                <a:latin typeface="Lato" panose="020F0502020204030203" pitchFamily="34" charset="0"/>
                <a:ea typeface="Lato" panose="020F0502020204030203" pitchFamily="34" charset="0"/>
                <a:cs typeface="Lato" panose="020F0502020204030203" pitchFamily="34" charset="0"/>
              </a:rPr>
              <a:t>Sensors data at 6:06 AM (5-minute repeat), Weather data at 6:06 AM (3-hour repeat)</a:t>
            </a:r>
            <a:endParaRPr lang="en-US" noProof="0" dirty="0">
              <a:solidFill>
                <a:schemeClr val="bg2"/>
              </a:solidFill>
              <a:latin typeface="Lato" panose="020F0502020204030203" pitchFamily="34" charset="0"/>
              <a:ea typeface="Lato" panose="020F0502020204030203" pitchFamily="34" charset="0"/>
              <a:cs typeface="Lato" panose="020F0502020204030203" pitchFamily="34" charset="0"/>
              <a:sym typeface="Lato"/>
            </a:endParaRPr>
          </a:p>
          <a:p>
            <a:pPr marL="457200" lvl="0" indent="-317500" algn="l" rtl="0">
              <a:lnSpc>
                <a:spcPct val="115000"/>
              </a:lnSpc>
              <a:spcBef>
                <a:spcPts val="0"/>
              </a:spcBef>
              <a:spcAft>
                <a:spcPts val="0"/>
              </a:spcAft>
              <a:buClr>
                <a:schemeClr val="dk2"/>
              </a:buClr>
              <a:buSzPts val="1400"/>
              <a:buFont typeface="Lato"/>
              <a:buChar char="➔"/>
            </a:pPr>
            <a:r>
              <a:rPr lang="en-US" b="1" noProof="0" dirty="0">
                <a:solidFill>
                  <a:schemeClr val="dk2"/>
                </a:solidFill>
                <a:latin typeface="Lato"/>
                <a:ea typeface="Lato"/>
                <a:cs typeface="Lato"/>
                <a:sym typeface="Lato"/>
              </a:rPr>
              <a:t>Data loading:</a:t>
            </a:r>
            <a:r>
              <a:rPr lang="en-US" noProof="0" dirty="0">
                <a:solidFill>
                  <a:schemeClr val="dk2"/>
                </a:solidFill>
                <a:latin typeface="Lato"/>
                <a:ea typeface="Lato"/>
                <a:cs typeface="Lato"/>
                <a:sym typeface="Lato"/>
              </a:rPr>
              <a:t>  </a:t>
            </a:r>
            <a:r>
              <a:rPr lang="en-US" dirty="0">
                <a:solidFill>
                  <a:schemeClr val="bg2"/>
                </a:solidFill>
                <a:latin typeface="Lato" panose="020F0502020204030203" pitchFamily="34" charset="0"/>
                <a:ea typeface="Lato" panose="020F0502020204030203" pitchFamily="34" charset="0"/>
                <a:cs typeface="Lato" panose="020F0502020204030203" pitchFamily="34" charset="0"/>
              </a:rPr>
              <a:t>Sensors data at 6:11 AM (5-minute repeat), Weather data at 6:11 AM (3-hour repeat)</a:t>
            </a:r>
            <a:endParaRPr lang="en-US" noProof="0" dirty="0">
              <a:solidFill>
                <a:schemeClr val="bg2"/>
              </a:solidFill>
              <a:latin typeface="Lato" panose="020F0502020204030203" pitchFamily="34" charset="0"/>
              <a:ea typeface="Lato" panose="020F0502020204030203" pitchFamily="34" charset="0"/>
              <a:cs typeface="Lato" panose="020F0502020204030203" pitchFamily="34" charset="0"/>
              <a:sym typeface="Lato"/>
            </a:endParaRPr>
          </a:p>
          <a:p>
            <a:pPr marL="457200" lvl="0" indent="-317500" algn="l" rtl="0">
              <a:lnSpc>
                <a:spcPct val="115000"/>
              </a:lnSpc>
              <a:spcBef>
                <a:spcPts val="0"/>
              </a:spcBef>
              <a:spcAft>
                <a:spcPts val="0"/>
              </a:spcAft>
              <a:buClr>
                <a:schemeClr val="dk2"/>
              </a:buClr>
              <a:buSzPts val="1400"/>
              <a:buFont typeface="Lato"/>
              <a:buChar char="➔"/>
            </a:pPr>
            <a:r>
              <a:rPr lang="en-US" b="1" noProof="0" dirty="0">
                <a:solidFill>
                  <a:schemeClr val="dk2"/>
                </a:solidFill>
                <a:latin typeface="Lato"/>
                <a:ea typeface="Lato"/>
                <a:cs typeface="Lato"/>
                <a:sym typeface="Lato"/>
              </a:rPr>
              <a:t>Machine learning predictions:</a:t>
            </a:r>
            <a:r>
              <a:rPr lang="en-US" noProof="0" dirty="0">
                <a:solidFill>
                  <a:schemeClr val="dk2"/>
                </a:solidFill>
                <a:latin typeface="Lato"/>
                <a:ea typeface="Lato"/>
                <a:cs typeface="Lato"/>
                <a:sym typeface="Lato"/>
              </a:rPr>
              <a:t> </a:t>
            </a:r>
            <a:r>
              <a:rPr lang="en-US" dirty="0">
                <a:solidFill>
                  <a:schemeClr val="bg2"/>
                </a:solidFill>
                <a:latin typeface="Lato" panose="020F0502020204030203" pitchFamily="34" charset="0"/>
                <a:ea typeface="Lato" panose="020F0502020204030203" pitchFamily="34" charset="0"/>
                <a:cs typeface="Lato" panose="020F0502020204030203" pitchFamily="34" charset="0"/>
              </a:rPr>
              <a:t>Energy consumption and Room presence forecasts at 10:30 PM daily, with results loaded at 11:00 PM</a:t>
            </a:r>
          </a:p>
          <a:p>
            <a:pPr marL="457200" lvl="0" indent="-317500" algn="l" rtl="0">
              <a:lnSpc>
                <a:spcPct val="115000"/>
              </a:lnSpc>
              <a:spcBef>
                <a:spcPts val="0"/>
              </a:spcBef>
              <a:spcAft>
                <a:spcPts val="0"/>
              </a:spcAft>
              <a:buClr>
                <a:schemeClr val="dk2"/>
              </a:buClr>
              <a:buSzPts val="1400"/>
              <a:buFont typeface="Lato"/>
              <a:buChar char="➔"/>
            </a:pPr>
            <a:endParaRPr lang="en-US" noProof="0" dirty="0">
              <a:solidFill>
                <a:schemeClr val="bg2"/>
              </a:solidFill>
              <a:latin typeface="Lato" panose="020F0502020204030203" pitchFamily="34" charset="0"/>
              <a:ea typeface="Lato" panose="020F0502020204030203" pitchFamily="34" charset="0"/>
              <a:cs typeface="Lato" panose="020F0502020204030203" pitchFamily="34" charset="0"/>
              <a:sym typeface="Lato"/>
            </a:endParaRPr>
          </a:p>
        </p:txBody>
      </p:sp>
    </p:spTree>
    <p:extLst>
      <p:ext uri="{BB962C8B-B14F-4D97-AF65-F5344CB8AC3E}">
        <p14:creationId xmlns:p14="http://schemas.microsoft.com/office/powerpoint/2010/main" val="26747943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49">
          <a:extLst>
            <a:ext uri="{FF2B5EF4-FFF2-40B4-BE49-F238E27FC236}">
              <a16:creationId xmlns:a16="http://schemas.microsoft.com/office/drawing/2014/main" id="{CE18CB08-4ECA-0318-63F1-E8F508E700E7}"/>
            </a:ext>
          </a:extLst>
        </p:cNvPr>
        <p:cNvGrpSpPr/>
        <p:nvPr/>
      </p:nvGrpSpPr>
      <p:grpSpPr>
        <a:xfrm>
          <a:off x="0" y="0"/>
          <a:ext cx="0" cy="0"/>
          <a:chOff x="0" y="0"/>
          <a:chExt cx="0" cy="0"/>
        </a:xfrm>
      </p:grpSpPr>
      <p:sp>
        <p:nvSpPr>
          <p:cNvPr id="3350" name="Google Shape;3350;p44">
            <a:extLst>
              <a:ext uri="{FF2B5EF4-FFF2-40B4-BE49-F238E27FC236}">
                <a16:creationId xmlns:a16="http://schemas.microsoft.com/office/drawing/2014/main" id="{FA7C002E-F9FA-B8DF-E39A-C27B97D3A19D}"/>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noProof="0" dirty="0"/>
              <a:t>Execution features</a:t>
            </a:r>
          </a:p>
        </p:txBody>
      </p:sp>
      <p:sp>
        <p:nvSpPr>
          <p:cNvPr id="3353" name="Google Shape;3353;p44">
            <a:extLst>
              <a:ext uri="{FF2B5EF4-FFF2-40B4-BE49-F238E27FC236}">
                <a16:creationId xmlns:a16="http://schemas.microsoft.com/office/drawing/2014/main" id="{B3129C7B-4BF7-EF6E-527A-EFE635E8ADA4}"/>
              </a:ext>
            </a:extLst>
          </p:cNvPr>
          <p:cNvSpPr txBox="1"/>
          <p:nvPr/>
        </p:nvSpPr>
        <p:spPr>
          <a:xfrm>
            <a:off x="720000" y="1431649"/>
            <a:ext cx="7704000" cy="2654575"/>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500"/>
              </a:spcBef>
              <a:spcAft>
                <a:spcPts val="0"/>
              </a:spcAft>
              <a:buClr>
                <a:schemeClr val="dk2"/>
              </a:buClr>
              <a:buSzPts val="1400"/>
              <a:buFont typeface="Lato"/>
              <a:buChar char="➔"/>
            </a:pPr>
            <a:r>
              <a:rPr lang="en-US" dirty="0">
                <a:solidFill>
                  <a:schemeClr val="bg2"/>
                </a:solidFill>
                <a:latin typeface="Lato" panose="020F0502020204030203" pitchFamily="34" charset="0"/>
                <a:ea typeface="Lato" panose="020F0502020204030203" pitchFamily="34" charset="0"/>
                <a:cs typeface="Lato" panose="020F0502020204030203" pitchFamily="34" charset="0"/>
              </a:rPr>
              <a:t>Tasks run whether users are logged in or not for 24/7 operation</a:t>
            </a:r>
          </a:p>
          <a:p>
            <a:pPr marL="457200" lvl="0" indent="-317500" algn="l" rtl="0">
              <a:lnSpc>
                <a:spcPct val="115000"/>
              </a:lnSpc>
              <a:spcBef>
                <a:spcPts val="1500"/>
              </a:spcBef>
              <a:spcAft>
                <a:spcPts val="0"/>
              </a:spcAft>
              <a:buClr>
                <a:schemeClr val="dk2"/>
              </a:buClr>
              <a:buSzPts val="1400"/>
              <a:buFont typeface="Lato"/>
              <a:buChar char="➔"/>
            </a:pPr>
            <a:r>
              <a:rPr lang="en-US" dirty="0">
                <a:solidFill>
                  <a:schemeClr val="bg2"/>
                </a:solidFill>
                <a:latin typeface="Lato" panose="020F0502020204030203" pitchFamily="34" charset="0"/>
                <a:ea typeface="Lato" panose="020F0502020204030203" pitchFamily="34" charset="0"/>
                <a:cs typeface="Lato" panose="020F0502020204030203" pitchFamily="34" charset="0"/>
              </a:rPr>
              <a:t>Complete execution history logging for monitoring and troubleshooting</a:t>
            </a:r>
          </a:p>
          <a:p>
            <a:pPr marL="457200" lvl="0" indent="-317500" algn="l" rtl="0">
              <a:lnSpc>
                <a:spcPct val="115000"/>
              </a:lnSpc>
              <a:spcBef>
                <a:spcPts val="1500"/>
              </a:spcBef>
              <a:spcAft>
                <a:spcPts val="0"/>
              </a:spcAft>
              <a:buClr>
                <a:schemeClr val="dk2"/>
              </a:buClr>
              <a:buSzPts val="1400"/>
              <a:buFont typeface="Lato"/>
              <a:buChar char="➔"/>
            </a:pPr>
            <a:r>
              <a:rPr lang="en-US" dirty="0">
                <a:solidFill>
                  <a:schemeClr val="bg2"/>
                </a:solidFill>
                <a:latin typeface="Lato" panose="020F0502020204030203" pitchFamily="34" charset="0"/>
                <a:ea typeface="Lato" panose="020F0502020204030203" pitchFamily="34" charset="0"/>
                <a:cs typeface="Lato" panose="020F0502020204030203" pitchFamily="34" charset="0"/>
              </a:rPr>
              <a:t>Staggered scheduling prevents resource conflicts and task overlap</a:t>
            </a:r>
          </a:p>
          <a:p>
            <a:pPr marL="457200" lvl="0" indent="-317500" algn="l" rtl="0">
              <a:lnSpc>
                <a:spcPct val="115000"/>
              </a:lnSpc>
              <a:spcBef>
                <a:spcPts val="1500"/>
              </a:spcBef>
              <a:spcAft>
                <a:spcPts val="0"/>
              </a:spcAft>
              <a:buClr>
                <a:schemeClr val="dk2"/>
              </a:buClr>
              <a:buSzPts val="1400"/>
              <a:buFont typeface="Lato"/>
              <a:buChar char="➔"/>
            </a:pPr>
            <a:r>
              <a:rPr lang="en-US" dirty="0">
                <a:solidFill>
                  <a:schemeClr val="bg2"/>
                </a:solidFill>
                <a:latin typeface="Lato" panose="020F0502020204030203" pitchFamily="34" charset="0"/>
                <a:ea typeface="Lato" panose="020F0502020204030203" pitchFamily="34" charset="0"/>
                <a:cs typeface="Lato" panose="020F0502020204030203" pitchFamily="34" charset="0"/>
              </a:rPr>
              <a:t>Working directory set to parent folder for proper relative path resolution</a:t>
            </a:r>
          </a:p>
          <a:p>
            <a:pPr marL="457200" lvl="0" indent="-317500" algn="l" rtl="0">
              <a:lnSpc>
                <a:spcPct val="115000"/>
              </a:lnSpc>
              <a:spcBef>
                <a:spcPts val="1500"/>
              </a:spcBef>
              <a:spcAft>
                <a:spcPts val="0"/>
              </a:spcAft>
              <a:buClr>
                <a:schemeClr val="dk2"/>
              </a:buClr>
              <a:buSzPts val="1400"/>
              <a:buFont typeface="Lato"/>
              <a:buChar char="➔"/>
            </a:pPr>
            <a:r>
              <a:rPr lang="en-US" dirty="0">
                <a:solidFill>
                  <a:schemeClr val="bg2"/>
                </a:solidFill>
                <a:latin typeface="Lato" panose="020F0502020204030203" pitchFamily="34" charset="0"/>
                <a:ea typeface="Lato" panose="020F0502020204030203" pitchFamily="34" charset="0"/>
                <a:cs typeface="Lato" panose="020F0502020204030203" pitchFamily="34" charset="0"/>
              </a:rPr>
              <a:t>Tasks won't start if a previous instance of the same task is already running</a:t>
            </a:r>
            <a:endParaRPr lang="en-US" noProof="0" dirty="0">
              <a:solidFill>
                <a:schemeClr val="bg2"/>
              </a:solidFill>
              <a:latin typeface="Lato" panose="020F0502020204030203" pitchFamily="34" charset="0"/>
              <a:ea typeface="Lato" panose="020F0502020204030203" pitchFamily="34" charset="0"/>
              <a:cs typeface="Lato" panose="020F0502020204030203" pitchFamily="34" charset="0"/>
              <a:sym typeface="Lato"/>
            </a:endParaRPr>
          </a:p>
        </p:txBody>
      </p:sp>
    </p:spTree>
    <p:extLst>
      <p:ext uri="{BB962C8B-B14F-4D97-AF65-F5344CB8AC3E}">
        <p14:creationId xmlns:p14="http://schemas.microsoft.com/office/powerpoint/2010/main" val="19657534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349">
          <a:extLst>
            <a:ext uri="{FF2B5EF4-FFF2-40B4-BE49-F238E27FC236}">
              <a16:creationId xmlns:a16="http://schemas.microsoft.com/office/drawing/2014/main" id="{930408E1-DF29-83E5-FF87-F1292D1A9310}"/>
            </a:ext>
          </a:extLst>
        </p:cNvPr>
        <p:cNvGrpSpPr/>
        <p:nvPr/>
      </p:nvGrpSpPr>
      <p:grpSpPr>
        <a:xfrm>
          <a:off x="0" y="0"/>
          <a:ext cx="0" cy="0"/>
          <a:chOff x="0" y="0"/>
          <a:chExt cx="0" cy="0"/>
        </a:xfrm>
      </p:grpSpPr>
      <p:sp>
        <p:nvSpPr>
          <p:cNvPr id="3350" name="Google Shape;3350;p44">
            <a:extLst>
              <a:ext uri="{FF2B5EF4-FFF2-40B4-BE49-F238E27FC236}">
                <a16:creationId xmlns:a16="http://schemas.microsoft.com/office/drawing/2014/main" id="{66EB8B69-58B2-C69E-9F52-93BCE6BE125C}"/>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noProof="0" dirty="0"/>
              <a:t>Monitoring</a:t>
            </a:r>
          </a:p>
        </p:txBody>
      </p:sp>
      <p:sp>
        <p:nvSpPr>
          <p:cNvPr id="3352" name="Google Shape;3352;p44">
            <a:extLst>
              <a:ext uri="{FF2B5EF4-FFF2-40B4-BE49-F238E27FC236}">
                <a16:creationId xmlns:a16="http://schemas.microsoft.com/office/drawing/2014/main" id="{35EC0225-AEDC-8EA0-C69D-9DB65D92E531}"/>
              </a:ext>
            </a:extLst>
          </p:cNvPr>
          <p:cNvSpPr txBox="1"/>
          <p:nvPr/>
        </p:nvSpPr>
        <p:spPr>
          <a:xfrm>
            <a:off x="726375" y="2110800"/>
            <a:ext cx="7704000" cy="460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600" noProof="0" dirty="0">
                <a:solidFill>
                  <a:schemeClr val="accent1"/>
                </a:solidFill>
                <a:latin typeface="Outfit ExtraBold"/>
                <a:ea typeface="Outfit ExtraBold"/>
                <a:cs typeface="Outfit ExtraBold"/>
                <a:sym typeface="Outfit ExtraBold"/>
              </a:rPr>
              <a:t>Instructions</a:t>
            </a:r>
          </a:p>
        </p:txBody>
      </p:sp>
      <p:pic>
        <p:nvPicPr>
          <p:cNvPr id="2" name="Image 1" descr="Une image contenant texte, Police, nombre, capture d’écran&#10;&#10;Le contenu généré par l’IA peut être incorrect.">
            <a:extLst>
              <a:ext uri="{FF2B5EF4-FFF2-40B4-BE49-F238E27FC236}">
                <a16:creationId xmlns:a16="http://schemas.microsoft.com/office/drawing/2014/main" id="{DFBDC1F9-E60F-B891-DFA0-1B107DDA26F5}"/>
              </a:ext>
            </a:extLst>
          </p:cNvPr>
          <p:cNvPicPr>
            <a:picLocks noChangeAspect="1"/>
          </p:cNvPicPr>
          <p:nvPr/>
        </p:nvPicPr>
        <p:blipFill>
          <a:blip r:embed="rId3"/>
          <a:stretch>
            <a:fillRect/>
          </a:stretch>
        </p:blipFill>
        <p:spPr>
          <a:xfrm>
            <a:off x="200024" y="1093925"/>
            <a:ext cx="8743950" cy="1782502"/>
          </a:xfrm>
          <a:prstGeom prst="rect">
            <a:avLst/>
          </a:prstGeom>
        </p:spPr>
      </p:pic>
      <p:pic>
        <p:nvPicPr>
          <p:cNvPr id="3" name="Image 2" descr="Une image contenant texte, nombre, Police, logiciel&#10;&#10;Le contenu généré par l’IA peut être incorrect.">
            <a:extLst>
              <a:ext uri="{FF2B5EF4-FFF2-40B4-BE49-F238E27FC236}">
                <a16:creationId xmlns:a16="http://schemas.microsoft.com/office/drawing/2014/main" id="{8122E98F-2816-AD86-73B0-082A2DAEBAA5}"/>
              </a:ext>
            </a:extLst>
          </p:cNvPr>
          <p:cNvPicPr>
            <a:picLocks noChangeAspect="1"/>
          </p:cNvPicPr>
          <p:nvPr/>
        </p:nvPicPr>
        <p:blipFill>
          <a:blip r:embed="rId4"/>
          <a:stretch>
            <a:fillRect/>
          </a:stretch>
        </p:blipFill>
        <p:spPr>
          <a:xfrm>
            <a:off x="1798478" y="3046143"/>
            <a:ext cx="5547043" cy="2047282"/>
          </a:xfrm>
          <a:prstGeom prst="rect">
            <a:avLst/>
          </a:prstGeom>
        </p:spPr>
      </p:pic>
    </p:spTree>
    <p:extLst>
      <p:ext uri="{BB962C8B-B14F-4D97-AF65-F5344CB8AC3E}">
        <p14:creationId xmlns:p14="http://schemas.microsoft.com/office/powerpoint/2010/main" val="11956027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91">
          <a:extLst>
            <a:ext uri="{FF2B5EF4-FFF2-40B4-BE49-F238E27FC236}">
              <a16:creationId xmlns:a16="http://schemas.microsoft.com/office/drawing/2014/main" id="{2946DF8D-62CE-DB30-9637-5C9D423CE5BE}"/>
            </a:ext>
          </a:extLst>
        </p:cNvPr>
        <p:cNvGrpSpPr/>
        <p:nvPr/>
      </p:nvGrpSpPr>
      <p:grpSpPr>
        <a:xfrm>
          <a:off x="0" y="0"/>
          <a:ext cx="0" cy="0"/>
          <a:chOff x="0" y="0"/>
          <a:chExt cx="0" cy="0"/>
        </a:xfrm>
      </p:grpSpPr>
      <p:sp>
        <p:nvSpPr>
          <p:cNvPr id="2692" name="Google Shape;2692;p31">
            <a:extLst>
              <a:ext uri="{FF2B5EF4-FFF2-40B4-BE49-F238E27FC236}">
                <a16:creationId xmlns:a16="http://schemas.microsoft.com/office/drawing/2014/main" id="{FB4C0794-B719-7B24-AE8A-C50C66A41DF5}"/>
              </a:ext>
            </a:extLst>
          </p:cNvPr>
          <p:cNvSpPr txBox="1">
            <a:spLocks noGrp="1"/>
          </p:cNvSpPr>
          <p:nvPr>
            <p:ph type="title"/>
          </p:nvPr>
        </p:nvSpPr>
        <p:spPr>
          <a:xfrm>
            <a:off x="591606" y="2048380"/>
            <a:ext cx="7717500" cy="1511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noProof="0" dirty="0"/>
              <a:t>PowerBI</a:t>
            </a:r>
          </a:p>
        </p:txBody>
      </p:sp>
      <p:sp>
        <p:nvSpPr>
          <p:cNvPr id="2694" name="Google Shape;2694;p31">
            <a:extLst>
              <a:ext uri="{FF2B5EF4-FFF2-40B4-BE49-F238E27FC236}">
                <a16:creationId xmlns:a16="http://schemas.microsoft.com/office/drawing/2014/main" id="{3B0E23A1-3536-555D-5D64-B2AEB13B2136}"/>
              </a:ext>
            </a:extLst>
          </p:cNvPr>
          <p:cNvSpPr txBox="1">
            <a:spLocks noGrp="1"/>
          </p:cNvSpPr>
          <p:nvPr>
            <p:ph type="title" idx="2"/>
          </p:nvPr>
        </p:nvSpPr>
        <p:spPr>
          <a:xfrm>
            <a:off x="3574350" y="539500"/>
            <a:ext cx="1652100" cy="166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noProof="0" dirty="0"/>
              <a:t>06</a:t>
            </a:r>
          </a:p>
        </p:txBody>
      </p:sp>
      <p:grpSp>
        <p:nvGrpSpPr>
          <p:cNvPr id="2695" name="Google Shape;2695;p31">
            <a:extLst>
              <a:ext uri="{FF2B5EF4-FFF2-40B4-BE49-F238E27FC236}">
                <a16:creationId xmlns:a16="http://schemas.microsoft.com/office/drawing/2014/main" id="{1D3113D4-C1F5-99EB-E98C-39C598DF889A}"/>
              </a:ext>
            </a:extLst>
          </p:cNvPr>
          <p:cNvGrpSpPr/>
          <p:nvPr/>
        </p:nvGrpSpPr>
        <p:grpSpPr>
          <a:xfrm>
            <a:off x="3333124" y="539512"/>
            <a:ext cx="397957" cy="491303"/>
            <a:chOff x="4986000" y="2166120"/>
            <a:chExt cx="388440" cy="1402920"/>
          </a:xfrm>
        </p:grpSpPr>
        <p:sp>
          <p:nvSpPr>
            <p:cNvPr id="2696" name="Google Shape;2696;p31">
              <a:extLst>
                <a:ext uri="{FF2B5EF4-FFF2-40B4-BE49-F238E27FC236}">
                  <a16:creationId xmlns:a16="http://schemas.microsoft.com/office/drawing/2014/main" id="{04D8A07B-D195-EC3C-15B4-FA47B9DCBB94}"/>
                </a:ext>
              </a:extLst>
            </p:cNvPr>
            <p:cNvSpPr/>
            <p:nvPr/>
          </p:nvSpPr>
          <p:spPr>
            <a:xfrm>
              <a:off x="5135040" y="2166120"/>
              <a:ext cx="90360" cy="1294200"/>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97" name="Google Shape;2697;p31">
              <a:extLst>
                <a:ext uri="{FF2B5EF4-FFF2-40B4-BE49-F238E27FC236}">
                  <a16:creationId xmlns:a16="http://schemas.microsoft.com/office/drawing/2014/main" id="{E5ADBFC4-075F-D71F-ED31-87E209700515}"/>
                </a:ext>
              </a:extLst>
            </p:cNvPr>
            <p:cNvSpPr/>
            <p:nvPr/>
          </p:nvSpPr>
          <p:spPr>
            <a:xfrm>
              <a:off x="4986000" y="2166120"/>
              <a:ext cx="90360" cy="792720"/>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98" name="Google Shape;2698;p31">
              <a:extLst>
                <a:ext uri="{FF2B5EF4-FFF2-40B4-BE49-F238E27FC236}">
                  <a16:creationId xmlns:a16="http://schemas.microsoft.com/office/drawing/2014/main" id="{B5513546-3BA6-371E-5603-9196D5270291}"/>
                </a:ext>
              </a:extLst>
            </p:cNvPr>
            <p:cNvSpPr/>
            <p:nvPr/>
          </p:nvSpPr>
          <p:spPr>
            <a:xfrm>
              <a:off x="5284440" y="3460320"/>
              <a:ext cx="90000" cy="108720"/>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grpSp>
      <p:grpSp>
        <p:nvGrpSpPr>
          <p:cNvPr id="2699" name="Google Shape;2699;p31">
            <a:extLst>
              <a:ext uri="{FF2B5EF4-FFF2-40B4-BE49-F238E27FC236}">
                <a16:creationId xmlns:a16="http://schemas.microsoft.com/office/drawing/2014/main" id="{9A4CD015-ADFA-A038-20EB-5C7BBB046332}"/>
              </a:ext>
            </a:extLst>
          </p:cNvPr>
          <p:cNvGrpSpPr/>
          <p:nvPr/>
        </p:nvGrpSpPr>
        <p:grpSpPr>
          <a:xfrm>
            <a:off x="4984310" y="1974862"/>
            <a:ext cx="398326" cy="280942"/>
            <a:chOff x="6180480" y="1249200"/>
            <a:chExt cx="388800" cy="552600"/>
          </a:xfrm>
        </p:grpSpPr>
        <p:sp>
          <p:nvSpPr>
            <p:cNvPr id="2700" name="Google Shape;2700;p31">
              <a:extLst>
                <a:ext uri="{FF2B5EF4-FFF2-40B4-BE49-F238E27FC236}">
                  <a16:creationId xmlns:a16="http://schemas.microsoft.com/office/drawing/2014/main" id="{817D4B96-5416-58B2-EB9F-1C5C0319BA33}"/>
                </a:ext>
              </a:extLst>
            </p:cNvPr>
            <p:cNvSpPr/>
            <p:nvPr/>
          </p:nvSpPr>
          <p:spPr>
            <a:xfrm>
              <a:off x="6479280" y="1249200"/>
              <a:ext cx="90000" cy="173520"/>
            </a:xfrm>
            <a:custGeom>
              <a:avLst/>
              <a:gdLst/>
              <a:ahLst/>
              <a:cxnLst/>
              <a:rect l="l" t="t" r="r" b="b"/>
              <a:pathLst>
                <a:path w="250" h="482" extrusionOk="0">
                  <a:moveTo>
                    <a:pt x="0" y="0"/>
                  </a:moveTo>
                  <a:lnTo>
                    <a:pt x="250" y="0"/>
                  </a:lnTo>
                  <a:lnTo>
                    <a:pt x="250" y="482"/>
                  </a:lnTo>
                  <a:lnTo>
                    <a:pt x="0" y="48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701" name="Google Shape;2701;p31">
              <a:extLst>
                <a:ext uri="{FF2B5EF4-FFF2-40B4-BE49-F238E27FC236}">
                  <a16:creationId xmlns:a16="http://schemas.microsoft.com/office/drawing/2014/main" id="{EFC26612-198E-55CD-2845-964397175AAE}"/>
                </a:ext>
              </a:extLst>
            </p:cNvPr>
            <p:cNvSpPr/>
            <p:nvPr/>
          </p:nvSpPr>
          <p:spPr>
            <a:xfrm>
              <a:off x="6329880" y="1249200"/>
              <a:ext cx="90000" cy="443880"/>
            </a:xfrm>
            <a:custGeom>
              <a:avLst/>
              <a:gdLst/>
              <a:ahLst/>
              <a:cxnLst/>
              <a:rect l="l" t="t" r="r" b="b"/>
              <a:pathLst>
                <a:path w="250" h="1233" extrusionOk="0">
                  <a:moveTo>
                    <a:pt x="0" y="0"/>
                  </a:moveTo>
                  <a:lnTo>
                    <a:pt x="250" y="0"/>
                  </a:lnTo>
                  <a:lnTo>
                    <a:pt x="250" y="1233"/>
                  </a:lnTo>
                  <a:lnTo>
                    <a:pt x="0" y="123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702" name="Google Shape;2702;p31">
              <a:extLst>
                <a:ext uri="{FF2B5EF4-FFF2-40B4-BE49-F238E27FC236}">
                  <a16:creationId xmlns:a16="http://schemas.microsoft.com/office/drawing/2014/main" id="{7D2517D7-0074-FA7C-80E8-F903D0E0609F}"/>
                </a:ext>
              </a:extLst>
            </p:cNvPr>
            <p:cNvSpPr/>
            <p:nvPr/>
          </p:nvSpPr>
          <p:spPr>
            <a:xfrm>
              <a:off x="6180480" y="1693080"/>
              <a:ext cx="90360" cy="108720"/>
            </a:xfrm>
            <a:custGeom>
              <a:avLst/>
              <a:gdLst/>
              <a:ahLst/>
              <a:cxnLst/>
              <a:rect l="l" t="t" r="r" b="b"/>
              <a:pathLst>
                <a:path w="251" h="302" extrusionOk="0">
                  <a:moveTo>
                    <a:pt x="0" y="0"/>
                  </a:moveTo>
                  <a:lnTo>
                    <a:pt x="251" y="0"/>
                  </a:lnTo>
                  <a:lnTo>
                    <a:pt x="251"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266631716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400;p46">
            <a:extLst>
              <a:ext uri="{FF2B5EF4-FFF2-40B4-BE49-F238E27FC236}">
                <a16:creationId xmlns:a16="http://schemas.microsoft.com/office/drawing/2014/main" id="{92791BFA-F09F-55F3-3F21-1B90C1A85880}"/>
              </a:ext>
            </a:extLst>
          </p:cNvPr>
          <p:cNvSpPr txBox="1">
            <a:spLocks noGrp="1"/>
          </p:cNvSpPr>
          <p:nvPr>
            <p:ph type="title"/>
          </p:nvPr>
        </p:nvSpPr>
        <p:spPr>
          <a:xfrm>
            <a:off x="3376476" y="966454"/>
            <a:ext cx="4869600" cy="119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6000" noProof="0" dirty="0">
                <a:solidFill>
                  <a:srgbClr val="2544D8"/>
                </a:solidFill>
              </a:rPr>
              <a:t>Thanks for</a:t>
            </a:r>
            <a:br>
              <a:rPr lang="en-US" sz="6000" noProof="0" dirty="0">
                <a:solidFill>
                  <a:srgbClr val="2544D8"/>
                </a:solidFill>
              </a:rPr>
            </a:br>
            <a:r>
              <a:rPr lang="en-US" sz="6000" noProof="0" dirty="0">
                <a:solidFill>
                  <a:srgbClr val="2544D8"/>
                </a:solidFill>
              </a:rPr>
              <a:t> listening !</a:t>
            </a:r>
          </a:p>
        </p:txBody>
      </p:sp>
      <p:sp>
        <p:nvSpPr>
          <p:cNvPr id="3" name="Google Shape;3401;p46">
            <a:extLst>
              <a:ext uri="{FF2B5EF4-FFF2-40B4-BE49-F238E27FC236}">
                <a16:creationId xmlns:a16="http://schemas.microsoft.com/office/drawing/2014/main" id="{B78FC54C-7EA5-D263-A47E-2B7606FDF2FC}"/>
              </a:ext>
            </a:extLst>
          </p:cNvPr>
          <p:cNvSpPr txBox="1">
            <a:spLocks noGrp="1"/>
          </p:cNvSpPr>
          <p:nvPr>
            <p:ph type="subTitle" idx="1"/>
          </p:nvPr>
        </p:nvSpPr>
        <p:spPr>
          <a:xfrm>
            <a:off x="3574672" y="3136929"/>
            <a:ext cx="4869600" cy="50366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b="1" noProof="0" dirty="0"/>
              <a:t>Do you have any questions?</a:t>
            </a:r>
          </a:p>
        </p:txBody>
      </p:sp>
      <p:grpSp>
        <p:nvGrpSpPr>
          <p:cNvPr id="4" name="Google Shape;3414;p46">
            <a:extLst>
              <a:ext uri="{FF2B5EF4-FFF2-40B4-BE49-F238E27FC236}">
                <a16:creationId xmlns:a16="http://schemas.microsoft.com/office/drawing/2014/main" id="{3D6CC953-807C-9A8F-8D5F-8B65D65DD720}"/>
              </a:ext>
            </a:extLst>
          </p:cNvPr>
          <p:cNvGrpSpPr/>
          <p:nvPr/>
        </p:nvGrpSpPr>
        <p:grpSpPr>
          <a:xfrm>
            <a:off x="-6" y="152119"/>
            <a:ext cx="2801764" cy="4059526"/>
            <a:chOff x="-18" y="539500"/>
            <a:chExt cx="453232" cy="4057298"/>
          </a:xfrm>
        </p:grpSpPr>
        <p:sp>
          <p:nvSpPr>
            <p:cNvPr id="5" name="Google Shape;3415;p46">
              <a:extLst>
                <a:ext uri="{FF2B5EF4-FFF2-40B4-BE49-F238E27FC236}">
                  <a16:creationId xmlns:a16="http://schemas.microsoft.com/office/drawing/2014/main" id="{8E7E638A-D43F-B03C-31C4-AEBBCC788D65}"/>
                </a:ext>
              </a:extLst>
            </p:cNvPr>
            <p:cNvSpPr/>
            <p:nvPr/>
          </p:nvSpPr>
          <p:spPr>
            <a:xfrm rot="5400000">
              <a:off x="53069" y="1582766"/>
              <a:ext cx="82937" cy="189109"/>
            </a:xfrm>
            <a:custGeom>
              <a:avLst/>
              <a:gdLst/>
              <a:ahLst/>
              <a:cxnLst/>
              <a:rect l="l" t="t" r="r" b="b"/>
              <a:pathLst>
                <a:path w="251" h="1500" extrusionOk="0">
                  <a:moveTo>
                    <a:pt x="0" y="0"/>
                  </a:moveTo>
                  <a:lnTo>
                    <a:pt x="251" y="0"/>
                  </a:lnTo>
                  <a:lnTo>
                    <a:pt x="251" y="1500"/>
                  </a:lnTo>
                  <a:lnTo>
                    <a:pt x="0" y="150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6" name="Google Shape;3416;p46">
              <a:extLst>
                <a:ext uri="{FF2B5EF4-FFF2-40B4-BE49-F238E27FC236}">
                  <a16:creationId xmlns:a16="http://schemas.microsoft.com/office/drawing/2014/main" id="{6E09CE43-0DBF-23DF-8BD8-365EE93D505D}"/>
                </a:ext>
              </a:extLst>
            </p:cNvPr>
            <p:cNvSpPr/>
            <p:nvPr/>
          </p:nvSpPr>
          <p:spPr>
            <a:xfrm rot="5400000">
              <a:off x="127680" y="1919535"/>
              <a:ext cx="82606" cy="338000"/>
            </a:xfrm>
            <a:custGeom>
              <a:avLst/>
              <a:gdLst/>
              <a:ahLst/>
              <a:cxnLst/>
              <a:rect l="l" t="t" r="r" b="b"/>
              <a:pathLst>
                <a:path w="250" h="2681" extrusionOk="0">
                  <a:moveTo>
                    <a:pt x="0" y="0"/>
                  </a:moveTo>
                  <a:lnTo>
                    <a:pt x="250" y="0"/>
                  </a:lnTo>
                  <a:lnTo>
                    <a:pt x="250" y="2681"/>
                  </a:lnTo>
                  <a:lnTo>
                    <a:pt x="0" y="268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7" name="Google Shape;3417;p46">
              <a:extLst>
                <a:ext uri="{FF2B5EF4-FFF2-40B4-BE49-F238E27FC236}">
                  <a16:creationId xmlns:a16="http://schemas.microsoft.com/office/drawing/2014/main" id="{8C0ED3B0-90CC-2A96-1374-9119CCA36CD8}"/>
                </a:ext>
              </a:extLst>
            </p:cNvPr>
            <p:cNvSpPr/>
            <p:nvPr/>
          </p:nvSpPr>
          <p:spPr>
            <a:xfrm rot="5400000">
              <a:off x="185130" y="2409932"/>
              <a:ext cx="82937" cy="453231"/>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8" name="Google Shape;3418;p46">
              <a:extLst>
                <a:ext uri="{FF2B5EF4-FFF2-40B4-BE49-F238E27FC236}">
                  <a16:creationId xmlns:a16="http://schemas.microsoft.com/office/drawing/2014/main" id="{F30F95A3-2C02-7CCA-76BD-8F37D3054E21}"/>
                </a:ext>
              </a:extLst>
            </p:cNvPr>
            <p:cNvSpPr/>
            <p:nvPr/>
          </p:nvSpPr>
          <p:spPr>
            <a:xfrm rot="5400000">
              <a:off x="150752" y="3267071"/>
              <a:ext cx="82606" cy="384143"/>
            </a:xfrm>
            <a:custGeom>
              <a:avLst/>
              <a:gdLst/>
              <a:ahLst/>
              <a:cxnLst/>
              <a:rect l="l" t="t" r="r" b="b"/>
              <a:pathLst>
                <a:path w="250" h="3047" extrusionOk="0">
                  <a:moveTo>
                    <a:pt x="0" y="0"/>
                  </a:moveTo>
                  <a:lnTo>
                    <a:pt x="250" y="0"/>
                  </a:lnTo>
                  <a:lnTo>
                    <a:pt x="250" y="3047"/>
                  </a:lnTo>
                  <a:lnTo>
                    <a:pt x="0" y="304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9" name="Google Shape;3419;p46">
              <a:extLst>
                <a:ext uri="{FF2B5EF4-FFF2-40B4-BE49-F238E27FC236}">
                  <a16:creationId xmlns:a16="http://schemas.microsoft.com/office/drawing/2014/main" id="{82CF393E-35AA-AC0B-5527-625F350D69E3}"/>
                </a:ext>
              </a:extLst>
            </p:cNvPr>
            <p:cNvSpPr/>
            <p:nvPr/>
          </p:nvSpPr>
          <p:spPr>
            <a:xfrm rot="5400000">
              <a:off x="90741" y="2778574"/>
              <a:ext cx="82606" cy="264122"/>
            </a:xfrm>
            <a:custGeom>
              <a:avLst/>
              <a:gdLst/>
              <a:ahLst/>
              <a:cxnLst/>
              <a:rect l="l" t="t" r="r" b="b"/>
              <a:pathLst>
                <a:path w="250" h="2095" extrusionOk="0">
                  <a:moveTo>
                    <a:pt x="0" y="0"/>
                  </a:moveTo>
                  <a:lnTo>
                    <a:pt x="250" y="0"/>
                  </a:lnTo>
                  <a:lnTo>
                    <a:pt x="250" y="2095"/>
                  </a:lnTo>
                  <a:lnTo>
                    <a:pt x="0" y="20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10" name="Google Shape;3420;p46">
              <a:extLst>
                <a:ext uri="{FF2B5EF4-FFF2-40B4-BE49-F238E27FC236}">
                  <a16:creationId xmlns:a16="http://schemas.microsoft.com/office/drawing/2014/main" id="{A27CACEB-1695-E196-7C6B-9E71D1096133}"/>
                </a:ext>
              </a:extLst>
            </p:cNvPr>
            <p:cNvSpPr/>
            <p:nvPr/>
          </p:nvSpPr>
          <p:spPr>
            <a:xfrm rot="5400000">
              <a:off x="32370" y="1466670"/>
              <a:ext cx="82606"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11" name="Google Shape;3421;p46">
              <a:extLst>
                <a:ext uri="{FF2B5EF4-FFF2-40B4-BE49-F238E27FC236}">
                  <a16:creationId xmlns:a16="http://schemas.microsoft.com/office/drawing/2014/main" id="{F9E6A8EE-C85D-E42F-F286-4260CB1ECDE3}"/>
                </a:ext>
              </a:extLst>
            </p:cNvPr>
            <p:cNvSpPr/>
            <p:nvPr/>
          </p:nvSpPr>
          <p:spPr>
            <a:xfrm rot="5400000">
              <a:off x="32306" y="1877783"/>
              <a:ext cx="82606"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12" name="Google Shape;3422;p46">
              <a:extLst>
                <a:ext uri="{FF2B5EF4-FFF2-40B4-BE49-F238E27FC236}">
                  <a16:creationId xmlns:a16="http://schemas.microsoft.com/office/drawing/2014/main" id="{CF3A2BBC-D507-A19C-F46B-E2FDAFB8DB5C}"/>
                </a:ext>
              </a:extLst>
            </p:cNvPr>
            <p:cNvSpPr/>
            <p:nvPr/>
          </p:nvSpPr>
          <p:spPr>
            <a:xfrm rot="5400000">
              <a:off x="97321" y="2360945"/>
              <a:ext cx="82937" cy="277612"/>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13" name="Google Shape;3423;p46">
              <a:extLst>
                <a:ext uri="{FF2B5EF4-FFF2-40B4-BE49-F238E27FC236}">
                  <a16:creationId xmlns:a16="http://schemas.microsoft.com/office/drawing/2014/main" id="{28732A52-0CF3-6BB0-A151-381E43647C42}"/>
                </a:ext>
              </a:extLst>
            </p:cNvPr>
            <p:cNvSpPr/>
            <p:nvPr/>
          </p:nvSpPr>
          <p:spPr>
            <a:xfrm rot="5400000">
              <a:off x="19447" y="3124122"/>
              <a:ext cx="82606" cy="121534"/>
            </a:xfrm>
            <a:custGeom>
              <a:avLst/>
              <a:gdLst/>
              <a:ahLst/>
              <a:cxnLst/>
              <a:rect l="l" t="t" r="r" b="b"/>
              <a:pathLst>
                <a:path w="250" h="964" extrusionOk="0">
                  <a:moveTo>
                    <a:pt x="0" y="0"/>
                  </a:moveTo>
                  <a:lnTo>
                    <a:pt x="250" y="0"/>
                  </a:lnTo>
                  <a:lnTo>
                    <a:pt x="250" y="964"/>
                  </a:lnTo>
                  <a:lnTo>
                    <a:pt x="0" y="96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14" name="Google Shape;3424;p46">
              <a:extLst>
                <a:ext uri="{FF2B5EF4-FFF2-40B4-BE49-F238E27FC236}">
                  <a16:creationId xmlns:a16="http://schemas.microsoft.com/office/drawing/2014/main" id="{F405335F-4B82-3A2B-85EE-4A618448B436}"/>
                </a:ext>
              </a:extLst>
            </p:cNvPr>
            <p:cNvSpPr/>
            <p:nvPr/>
          </p:nvSpPr>
          <p:spPr>
            <a:xfrm rot="5400000">
              <a:off x="-10936" y="3839808"/>
              <a:ext cx="82606" cy="60767"/>
            </a:xfrm>
            <a:custGeom>
              <a:avLst/>
              <a:gdLst/>
              <a:ahLst/>
              <a:cxnLst/>
              <a:rect l="l" t="t" r="r" b="b"/>
              <a:pathLst>
                <a:path w="250" h="482" extrusionOk="0">
                  <a:moveTo>
                    <a:pt x="0" y="0"/>
                  </a:moveTo>
                  <a:lnTo>
                    <a:pt x="250" y="0"/>
                  </a:lnTo>
                  <a:lnTo>
                    <a:pt x="250" y="482"/>
                  </a:lnTo>
                  <a:lnTo>
                    <a:pt x="0" y="48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15" name="Google Shape;3425;p46">
              <a:extLst>
                <a:ext uri="{FF2B5EF4-FFF2-40B4-BE49-F238E27FC236}">
                  <a16:creationId xmlns:a16="http://schemas.microsoft.com/office/drawing/2014/main" id="{F6CF77A1-DFB1-FEC3-D180-E3542767CA5F}"/>
                </a:ext>
              </a:extLst>
            </p:cNvPr>
            <p:cNvSpPr/>
            <p:nvPr/>
          </p:nvSpPr>
          <p:spPr>
            <a:xfrm rot="5400000">
              <a:off x="36404" y="3655341"/>
              <a:ext cx="82606" cy="155447"/>
            </a:xfrm>
            <a:custGeom>
              <a:avLst/>
              <a:gdLst/>
              <a:ahLst/>
              <a:cxnLst/>
              <a:rect l="l" t="t" r="r" b="b"/>
              <a:pathLst>
                <a:path w="250" h="1233" extrusionOk="0">
                  <a:moveTo>
                    <a:pt x="0" y="0"/>
                  </a:moveTo>
                  <a:lnTo>
                    <a:pt x="250" y="0"/>
                  </a:lnTo>
                  <a:lnTo>
                    <a:pt x="250" y="1233"/>
                  </a:lnTo>
                  <a:lnTo>
                    <a:pt x="0" y="123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16" name="Google Shape;3426;p46">
              <a:extLst>
                <a:ext uri="{FF2B5EF4-FFF2-40B4-BE49-F238E27FC236}">
                  <a16:creationId xmlns:a16="http://schemas.microsoft.com/office/drawing/2014/main" id="{3FF69DF2-2D10-B804-414A-C1DF08738A91}"/>
                </a:ext>
              </a:extLst>
            </p:cNvPr>
            <p:cNvSpPr/>
            <p:nvPr/>
          </p:nvSpPr>
          <p:spPr>
            <a:xfrm rot="5400000">
              <a:off x="23001" y="4354047"/>
              <a:ext cx="82937" cy="128972"/>
            </a:xfrm>
            <a:custGeom>
              <a:avLst/>
              <a:gdLst/>
              <a:ahLst/>
              <a:cxnLst/>
              <a:rect l="l" t="t" r="r" b="b"/>
              <a:pathLst>
                <a:path w="251" h="1023" extrusionOk="0">
                  <a:moveTo>
                    <a:pt x="0" y="0"/>
                  </a:moveTo>
                  <a:lnTo>
                    <a:pt x="251" y="0"/>
                  </a:lnTo>
                  <a:lnTo>
                    <a:pt x="251" y="1023"/>
                  </a:lnTo>
                  <a:lnTo>
                    <a:pt x="0" y="10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17" name="Google Shape;3427;p46">
              <a:extLst>
                <a:ext uri="{FF2B5EF4-FFF2-40B4-BE49-F238E27FC236}">
                  <a16:creationId xmlns:a16="http://schemas.microsoft.com/office/drawing/2014/main" id="{57EC7D50-8E6D-EBB1-207E-8D9B9067762F}"/>
                </a:ext>
              </a:extLst>
            </p:cNvPr>
            <p:cNvSpPr/>
            <p:nvPr/>
          </p:nvSpPr>
          <p:spPr>
            <a:xfrm rot="5400000">
              <a:off x="2995" y="4237257"/>
              <a:ext cx="82606" cy="88629"/>
            </a:xfrm>
            <a:custGeom>
              <a:avLst/>
              <a:gdLst/>
              <a:ahLst/>
              <a:cxnLst/>
              <a:rect l="l" t="t" r="r" b="b"/>
              <a:pathLst>
                <a:path w="250" h="703" extrusionOk="0">
                  <a:moveTo>
                    <a:pt x="0" y="0"/>
                  </a:moveTo>
                  <a:lnTo>
                    <a:pt x="250" y="0"/>
                  </a:lnTo>
                  <a:lnTo>
                    <a:pt x="250" y="703"/>
                  </a:lnTo>
                  <a:lnTo>
                    <a:pt x="0" y="70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18" name="Google Shape;3428;p46">
              <a:extLst>
                <a:ext uri="{FF2B5EF4-FFF2-40B4-BE49-F238E27FC236}">
                  <a16:creationId xmlns:a16="http://schemas.microsoft.com/office/drawing/2014/main" id="{4EA4D75C-59D2-B61E-F17A-D928C2BC4628}"/>
                </a:ext>
              </a:extLst>
            </p:cNvPr>
            <p:cNvSpPr/>
            <p:nvPr/>
          </p:nvSpPr>
          <p:spPr>
            <a:xfrm rot="5400000">
              <a:off x="12324" y="4501851"/>
              <a:ext cx="82606" cy="107288"/>
            </a:xfrm>
            <a:custGeom>
              <a:avLst/>
              <a:gdLst/>
              <a:ahLst/>
              <a:cxnLst/>
              <a:rect l="l" t="t" r="r" b="b"/>
              <a:pathLst>
                <a:path w="250" h="851" extrusionOk="0">
                  <a:moveTo>
                    <a:pt x="0" y="0"/>
                  </a:moveTo>
                  <a:lnTo>
                    <a:pt x="250" y="0"/>
                  </a:lnTo>
                  <a:lnTo>
                    <a:pt x="250" y="851"/>
                  </a:lnTo>
                  <a:lnTo>
                    <a:pt x="0" y="85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19" name="Google Shape;3429;p46">
              <a:extLst>
                <a:ext uri="{FF2B5EF4-FFF2-40B4-BE49-F238E27FC236}">
                  <a16:creationId xmlns:a16="http://schemas.microsoft.com/office/drawing/2014/main" id="{5A1B77E7-3D24-894D-FA28-91DF900F03BD}"/>
                </a:ext>
              </a:extLst>
            </p:cNvPr>
            <p:cNvSpPr/>
            <p:nvPr/>
          </p:nvSpPr>
          <p:spPr>
            <a:xfrm rot="5400000">
              <a:off x="67418" y="4035708"/>
              <a:ext cx="82606" cy="217475"/>
            </a:xfrm>
            <a:custGeom>
              <a:avLst/>
              <a:gdLst/>
              <a:ahLst/>
              <a:cxnLst/>
              <a:rect l="l" t="t" r="r" b="b"/>
              <a:pathLst>
                <a:path w="250" h="1725" extrusionOk="0">
                  <a:moveTo>
                    <a:pt x="0" y="0"/>
                  </a:moveTo>
                  <a:lnTo>
                    <a:pt x="250" y="0"/>
                  </a:lnTo>
                  <a:lnTo>
                    <a:pt x="250" y="1725"/>
                  </a:lnTo>
                  <a:lnTo>
                    <a:pt x="0" y="172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0" name="Google Shape;3430;p46">
              <a:extLst>
                <a:ext uri="{FF2B5EF4-FFF2-40B4-BE49-F238E27FC236}">
                  <a16:creationId xmlns:a16="http://schemas.microsoft.com/office/drawing/2014/main" id="{3589705A-619E-D82B-1A3B-14D2B774404D}"/>
                </a:ext>
              </a:extLst>
            </p:cNvPr>
            <p:cNvSpPr/>
            <p:nvPr/>
          </p:nvSpPr>
          <p:spPr>
            <a:xfrm rot="5400000">
              <a:off x="46427" y="3234269"/>
              <a:ext cx="82605" cy="175493"/>
            </a:xfrm>
            <a:custGeom>
              <a:avLst/>
              <a:gdLst/>
              <a:ahLst/>
              <a:cxnLst/>
              <a:rect l="l" t="t" r="r" b="b"/>
              <a:pathLst>
                <a:path w="250" h="1392" extrusionOk="0">
                  <a:moveTo>
                    <a:pt x="0" y="0"/>
                  </a:moveTo>
                  <a:lnTo>
                    <a:pt x="250" y="0"/>
                  </a:lnTo>
                  <a:lnTo>
                    <a:pt x="250" y="1392"/>
                  </a:lnTo>
                  <a:lnTo>
                    <a:pt x="0" y="139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1" name="Google Shape;3431;p46">
              <a:extLst>
                <a:ext uri="{FF2B5EF4-FFF2-40B4-BE49-F238E27FC236}">
                  <a16:creationId xmlns:a16="http://schemas.microsoft.com/office/drawing/2014/main" id="{34A17A1E-F888-6A11-926D-06C7EFAE7267}"/>
                </a:ext>
              </a:extLst>
            </p:cNvPr>
            <p:cNvSpPr/>
            <p:nvPr/>
          </p:nvSpPr>
          <p:spPr>
            <a:xfrm rot="5400000">
              <a:off x="32370" y="2151973"/>
              <a:ext cx="82606"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2" name="Google Shape;3432;p46">
              <a:extLst>
                <a:ext uri="{FF2B5EF4-FFF2-40B4-BE49-F238E27FC236}">
                  <a16:creationId xmlns:a16="http://schemas.microsoft.com/office/drawing/2014/main" id="{DD7E01B1-2A47-4427-FFDF-743F61B54B7C}"/>
                </a:ext>
              </a:extLst>
            </p:cNvPr>
            <p:cNvSpPr/>
            <p:nvPr/>
          </p:nvSpPr>
          <p:spPr>
            <a:xfrm rot="5400000">
              <a:off x="32306" y="1192479"/>
              <a:ext cx="82606"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3" name="Google Shape;3433;p46">
              <a:extLst>
                <a:ext uri="{FF2B5EF4-FFF2-40B4-BE49-F238E27FC236}">
                  <a16:creationId xmlns:a16="http://schemas.microsoft.com/office/drawing/2014/main" id="{99054733-AB5C-15AE-D425-0E0D682BA104}"/>
                </a:ext>
              </a:extLst>
            </p:cNvPr>
            <p:cNvSpPr/>
            <p:nvPr/>
          </p:nvSpPr>
          <p:spPr>
            <a:xfrm rot="5400000">
              <a:off x="6777" y="943756"/>
              <a:ext cx="82606" cy="96193"/>
            </a:xfrm>
            <a:custGeom>
              <a:avLst/>
              <a:gdLst/>
              <a:ahLst/>
              <a:cxnLst/>
              <a:rect l="l" t="t" r="r" b="b"/>
              <a:pathLst>
                <a:path w="250" h="763" extrusionOk="0">
                  <a:moveTo>
                    <a:pt x="0" y="0"/>
                  </a:moveTo>
                  <a:lnTo>
                    <a:pt x="250" y="0"/>
                  </a:lnTo>
                  <a:lnTo>
                    <a:pt x="250" y="763"/>
                  </a:lnTo>
                  <a:lnTo>
                    <a:pt x="0" y="76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4" name="Google Shape;3434;p46">
              <a:extLst>
                <a:ext uri="{FF2B5EF4-FFF2-40B4-BE49-F238E27FC236}">
                  <a16:creationId xmlns:a16="http://schemas.microsoft.com/office/drawing/2014/main" id="{3C2FAA4C-2636-4233-8681-068E4E3BAD02}"/>
                </a:ext>
              </a:extLst>
            </p:cNvPr>
            <p:cNvSpPr/>
            <p:nvPr/>
          </p:nvSpPr>
          <p:spPr>
            <a:xfrm rot="5400000">
              <a:off x="6549" y="669730"/>
              <a:ext cx="82937" cy="96067"/>
            </a:xfrm>
            <a:custGeom>
              <a:avLst/>
              <a:gdLst/>
              <a:ahLst/>
              <a:cxnLst/>
              <a:rect l="l" t="t" r="r" b="b"/>
              <a:pathLst>
                <a:path w="251" h="762" extrusionOk="0">
                  <a:moveTo>
                    <a:pt x="0" y="0"/>
                  </a:moveTo>
                  <a:lnTo>
                    <a:pt x="251" y="0"/>
                  </a:lnTo>
                  <a:lnTo>
                    <a:pt x="251" y="762"/>
                  </a:lnTo>
                  <a:lnTo>
                    <a:pt x="0" y="76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5" name="Google Shape;3435;p46">
              <a:extLst>
                <a:ext uri="{FF2B5EF4-FFF2-40B4-BE49-F238E27FC236}">
                  <a16:creationId xmlns:a16="http://schemas.microsoft.com/office/drawing/2014/main" id="{CC8E7E59-9ECE-76AD-4A22-CC8D081AF34C}"/>
                </a:ext>
              </a:extLst>
            </p:cNvPr>
            <p:cNvSpPr/>
            <p:nvPr/>
          </p:nvSpPr>
          <p:spPr>
            <a:xfrm rot="5400000">
              <a:off x="38988" y="774417"/>
              <a:ext cx="82606" cy="160616"/>
            </a:xfrm>
            <a:custGeom>
              <a:avLst/>
              <a:gdLst/>
              <a:ahLst/>
              <a:cxnLst/>
              <a:rect l="l" t="t" r="r" b="b"/>
              <a:pathLst>
                <a:path w="250" h="1274" extrusionOk="0">
                  <a:moveTo>
                    <a:pt x="0" y="0"/>
                  </a:moveTo>
                  <a:lnTo>
                    <a:pt x="250" y="0"/>
                  </a:lnTo>
                  <a:lnTo>
                    <a:pt x="250" y="1274"/>
                  </a:lnTo>
                  <a:lnTo>
                    <a:pt x="0" y="127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6" name="Google Shape;3436;p46">
              <a:extLst>
                <a:ext uri="{FF2B5EF4-FFF2-40B4-BE49-F238E27FC236}">
                  <a16:creationId xmlns:a16="http://schemas.microsoft.com/office/drawing/2014/main" id="{2EB5AEF7-3483-C5CB-E9E2-EA0972309ECA}"/>
                </a:ext>
              </a:extLst>
            </p:cNvPr>
            <p:cNvSpPr/>
            <p:nvPr/>
          </p:nvSpPr>
          <p:spPr>
            <a:xfrm rot="5400000">
              <a:off x="-10747" y="1372660"/>
              <a:ext cx="82606"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7" name="Google Shape;3437;p46">
              <a:extLst>
                <a:ext uri="{FF2B5EF4-FFF2-40B4-BE49-F238E27FC236}">
                  <a16:creationId xmlns:a16="http://schemas.microsoft.com/office/drawing/2014/main" id="{423ACA66-6346-37B7-E0B1-0801368C22E0}"/>
                </a:ext>
              </a:extLst>
            </p:cNvPr>
            <p:cNvSpPr/>
            <p:nvPr/>
          </p:nvSpPr>
          <p:spPr>
            <a:xfrm rot="5400000">
              <a:off x="-10912" y="1783875"/>
              <a:ext cx="82937" cy="61145"/>
            </a:xfrm>
            <a:custGeom>
              <a:avLst/>
              <a:gdLst/>
              <a:ahLst/>
              <a:cxnLst/>
              <a:rect l="l" t="t" r="r" b="b"/>
              <a:pathLst>
                <a:path w="251" h="485" extrusionOk="0">
                  <a:moveTo>
                    <a:pt x="0" y="0"/>
                  </a:moveTo>
                  <a:lnTo>
                    <a:pt x="251" y="0"/>
                  </a:lnTo>
                  <a:lnTo>
                    <a:pt x="251"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8" name="Google Shape;3438;p46">
              <a:extLst>
                <a:ext uri="{FF2B5EF4-FFF2-40B4-BE49-F238E27FC236}">
                  <a16:creationId xmlns:a16="http://schemas.microsoft.com/office/drawing/2014/main" id="{C0EA589A-A7FA-535D-AABC-FFAEA945FA20}"/>
                </a:ext>
              </a:extLst>
            </p:cNvPr>
            <p:cNvSpPr/>
            <p:nvPr/>
          </p:nvSpPr>
          <p:spPr>
            <a:xfrm rot="5400000">
              <a:off x="-10747" y="2332216"/>
              <a:ext cx="82606"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29" name="Google Shape;3439;p46">
              <a:extLst>
                <a:ext uri="{FF2B5EF4-FFF2-40B4-BE49-F238E27FC236}">
                  <a16:creationId xmlns:a16="http://schemas.microsoft.com/office/drawing/2014/main" id="{84D510D7-B47A-649A-A7FF-55E80F2EF1D7}"/>
                </a:ext>
              </a:extLst>
            </p:cNvPr>
            <p:cNvSpPr/>
            <p:nvPr/>
          </p:nvSpPr>
          <p:spPr>
            <a:xfrm rot="5400000">
              <a:off x="73532" y="2932910"/>
              <a:ext cx="82606" cy="229704"/>
            </a:xfrm>
            <a:custGeom>
              <a:avLst/>
              <a:gdLst/>
              <a:ahLst/>
              <a:cxnLst/>
              <a:rect l="l" t="t" r="r" b="b"/>
              <a:pathLst>
                <a:path w="250" h="1822" extrusionOk="0">
                  <a:moveTo>
                    <a:pt x="0" y="0"/>
                  </a:moveTo>
                  <a:lnTo>
                    <a:pt x="250" y="0"/>
                  </a:lnTo>
                  <a:lnTo>
                    <a:pt x="250" y="1822"/>
                  </a:lnTo>
                  <a:lnTo>
                    <a:pt x="0" y="182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30" name="Google Shape;3440;p46">
              <a:extLst>
                <a:ext uri="{FF2B5EF4-FFF2-40B4-BE49-F238E27FC236}">
                  <a16:creationId xmlns:a16="http://schemas.microsoft.com/office/drawing/2014/main" id="{EE5E96EF-D209-0400-4383-AB4C8FA86427}"/>
                </a:ext>
              </a:extLst>
            </p:cNvPr>
            <p:cNvSpPr/>
            <p:nvPr/>
          </p:nvSpPr>
          <p:spPr>
            <a:xfrm rot="5400000">
              <a:off x="-22283" y="2754471"/>
              <a:ext cx="82606"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31" name="Google Shape;3441;p46">
              <a:extLst>
                <a:ext uri="{FF2B5EF4-FFF2-40B4-BE49-F238E27FC236}">
                  <a16:creationId xmlns:a16="http://schemas.microsoft.com/office/drawing/2014/main" id="{B403183C-114D-ABB6-3941-3D8F4EDC72E8}"/>
                </a:ext>
              </a:extLst>
            </p:cNvPr>
            <p:cNvSpPr/>
            <p:nvPr/>
          </p:nvSpPr>
          <p:spPr>
            <a:xfrm rot="5400000">
              <a:off x="-22448" y="3577067"/>
              <a:ext cx="82937" cy="38074"/>
            </a:xfrm>
            <a:custGeom>
              <a:avLst/>
              <a:gdLst/>
              <a:ahLst/>
              <a:cxnLst/>
              <a:rect l="l" t="t" r="r" b="b"/>
              <a:pathLst>
                <a:path w="251" h="302" extrusionOk="0">
                  <a:moveTo>
                    <a:pt x="0" y="0"/>
                  </a:moveTo>
                  <a:lnTo>
                    <a:pt x="251" y="0"/>
                  </a:lnTo>
                  <a:lnTo>
                    <a:pt x="251"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32" name="Google Shape;3442;p46">
              <a:extLst>
                <a:ext uri="{FF2B5EF4-FFF2-40B4-BE49-F238E27FC236}">
                  <a16:creationId xmlns:a16="http://schemas.microsoft.com/office/drawing/2014/main" id="{456CC1FE-F22A-902C-B57D-2D215606D5AD}"/>
                </a:ext>
              </a:extLst>
            </p:cNvPr>
            <p:cNvSpPr/>
            <p:nvPr/>
          </p:nvSpPr>
          <p:spPr>
            <a:xfrm rot="5400000">
              <a:off x="-22283" y="3988282"/>
              <a:ext cx="82606"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33" name="Google Shape;3443;p46">
              <a:extLst>
                <a:ext uri="{FF2B5EF4-FFF2-40B4-BE49-F238E27FC236}">
                  <a16:creationId xmlns:a16="http://schemas.microsoft.com/office/drawing/2014/main" id="{C88421F2-17BB-E119-916E-6122C52695F3}"/>
                </a:ext>
              </a:extLst>
            </p:cNvPr>
            <p:cNvSpPr/>
            <p:nvPr/>
          </p:nvSpPr>
          <p:spPr>
            <a:xfrm rot="5400000">
              <a:off x="-26065" y="1113724"/>
              <a:ext cx="82606" cy="30510"/>
            </a:xfrm>
            <a:custGeom>
              <a:avLst/>
              <a:gdLst/>
              <a:ahLst/>
              <a:cxnLst/>
              <a:rect l="l" t="t" r="r" b="b"/>
              <a:pathLst>
                <a:path w="250" h="242" extrusionOk="0">
                  <a:moveTo>
                    <a:pt x="0" y="0"/>
                  </a:moveTo>
                  <a:lnTo>
                    <a:pt x="250" y="0"/>
                  </a:lnTo>
                  <a:lnTo>
                    <a:pt x="250" y="242"/>
                  </a:lnTo>
                  <a:lnTo>
                    <a:pt x="0" y="242"/>
                  </a:lnTo>
                  <a:lnTo>
                    <a:pt x="0" y="0"/>
                  </a:lnTo>
                  <a:close/>
                </a:path>
              </a:pathLst>
            </a:custGeom>
            <a:solidFill>
              <a:schemeClr val="accent1"/>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sp>
          <p:nvSpPr>
            <p:cNvPr id="34" name="Google Shape;3444;p46">
              <a:extLst>
                <a:ext uri="{FF2B5EF4-FFF2-40B4-BE49-F238E27FC236}">
                  <a16:creationId xmlns:a16="http://schemas.microsoft.com/office/drawing/2014/main" id="{F9DD6C4B-D812-FD42-0598-BF141AC9E4D3}"/>
                </a:ext>
              </a:extLst>
            </p:cNvPr>
            <p:cNvSpPr/>
            <p:nvPr/>
          </p:nvSpPr>
          <p:spPr>
            <a:xfrm rot="5400000">
              <a:off x="78071" y="461412"/>
              <a:ext cx="82606" cy="238781"/>
            </a:xfrm>
            <a:custGeom>
              <a:avLst/>
              <a:gdLst/>
              <a:ahLst/>
              <a:cxnLst/>
              <a:rect l="l" t="t" r="r" b="b"/>
              <a:pathLst>
                <a:path w="250" h="1894" extrusionOk="0">
                  <a:moveTo>
                    <a:pt x="0" y="0"/>
                  </a:moveTo>
                  <a:lnTo>
                    <a:pt x="250" y="0"/>
                  </a:lnTo>
                  <a:lnTo>
                    <a:pt x="250" y="1894"/>
                  </a:lnTo>
                  <a:lnTo>
                    <a:pt x="0" y="189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lang="en-US" sz="1800" b="0" strike="noStrike" noProof="0" dirty="0">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11319030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Bayesian Data Analysis - Master of Science in Biostatistics by Slidesgo">
  <a:themeElements>
    <a:clrScheme name="Simple Light">
      <a:dk1>
        <a:srgbClr val="2D3538"/>
      </a:dk1>
      <a:lt1>
        <a:srgbClr val="EDEEF3"/>
      </a:lt1>
      <a:dk2>
        <a:srgbClr val="3F4850"/>
      </a:dk2>
      <a:lt2>
        <a:srgbClr val="CDD1E0"/>
      </a:lt2>
      <a:accent1>
        <a:srgbClr val="2544D8"/>
      </a:accent1>
      <a:accent2>
        <a:srgbClr val="FFFFFF"/>
      </a:accent2>
      <a:accent3>
        <a:srgbClr val="FFFFFF"/>
      </a:accent3>
      <a:accent4>
        <a:srgbClr val="FFFFFF"/>
      </a:accent4>
      <a:accent5>
        <a:srgbClr val="FFFFFF"/>
      </a:accent5>
      <a:accent6>
        <a:srgbClr val="FFFFFF"/>
      </a:accent6>
      <a:hlink>
        <a:srgbClr val="2D35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f4b01d9-29c4-4559-98bf-9db76dc08f9a">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8FA942844A16440953CD1CA2B171FA2" ma:contentTypeVersion="10" ma:contentTypeDescription="Crée un document." ma:contentTypeScope="" ma:versionID="724aef7cf5ac5b1c3a951bb0ab13079a">
  <xsd:schema xmlns:xsd="http://www.w3.org/2001/XMLSchema" xmlns:xs="http://www.w3.org/2001/XMLSchema" xmlns:p="http://schemas.microsoft.com/office/2006/metadata/properties" xmlns:ns2="2f4b01d9-29c4-4559-98bf-9db76dc08f9a" targetNamespace="http://schemas.microsoft.com/office/2006/metadata/properties" ma:root="true" ma:fieldsID="e82105ffef5d39b15ac26a47fc74d79f" ns2:_="">
    <xsd:import namespace="2f4b01d9-29c4-4559-98bf-9db76dc08f9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4b01d9-29c4-4559-98bf-9db76dc08f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e5965820-1b97-4994-ad5a-2b1f2cea3fcc"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0E73A48-4950-4887-923E-40C78DAD19BA}">
  <ds:schemaRefs>
    <ds:schemaRef ds:uri="http://purl.org/dc/terms/"/>
    <ds:schemaRef ds:uri="http://purl.org/dc/dcmitype/"/>
    <ds:schemaRef ds:uri="http://purl.org/dc/elements/1.1/"/>
    <ds:schemaRef ds:uri="http://schemas.openxmlformats.org/package/2006/metadata/core-properties"/>
    <ds:schemaRef ds:uri="http://schemas.microsoft.com/office/infopath/2007/PartnerControls"/>
    <ds:schemaRef ds:uri="http://schemas.microsoft.com/office/2006/documentManagement/types"/>
    <ds:schemaRef ds:uri="2f4b01d9-29c4-4559-98bf-9db76dc08f9a"/>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33D032D8-A229-4EDD-8333-4A23F439A3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4b01d9-29c4-4559-98bf-9db76dc08f9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50A0381-6ED5-478D-81ED-8D67DB9B527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890</TotalTime>
  <Words>841</Words>
  <Application>Microsoft Office PowerPoint</Application>
  <PresentationFormat>On-screen Show (16:9)</PresentationFormat>
  <Paragraphs>139</Paragraphs>
  <Slides>29</Slides>
  <Notes>28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Outfit ExtraBold</vt:lpstr>
      <vt:lpstr>Outfit</vt:lpstr>
      <vt:lpstr>Nunito Light</vt:lpstr>
      <vt:lpstr>Arial</vt:lpstr>
      <vt:lpstr>Lato Light</vt:lpstr>
      <vt:lpstr>Lato</vt:lpstr>
      <vt:lpstr>Bayesian Data Analysis - Master of Science in Biostatistics by Slidesgo</vt:lpstr>
      <vt:lpstr>Data Cycle  Apartments </vt:lpstr>
      <vt:lpstr>Table of contents</vt:lpstr>
      <vt:lpstr>Use case</vt:lpstr>
      <vt:lpstr>Use case</vt:lpstr>
      <vt:lpstr>System architecture</vt:lpstr>
      <vt:lpstr>PowerPoint Presentation</vt:lpstr>
      <vt:lpstr>Medallion architecture</vt:lpstr>
      <vt:lpstr>Data processing</vt:lpstr>
      <vt:lpstr>Bronze</vt:lpstr>
      <vt:lpstr>Silver</vt:lpstr>
      <vt:lpstr>Silver</vt:lpstr>
      <vt:lpstr>Gold: Dimensions used in all Fact tables</vt:lpstr>
      <vt:lpstr>Gold: Dimensions used only in Weather table</vt:lpstr>
      <vt:lpstr>Gold: Dimensions used only in Sensors tables</vt:lpstr>
      <vt:lpstr>Gold: Weather, Machine learning Fact tables</vt:lpstr>
      <vt:lpstr>Gold: Sensors Fact tables</vt:lpstr>
      <vt:lpstr>Gold: Sensors Fact tables</vt:lpstr>
      <vt:lpstr>Data Loading</vt:lpstr>
      <vt:lpstr>Machine learning</vt:lpstr>
      <vt:lpstr>Power consumption prediction training</vt:lpstr>
      <vt:lpstr>Power consumption prediction training</vt:lpstr>
      <vt:lpstr>Room occupation prediction training</vt:lpstr>
      <vt:lpstr>Room occupation prediction training</vt:lpstr>
      <vt:lpstr>Automatization</vt:lpstr>
      <vt:lpstr>Windows Task Scheduler</vt:lpstr>
      <vt:lpstr>Execution features</vt:lpstr>
      <vt:lpstr>Monitoring</vt:lpstr>
      <vt:lpstr>PowerBI</vt:lpstr>
      <vt:lpstr>Thanks for  listening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Fernández Rodríguez Zanya</cp:lastModifiedBy>
  <cp:revision>48</cp:revision>
  <dcterms:modified xsi:type="dcterms:W3CDTF">2025-05-09T07:39:57Z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0x01010078FA942844A16440953CD1CA2B171FA2</vt:lpwstr>
  </property>
  <property fmtid="{D5CDD505-2E9C-101B-9397-08002B2CF9AE}" pid="3" name="MediaServiceImageTags">
    <vt:lpwstr/>
  </property>
</Properties>
</file>